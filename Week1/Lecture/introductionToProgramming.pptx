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9" r:id="rId1"/>
    <p:sldMasterId id="2147483754" r:id="rId2"/>
  </p:sldMasterIdLst>
  <p:notesMasterIdLst>
    <p:notesMasterId r:id="rId53"/>
  </p:notesMasterIdLst>
  <p:handoutMasterIdLst>
    <p:handoutMasterId r:id="rId54"/>
  </p:handoutMasterIdLst>
  <p:sldIdLst>
    <p:sldId id="297" r:id="rId3"/>
    <p:sldId id="444" r:id="rId4"/>
    <p:sldId id="445" r:id="rId5"/>
    <p:sldId id="446" r:id="rId6"/>
    <p:sldId id="447" r:id="rId7"/>
    <p:sldId id="448" r:id="rId8"/>
    <p:sldId id="449" r:id="rId9"/>
    <p:sldId id="450" r:id="rId10"/>
    <p:sldId id="451" r:id="rId11"/>
    <p:sldId id="452" r:id="rId12"/>
    <p:sldId id="453" r:id="rId13"/>
    <p:sldId id="454" r:id="rId14"/>
    <p:sldId id="455" r:id="rId15"/>
    <p:sldId id="456" r:id="rId16"/>
    <p:sldId id="457" r:id="rId17"/>
    <p:sldId id="458" r:id="rId18"/>
    <p:sldId id="459" r:id="rId19"/>
    <p:sldId id="462" r:id="rId20"/>
    <p:sldId id="460" r:id="rId21"/>
    <p:sldId id="461" r:id="rId22"/>
    <p:sldId id="463" r:id="rId23"/>
    <p:sldId id="464" r:id="rId24"/>
    <p:sldId id="465" r:id="rId25"/>
    <p:sldId id="466" r:id="rId26"/>
    <p:sldId id="467" r:id="rId27"/>
    <p:sldId id="468" r:id="rId28"/>
    <p:sldId id="469" r:id="rId29"/>
    <p:sldId id="470" r:id="rId30"/>
    <p:sldId id="471" r:id="rId31"/>
    <p:sldId id="472" r:id="rId32"/>
    <p:sldId id="473" r:id="rId33"/>
    <p:sldId id="474" r:id="rId34"/>
    <p:sldId id="475" r:id="rId35"/>
    <p:sldId id="476" r:id="rId36"/>
    <p:sldId id="477" r:id="rId37"/>
    <p:sldId id="478" r:id="rId38"/>
    <p:sldId id="479" r:id="rId39"/>
    <p:sldId id="480" r:id="rId40"/>
    <p:sldId id="481" r:id="rId41"/>
    <p:sldId id="482" r:id="rId42"/>
    <p:sldId id="484" r:id="rId43"/>
    <p:sldId id="485" r:id="rId44"/>
    <p:sldId id="486" r:id="rId45"/>
    <p:sldId id="487" r:id="rId46"/>
    <p:sldId id="488" r:id="rId47"/>
    <p:sldId id="490" r:id="rId48"/>
    <p:sldId id="492" r:id="rId49"/>
    <p:sldId id="493" r:id="rId50"/>
    <p:sldId id="494" r:id="rId51"/>
    <p:sldId id="495" r:id="rId52"/>
  </p:sldIdLst>
  <p:sldSz cx="9144000" cy="5143500" type="screen16x9"/>
  <p:notesSz cx="6797675" cy="99266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78">
          <p15:clr>
            <a:srgbClr val="A4A3A4"/>
          </p15:clr>
        </p15:guide>
        <p15:guide id="2" orient="horz" pos="868">
          <p15:clr>
            <a:srgbClr val="A4A3A4"/>
          </p15:clr>
        </p15:guide>
        <p15:guide id="3" pos="38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6A315"/>
    <a:srgbClr val="0097A7"/>
    <a:srgbClr val="009688"/>
    <a:srgbClr val="EDAB33"/>
    <a:srgbClr val="D69600"/>
    <a:srgbClr val="2E63AC"/>
    <a:srgbClr val="F48516"/>
    <a:srgbClr val="909C09"/>
    <a:srgbClr val="0C3A78"/>
    <a:srgbClr val="125AB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940" autoAdjust="0"/>
    <p:restoredTop sz="94647" autoAdjust="0"/>
  </p:normalViewPr>
  <p:slideViewPr>
    <p:cSldViewPr snapToGrid="0" showGuides="1">
      <p:cViewPr varScale="1">
        <p:scale>
          <a:sx n="176" d="100"/>
          <a:sy n="176" d="100"/>
        </p:scale>
        <p:origin x="208" y="328"/>
      </p:cViewPr>
      <p:guideLst>
        <p:guide orient="horz" pos="678"/>
        <p:guide orient="horz" pos="868"/>
        <p:guide pos="381"/>
      </p:guideLst>
    </p:cSldViewPr>
  </p:slideViewPr>
  <p:outlineViewPr>
    <p:cViewPr>
      <p:scale>
        <a:sx n="33" d="100"/>
        <a:sy n="33" d="100"/>
      </p:scale>
      <p:origin x="0" y="290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presProps" Target="pres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notesMaster" Target="notesMasters/notesMaster1.xml"/><Relationship Id="rId58" Type="http://schemas.openxmlformats.org/officeDocument/2006/relationships/tableStyles" Target="tableStyles.xml"/><Relationship Id="rId5" Type="http://schemas.openxmlformats.org/officeDocument/2006/relationships/slide" Target="slides/slide3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viewProps" Target="viewProp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theme" Target="theme/theme1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berschrift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B19BDF-9145-794E-A370-966EB34AF467}" type="datetimeFigureOut">
              <a:rPr lang="de-DE" smtClean="0"/>
              <a:pPr/>
              <a:t>14.04.26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7A981B-B450-674E-B0E5-2603318FDBB4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9678955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berschrift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69F682-F547-564B-B230-341C76FB7F9F}" type="datetimeFigureOut">
              <a:rPr lang="de-DE" smtClean="0"/>
              <a:pPr/>
              <a:t>13.04.26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BBBE5A-5EFA-1F4E-AFEA-3DF1716D3DD1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5645063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Untertitel 1"/>
          <p:cNvSpPr>
            <a:spLocks noGrp="1"/>
          </p:cNvSpPr>
          <p:nvPr userDrawn="1">
            <p:ph type="subTitle" idx="1" hasCustomPrompt="1"/>
          </p:nvPr>
        </p:nvSpPr>
        <p:spPr>
          <a:xfrm>
            <a:off x="3766376" y="3838575"/>
            <a:ext cx="5098223" cy="357188"/>
          </a:xfrm>
        </p:spPr>
        <p:txBody>
          <a:bodyPr>
            <a:noAutofit/>
          </a:bodyPr>
          <a:lstStyle>
            <a:lvl1pPr marL="0" indent="0">
              <a:buFontTx/>
              <a:buNone/>
              <a:defRPr kumimoji="0" lang="de-DE" sz="2000" b="0" i="0" u="none" strike="noStrike" kern="1200" cap="all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Frutiger 45 Light" pitchFamily="34" charset="0"/>
                <a:ea typeface="+mj-ea"/>
                <a:cs typeface="Frutiger 45 Light" pitchFamily="34" charset="0"/>
              </a:defRPr>
            </a:lvl1pPr>
          </a:lstStyle>
          <a:p>
            <a:r>
              <a:rPr lang="de-DE" dirty="0"/>
              <a:t>SUBHEAD EINFÜGEN</a:t>
            </a:r>
          </a:p>
        </p:txBody>
      </p:sp>
      <p:sp>
        <p:nvSpPr>
          <p:cNvPr id="15" name="Titel 14"/>
          <p:cNvSpPr>
            <a:spLocks noGrp="1"/>
          </p:cNvSpPr>
          <p:nvPr userDrawn="1">
            <p:ph type="title" hasCustomPrompt="1"/>
          </p:nvPr>
        </p:nvSpPr>
        <p:spPr>
          <a:xfrm>
            <a:off x="3766376" y="3502342"/>
            <a:ext cx="5085523" cy="357188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600" b="1" cap="all" baseline="0">
                <a:solidFill>
                  <a:srgbClr val="86A315"/>
                </a:solidFill>
              </a:defRPr>
            </a:lvl1pPr>
          </a:lstStyle>
          <a:p>
            <a:r>
              <a:rPr lang="de-DE" dirty="0"/>
              <a:t>Headline einfügen</a:t>
            </a:r>
          </a:p>
        </p:txBody>
      </p:sp>
      <p:sp>
        <p:nvSpPr>
          <p:cNvPr id="11" name="Rectangle 5"/>
          <p:cNvSpPr>
            <a:spLocks noChangeArrowheads="1"/>
          </p:cNvSpPr>
          <p:nvPr userDrawn="1"/>
        </p:nvSpPr>
        <p:spPr bwMode="auto">
          <a:xfrm>
            <a:off x="-11415" y="4954500"/>
            <a:ext cx="9155077" cy="189000"/>
          </a:xfrm>
          <a:prstGeom prst="rect">
            <a:avLst/>
          </a:prstGeom>
          <a:solidFill>
            <a:srgbClr val="86A315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 dirty="0"/>
          </a:p>
        </p:txBody>
      </p:sp>
      <p:pic>
        <p:nvPicPr>
          <p:cNvPr id="16" name="Bild 19"/>
          <p:cNvPicPr preferRelativeResize="0">
            <a:picLocks/>
          </p:cNvPicPr>
          <p:nvPr userDrawn="1"/>
        </p:nvPicPr>
        <p:blipFill>
          <a:blip r:embed="rId2" cstate="print">
            <a:alphaModFix amt="71000"/>
          </a:blip>
          <a:stretch>
            <a:fillRect/>
          </a:stretch>
        </p:blipFill>
        <p:spPr>
          <a:xfrm>
            <a:off x="0" y="2047217"/>
            <a:ext cx="9144000" cy="1134133"/>
          </a:xfrm>
          <a:prstGeom prst="rect">
            <a:avLst/>
          </a:prstGeom>
        </p:spPr>
      </p:pic>
      <p:pic>
        <p:nvPicPr>
          <p:cNvPr id="18" name="Picture 5" descr="\\Ithdver-fs4\CICD_Marketing\11_360_SRH_Brandnet\02_SRH_Hochschulen\01_Designkonstanten\01_Logos\SRH_HS_HEIDELBERG\01 RZ Logo HS HD\SRH_HS_HEIDELBERG_RGB_für_PPT.jp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3868340"/>
            <a:ext cx="3081473" cy="10861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Grafik 9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546" y="2046082"/>
            <a:ext cx="1134895" cy="1134895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sverzeichn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5"/>
          <p:cNvSpPr>
            <a:spLocks noChangeArrowheads="1"/>
          </p:cNvSpPr>
          <p:nvPr userDrawn="1"/>
        </p:nvSpPr>
        <p:spPr bwMode="auto">
          <a:xfrm>
            <a:off x="-11415" y="4954500"/>
            <a:ext cx="9155077" cy="189000"/>
          </a:xfrm>
          <a:prstGeom prst="rect">
            <a:avLst/>
          </a:prstGeom>
          <a:solidFill>
            <a:srgbClr val="86A315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6" name="Titel 8"/>
          <p:cNvSpPr>
            <a:spLocks noGrp="1"/>
          </p:cNvSpPr>
          <p:nvPr>
            <p:ph type="title" hasCustomPrompt="1"/>
          </p:nvPr>
        </p:nvSpPr>
        <p:spPr>
          <a:xfrm>
            <a:off x="604838" y="340661"/>
            <a:ext cx="6545262" cy="849405"/>
          </a:xfrm>
          <a:prstGeom prst="rect">
            <a:avLst/>
          </a:prstGeom>
        </p:spPr>
        <p:txBody>
          <a:bodyPr anchor="b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cap="all" baseline="0">
                <a:solidFill>
                  <a:srgbClr val="86A315"/>
                </a:solidFill>
                <a:latin typeface="Frutiger 45 light" pitchFamily="34" charset="0"/>
              </a:defRPr>
            </a:lvl1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tabLst/>
              <a:defRPr/>
            </a:pPr>
            <a:r>
              <a:rPr lang="de-DE" dirty="0"/>
              <a:t>Inhaltsverzeichnis</a:t>
            </a:r>
          </a:p>
        </p:txBody>
      </p:sp>
      <p:sp>
        <p:nvSpPr>
          <p:cNvPr id="7" name="Inhaltsplatzhalter 24"/>
          <p:cNvSpPr>
            <a:spLocks noGrp="1"/>
          </p:cNvSpPr>
          <p:nvPr>
            <p:ph sz="quarter" idx="12" hasCustomPrompt="1"/>
          </p:nvPr>
        </p:nvSpPr>
        <p:spPr>
          <a:xfrm>
            <a:off x="604838" y="1371600"/>
            <a:ext cx="8128800" cy="2943000"/>
          </a:xfrm>
        </p:spPr>
        <p:txBody>
          <a:bodyPr>
            <a:noAutofit/>
          </a:bodyPr>
          <a:lstStyle>
            <a:lvl1pPr marL="0" indent="0">
              <a:lnSpc>
                <a:spcPts val="2500"/>
              </a:lnSpc>
              <a:spcBef>
                <a:spcPts val="0"/>
              </a:spcBef>
              <a:buClr>
                <a:schemeClr val="accent2"/>
              </a:buClr>
              <a:buFont typeface="Frutiger LT Std 47 Light Cn" pitchFamily="34" charset="0"/>
              <a:buNone/>
              <a:defRPr sz="2400">
                <a:solidFill>
                  <a:srgbClr val="86A315"/>
                </a:solidFill>
                <a:latin typeface="Frutiger 45 light" pitchFamily="34" charset="0"/>
              </a:defRPr>
            </a:lvl1pPr>
          </a:lstStyle>
          <a:p>
            <a:pPr lvl="0"/>
            <a:r>
              <a:rPr lang="de-DE" dirty="0"/>
              <a:t>Fließtext einfügen</a:t>
            </a:r>
          </a:p>
        </p:txBody>
      </p:sp>
      <p:sp>
        <p:nvSpPr>
          <p:cNvPr id="11" name="Fußzeilenplatzhalter 5"/>
          <p:cNvSpPr>
            <a:spLocks noGrp="1"/>
          </p:cNvSpPr>
          <p:nvPr>
            <p:ph type="ftr" sz="quarter" idx="3"/>
          </p:nvPr>
        </p:nvSpPr>
        <p:spPr>
          <a:xfrm>
            <a:off x="604650" y="4968000"/>
            <a:ext cx="1872000" cy="162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bg1"/>
                </a:solidFill>
                <a:latin typeface="Frutiger LT Std 45 Light"/>
              </a:defRPr>
            </a:lvl1pPr>
          </a:lstStyle>
          <a:p>
            <a:r>
              <a:rPr lang="de-DE" kern="1000" dirty="0"/>
              <a:t>Seite </a:t>
            </a:r>
            <a:fld id="{B0EC0A60-F7A1-4071-A771-7EB6B88B79FF}" type="slidenum">
              <a:rPr lang="en-US" kern="1000" smtClean="0"/>
              <a:pPr/>
              <a:t>‹#›</a:t>
            </a:fld>
            <a:endParaRPr lang="en-US" kern="1000" dirty="0"/>
          </a:p>
        </p:txBody>
      </p:sp>
      <p:pic>
        <p:nvPicPr>
          <p:cNvPr id="14" name="Grafik 1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8616" y="0"/>
            <a:ext cx="1134895" cy="113489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5"/>
          <p:cNvSpPr>
            <a:spLocks noChangeArrowheads="1"/>
          </p:cNvSpPr>
          <p:nvPr userDrawn="1"/>
        </p:nvSpPr>
        <p:spPr bwMode="auto">
          <a:xfrm>
            <a:off x="-11415" y="4954500"/>
            <a:ext cx="9155077" cy="189000"/>
          </a:xfrm>
          <a:prstGeom prst="rect">
            <a:avLst/>
          </a:prstGeom>
          <a:solidFill>
            <a:srgbClr val="86A315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23" name="Textplatzhalter 22"/>
          <p:cNvSpPr>
            <a:spLocks noGrp="1"/>
          </p:cNvSpPr>
          <p:nvPr>
            <p:ph type="body" sz="quarter" idx="11" hasCustomPrompt="1"/>
          </p:nvPr>
        </p:nvSpPr>
        <p:spPr>
          <a:xfrm>
            <a:off x="604838" y="1378745"/>
            <a:ext cx="8069262" cy="371475"/>
          </a:xfrm>
        </p:spPr>
        <p:txBody>
          <a:bodyPr>
            <a:noAutofit/>
          </a:bodyPr>
          <a:lstStyle>
            <a:lvl1pPr marL="358775" indent="-358775">
              <a:buNone/>
              <a:defRPr sz="2400" cap="none" baseline="0">
                <a:solidFill>
                  <a:schemeClr val="tx1"/>
                </a:solidFill>
                <a:latin typeface="Frutiger 45 light" pitchFamily="34" charset="0"/>
              </a:defRPr>
            </a:lvl1pPr>
          </a:lstStyle>
          <a:p>
            <a:pPr lvl="0"/>
            <a:r>
              <a:rPr lang="de-DE" dirty="0"/>
              <a:t>Subheadline einfügen</a:t>
            </a:r>
          </a:p>
        </p:txBody>
      </p:sp>
      <p:sp>
        <p:nvSpPr>
          <p:cNvPr id="25" name="Inhaltsplatzhalter 24"/>
          <p:cNvSpPr>
            <a:spLocks noGrp="1"/>
          </p:cNvSpPr>
          <p:nvPr>
            <p:ph sz="quarter" idx="12" hasCustomPrompt="1"/>
          </p:nvPr>
        </p:nvSpPr>
        <p:spPr>
          <a:xfrm>
            <a:off x="604838" y="1878807"/>
            <a:ext cx="8081962" cy="2412206"/>
          </a:xfrm>
        </p:spPr>
        <p:txBody>
          <a:bodyPr>
            <a:noAutofit/>
          </a:bodyPr>
          <a:lstStyle>
            <a:lvl1pPr marL="342900" indent="-342900">
              <a:lnSpc>
                <a:spcPts val="2800"/>
              </a:lnSpc>
              <a:spcBef>
                <a:spcPts val="1200"/>
              </a:spcBef>
              <a:buClrTx/>
              <a:buFont typeface="Frutiger 45 light" panose="020B0500000000000000" pitchFamily="34" charset="0"/>
              <a:buChar char="&gt;"/>
              <a:defRPr sz="2000">
                <a:solidFill>
                  <a:schemeClr val="tx1"/>
                </a:solidFill>
                <a:latin typeface="Frutiger 45 light" pitchFamily="34" charset="0"/>
              </a:defRPr>
            </a:lvl1pPr>
          </a:lstStyle>
          <a:p>
            <a:pPr lvl="0"/>
            <a:r>
              <a:rPr lang="de-DE" dirty="0" err="1"/>
              <a:t>Fliesstext</a:t>
            </a:r>
            <a:r>
              <a:rPr lang="de-DE" dirty="0"/>
              <a:t> einfügen</a:t>
            </a:r>
          </a:p>
        </p:txBody>
      </p:sp>
      <p:sp>
        <p:nvSpPr>
          <p:cNvPr id="10" name="Fußzeilenplatzhalter 5"/>
          <p:cNvSpPr>
            <a:spLocks noGrp="1"/>
          </p:cNvSpPr>
          <p:nvPr>
            <p:ph type="ftr" sz="quarter" idx="3"/>
          </p:nvPr>
        </p:nvSpPr>
        <p:spPr>
          <a:xfrm>
            <a:off x="604650" y="4968000"/>
            <a:ext cx="1872000" cy="162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bg1"/>
                </a:solidFill>
                <a:latin typeface="Frutiger LT Std 45 Light"/>
              </a:defRPr>
            </a:lvl1pPr>
          </a:lstStyle>
          <a:p>
            <a:endParaRPr lang="en-US" kern="1000" dirty="0"/>
          </a:p>
        </p:txBody>
      </p:sp>
      <p:sp>
        <p:nvSpPr>
          <p:cNvPr id="9" name="Titel 8"/>
          <p:cNvSpPr>
            <a:spLocks noGrp="1"/>
          </p:cNvSpPr>
          <p:nvPr>
            <p:ph type="title" hasCustomPrompt="1"/>
          </p:nvPr>
        </p:nvSpPr>
        <p:spPr>
          <a:xfrm>
            <a:off x="604838" y="340661"/>
            <a:ext cx="6545262" cy="849405"/>
          </a:xfrm>
          <a:prstGeom prst="rect">
            <a:avLst/>
          </a:prstGeom>
        </p:spPr>
        <p:txBody>
          <a:bodyPr anchor="b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cap="all" baseline="0">
                <a:solidFill>
                  <a:srgbClr val="86A315"/>
                </a:solidFill>
                <a:latin typeface="Frutiger 45 light" pitchFamily="34" charset="0"/>
              </a:defRPr>
            </a:lvl1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tabLst/>
              <a:defRPr/>
            </a:pPr>
            <a:r>
              <a:rPr lang="de-DE" dirty="0"/>
              <a:t>Headline</a:t>
            </a:r>
            <a:br>
              <a:rPr lang="de-DE" dirty="0"/>
            </a:br>
            <a:r>
              <a:rPr lang="de-DE" dirty="0"/>
              <a:t>(immer nach unten ausrichten)</a:t>
            </a:r>
          </a:p>
        </p:txBody>
      </p:sp>
      <p:pic>
        <p:nvPicPr>
          <p:cNvPr id="13" name="Grafik 1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8616" y="0"/>
            <a:ext cx="1134895" cy="113489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ischenfoli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hteck 16"/>
          <p:cNvSpPr/>
          <p:nvPr userDrawn="1"/>
        </p:nvSpPr>
        <p:spPr>
          <a:xfrm>
            <a:off x="0" y="2732485"/>
            <a:ext cx="9144000" cy="1135856"/>
          </a:xfrm>
          <a:prstGeom prst="rect">
            <a:avLst/>
          </a:prstGeom>
          <a:solidFill>
            <a:srgbClr val="86A315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Rectangle 5"/>
          <p:cNvSpPr>
            <a:spLocks noChangeArrowheads="1"/>
          </p:cNvSpPr>
          <p:nvPr userDrawn="1"/>
        </p:nvSpPr>
        <p:spPr bwMode="auto">
          <a:xfrm>
            <a:off x="-11415" y="4954500"/>
            <a:ext cx="9155077" cy="189000"/>
          </a:xfrm>
          <a:prstGeom prst="rect">
            <a:avLst/>
          </a:prstGeom>
          <a:solidFill>
            <a:srgbClr val="86A315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6" name="Fußzeilenplatzhalter 5"/>
          <p:cNvSpPr>
            <a:spLocks noGrp="1"/>
          </p:cNvSpPr>
          <p:nvPr>
            <p:ph type="ftr" sz="quarter" idx="3"/>
          </p:nvPr>
        </p:nvSpPr>
        <p:spPr>
          <a:xfrm>
            <a:off x="604650" y="4968000"/>
            <a:ext cx="1872000" cy="162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bg1"/>
                </a:solidFill>
                <a:latin typeface="Frutiger LT Std 45 Light"/>
              </a:defRPr>
            </a:lvl1pPr>
          </a:lstStyle>
          <a:p>
            <a:r>
              <a:rPr lang="de-DE" kern="1000" dirty="0"/>
              <a:t>Seite </a:t>
            </a:r>
            <a:fld id="{B0EC0A60-F7A1-4071-A771-7EB6B88B79FF}" type="slidenum">
              <a:rPr lang="en-US" kern="1000" smtClean="0"/>
              <a:pPr/>
              <a:t>‹#›</a:t>
            </a:fld>
            <a:endParaRPr lang="en-US" kern="1000" dirty="0"/>
          </a:p>
        </p:txBody>
      </p:sp>
      <p:sp>
        <p:nvSpPr>
          <p:cNvPr id="14" name="Titel 10"/>
          <p:cNvSpPr>
            <a:spLocks noGrp="1"/>
          </p:cNvSpPr>
          <p:nvPr>
            <p:ph type="title"/>
          </p:nvPr>
        </p:nvSpPr>
        <p:spPr>
          <a:xfrm>
            <a:off x="604838" y="2755345"/>
            <a:ext cx="8164762" cy="1077515"/>
          </a:xfrm>
        </p:spPr>
        <p:txBody>
          <a:bodyPr anchor="ctr"/>
          <a:lstStyle>
            <a:lvl1pPr>
              <a:lnSpc>
                <a:spcPts val="3500"/>
              </a:lnSpc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Titelmasterformat durch Klicken bearbeiten</a:t>
            </a:r>
          </a:p>
        </p:txBody>
      </p:sp>
      <p:pic>
        <p:nvPicPr>
          <p:cNvPr id="20" name="Picture 5" descr="\\Ithdver-fs4\CICD_Marketing\11_360_SRH_Brandnet\02_SRH_Hochschulen\01_Designkonstanten\01_Logos\SRH_HS_HEIDELBERG\01 RZ Logo HS HD\SRH_HS_HEIDELBERG_RGB_für_PPT.jp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42811" y="3868340"/>
            <a:ext cx="3081473" cy="10861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Grafik 9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8616" y="0"/>
            <a:ext cx="1134895" cy="113489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ischenfolie_Ty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hteck 14"/>
          <p:cNvSpPr/>
          <p:nvPr userDrawn="1"/>
        </p:nvSpPr>
        <p:spPr>
          <a:xfrm>
            <a:off x="-11416" y="0"/>
            <a:ext cx="9155077" cy="3857283"/>
          </a:xfrm>
          <a:prstGeom prst="rect">
            <a:avLst/>
          </a:prstGeom>
          <a:solidFill>
            <a:srgbClr val="86A315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marL="0" algn="l" defTabSz="914400" rtl="0" eaLnBrk="1" latinLnBrk="0" hangingPunct="1"/>
            <a:endParaRPr lang="de-DE" sz="18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Rectangle 5"/>
          <p:cNvSpPr>
            <a:spLocks noChangeArrowheads="1"/>
          </p:cNvSpPr>
          <p:nvPr userDrawn="1"/>
        </p:nvSpPr>
        <p:spPr bwMode="auto">
          <a:xfrm>
            <a:off x="-11415" y="4954500"/>
            <a:ext cx="9155077" cy="189000"/>
          </a:xfrm>
          <a:prstGeom prst="rect">
            <a:avLst/>
          </a:prstGeom>
          <a:solidFill>
            <a:srgbClr val="86A315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2" name="Titel 1"/>
          <p:cNvSpPr>
            <a:spLocks noGrp="1"/>
          </p:cNvSpPr>
          <p:nvPr>
            <p:ph type="title" hasCustomPrompt="1"/>
          </p:nvPr>
        </p:nvSpPr>
        <p:spPr>
          <a:xfrm>
            <a:off x="3884400" y="521101"/>
            <a:ext cx="4654800" cy="742511"/>
          </a:xfrm>
          <a:prstGeom prst="rect">
            <a:avLst/>
          </a:prstGeom>
        </p:spPr>
        <p:txBody>
          <a:bodyPr lIns="0">
            <a:noAutofit/>
          </a:bodyPr>
          <a:lstStyle>
            <a:lvl1pPr>
              <a:lnSpc>
                <a:spcPts val="3500"/>
              </a:lnSpc>
              <a:defRPr sz="2400" b="0" cap="all" baseline="0">
                <a:solidFill>
                  <a:schemeClr val="bg1"/>
                </a:solidFill>
                <a:latin typeface="Frutiger 45 light" pitchFamily="34" charset="0"/>
              </a:defRPr>
            </a:lvl1pPr>
          </a:lstStyle>
          <a:p>
            <a:r>
              <a:rPr lang="de-DE" dirty="0"/>
              <a:t>Titel durch Klicken bearbeiten </a:t>
            </a:r>
            <a:endParaRPr lang="en-US" dirty="0"/>
          </a:p>
        </p:txBody>
      </p:sp>
      <p:sp>
        <p:nvSpPr>
          <p:cNvPr id="14" name="Inhaltsplatzhalter 2"/>
          <p:cNvSpPr>
            <a:spLocks noGrp="1"/>
          </p:cNvSpPr>
          <p:nvPr>
            <p:ph sz="half" idx="1"/>
          </p:nvPr>
        </p:nvSpPr>
        <p:spPr>
          <a:xfrm>
            <a:off x="3884400" y="1452600"/>
            <a:ext cx="4572000" cy="1406700"/>
          </a:xfrm>
        </p:spPr>
        <p:txBody>
          <a:bodyPr lIns="0">
            <a:noAutofit/>
          </a:bodyPr>
          <a:lstStyle>
            <a:lvl1pPr marL="358775" indent="-358775">
              <a:lnSpc>
                <a:spcPts val="3500"/>
              </a:lnSpc>
              <a:spcBef>
                <a:spcPts val="0"/>
              </a:spcBef>
              <a:buClr>
                <a:schemeClr val="bg1"/>
              </a:buClr>
              <a:buFont typeface="+mj-lt"/>
              <a:buAutoNum type="arabicPeriod"/>
              <a:defRPr sz="2400">
                <a:solidFill>
                  <a:schemeClr val="bg1"/>
                </a:solidFill>
                <a:latin typeface="Frutiger 45 light" pitchFamily="34" charset="0"/>
              </a:defRPr>
            </a:lvl1pPr>
            <a:lvl2pPr marL="0" indent="0">
              <a:buFontTx/>
              <a:buNone/>
              <a:defRPr sz="2400">
                <a:solidFill>
                  <a:schemeClr val="bg1"/>
                </a:solidFill>
                <a:latin typeface="Frutiger LT Std 57 Cn" pitchFamily="34" charset="0"/>
              </a:defRPr>
            </a:lvl2pPr>
            <a:lvl3pPr marL="0" indent="0">
              <a:buClr>
                <a:schemeClr val="bg1"/>
              </a:buClr>
              <a:buFontTx/>
              <a:buNone/>
              <a:defRPr sz="2000">
                <a:solidFill>
                  <a:schemeClr val="bg1"/>
                </a:solidFill>
                <a:latin typeface="Frutiger LT Std 57 Cn" pitchFamily="34" charset="0"/>
              </a:defRPr>
            </a:lvl3pPr>
            <a:lvl4pPr>
              <a:defRPr sz="1800">
                <a:solidFill>
                  <a:schemeClr val="bg1"/>
                </a:solidFill>
                <a:latin typeface="Frutiger LT Std 57 Cn" pitchFamily="34" charset="0"/>
              </a:defRPr>
            </a:lvl4pPr>
            <a:lvl5pPr>
              <a:defRPr sz="1800">
                <a:solidFill>
                  <a:schemeClr val="bg1"/>
                </a:solidFill>
                <a:latin typeface="Frutiger LT Std 57 Cn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dirty="0"/>
              <a:t>Textmasterformate durch Klicken bearbeiten</a:t>
            </a:r>
          </a:p>
        </p:txBody>
      </p:sp>
      <p:sp>
        <p:nvSpPr>
          <p:cNvPr id="11" name="Fußzeilenplatzhalter 5"/>
          <p:cNvSpPr>
            <a:spLocks noGrp="1"/>
          </p:cNvSpPr>
          <p:nvPr>
            <p:ph type="ftr" sz="quarter" idx="3"/>
          </p:nvPr>
        </p:nvSpPr>
        <p:spPr>
          <a:xfrm>
            <a:off x="604650" y="4968000"/>
            <a:ext cx="1872000" cy="162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bg1"/>
                </a:solidFill>
                <a:latin typeface="Frutiger LT Std 45 Light"/>
              </a:defRPr>
            </a:lvl1pPr>
          </a:lstStyle>
          <a:p>
            <a:r>
              <a:rPr lang="de-DE" kern="1000" dirty="0"/>
              <a:t>Seite </a:t>
            </a:r>
            <a:fld id="{B0EC0A60-F7A1-4071-A771-7EB6B88B79FF}" type="slidenum">
              <a:rPr lang="en-US" kern="1000" smtClean="0"/>
              <a:pPr/>
              <a:t>‹#›</a:t>
            </a:fld>
            <a:endParaRPr lang="en-US" kern="1000" dirty="0"/>
          </a:p>
        </p:txBody>
      </p:sp>
      <p:pic>
        <p:nvPicPr>
          <p:cNvPr id="13" name="Picture 5" descr="\\Ithdver-fs4\CICD_Marketing\11_360_SRH_Brandnet\02_SRH_Hochschulen\01_Designkonstanten\01_Logos\SRH_HS_HEIDELBERG\01 RZ Logo HS HD\SRH_HS_HEIDELBERG_RGB_für_PPT.jp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42811" y="3868340"/>
            <a:ext cx="3081473" cy="10861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achelor_Zwischenfoli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8"/>
          <p:cNvSpPr/>
          <p:nvPr userDrawn="1"/>
        </p:nvSpPr>
        <p:spPr>
          <a:xfrm>
            <a:off x="0" y="2732485"/>
            <a:ext cx="9144000" cy="1135856"/>
          </a:xfrm>
          <a:prstGeom prst="rect">
            <a:avLst/>
          </a:prstGeom>
          <a:solidFill>
            <a:srgbClr val="EDAB33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Rectangle 5"/>
          <p:cNvSpPr>
            <a:spLocks noChangeArrowheads="1"/>
          </p:cNvSpPr>
          <p:nvPr userDrawn="1"/>
        </p:nvSpPr>
        <p:spPr bwMode="auto">
          <a:xfrm>
            <a:off x="-11415" y="4954500"/>
            <a:ext cx="9155077" cy="189000"/>
          </a:xfrm>
          <a:prstGeom prst="rect">
            <a:avLst/>
          </a:prstGeom>
          <a:solidFill>
            <a:srgbClr val="EDAB33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6" name="Fußzeilenplatzhalter 5"/>
          <p:cNvSpPr>
            <a:spLocks noGrp="1"/>
          </p:cNvSpPr>
          <p:nvPr>
            <p:ph type="ftr" sz="quarter" idx="3"/>
          </p:nvPr>
        </p:nvSpPr>
        <p:spPr>
          <a:xfrm>
            <a:off x="604650" y="4968000"/>
            <a:ext cx="1872000" cy="162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bg1"/>
                </a:solidFill>
                <a:latin typeface="Frutiger LT Std 45 Light"/>
              </a:defRPr>
            </a:lvl1pPr>
          </a:lstStyle>
          <a:p>
            <a:r>
              <a:rPr lang="de-DE" kern="1000" dirty="0"/>
              <a:t>Seite </a:t>
            </a:r>
            <a:fld id="{B0EC0A60-F7A1-4071-A771-7EB6B88B79FF}" type="slidenum">
              <a:rPr lang="en-US" kern="1000" smtClean="0"/>
              <a:pPr/>
              <a:t>‹#›</a:t>
            </a:fld>
            <a:endParaRPr lang="en-US" kern="1000" dirty="0"/>
          </a:p>
        </p:txBody>
      </p:sp>
      <p:sp>
        <p:nvSpPr>
          <p:cNvPr id="14" name="Titel 10"/>
          <p:cNvSpPr>
            <a:spLocks noGrp="1"/>
          </p:cNvSpPr>
          <p:nvPr>
            <p:ph type="title"/>
          </p:nvPr>
        </p:nvSpPr>
        <p:spPr>
          <a:xfrm>
            <a:off x="604838" y="2755345"/>
            <a:ext cx="8164762" cy="1077515"/>
          </a:xfrm>
        </p:spPr>
        <p:txBody>
          <a:bodyPr anchor="ctr"/>
          <a:lstStyle>
            <a:lvl1pPr>
              <a:lnSpc>
                <a:spcPts val="3500"/>
              </a:lnSpc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Titelmasterformat durch Klicken bearbeiten</a:t>
            </a:r>
          </a:p>
        </p:txBody>
      </p:sp>
      <p:pic>
        <p:nvPicPr>
          <p:cNvPr id="17" name="Picture 5" descr="\\Ithdver-fs4\CICD_Marketing\11_360_SRH_Brandnet\02_SRH_Hochschulen\01_Designkonstanten\01_Logos\SRH_HS_HEIDELBERG\01 RZ Logo HS HD\SRH_HS_HEIDELBERG_RGB_für_PPT.jp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42811" y="3868340"/>
            <a:ext cx="3081473" cy="10861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Grafik 7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4341" y="0"/>
            <a:ext cx="1134133" cy="1134133"/>
          </a:xfrm>
          <a:prstGeom prst="rect">
            <a:avLst/>
          </a:prstGeom>
        </p:spPr>
      </p:pic>
      <p:pic>
        <p:nvPicPr>
          <p:cNvPr id="12" name="Grafik 11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8616" y="0"/>
            <a:ext cx="1134895" cy="1134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1360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achelor_Zwischenfolie_Ty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hteck 14"/>
          <p:cNvSpPr/>
          <p:nvPr userDrawn="1"/>
        </p:nvSpPr>
        <p:spPr>
          <a:xfrm>
            <a:off x="-11416" y="0"/>
            <a:ext cx="9155077" cy="3857283"/>
          </a:xfrm>
          <a:prstGeom prst="rect">
            <a:avLst/>
          </a:prstGeom>
          <a:solidFill>
            <a:srgbClr val="EDAB33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marL="0" algn="l" defTabSz="914400" rtl="0" eaLnBrk="1" latinLnBrk="0" hangingPunct="1"/>
            <a:endParaRPr lang="de-DE" sz="18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Rectangle 5"/>
          <p:cNvSpPr>
            <a:spLocks noChangeArrowheads="1"/>
          </p:cNvSpPr>
          <p:nvPr userDrawn="1"/>
        </p:nvSpPr>
        <p:spPr bwMode="auto">
          <a:xfrm>
            <a:off x="-11415" y="4954500"/>
            <a:ext cx="9155077" cy="189000"/>
          </a:xfrm>
          <a:prstGeom prst="rect">
            <a:avLst/>
          </a:prstGeom>
          <a:solidFill>
            <a:srgbClr val="EDAB33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2" name="Titel 1"/>
          <p:cNvSpPr>
            <a:spLocks noGrp="1"/>
          </p:cNvSpPr>
          <p:nvPr>
            <p:ph type="title" hasCustomPrompt="1"/>
          </p:nvPr>
        </p:nvSpPr>
        <p:spPr>
          <a:xfrm>
            <a:off x="3884400" y="521101"/>
            <a:ext cx="4654800" cy="742511"/>
          </a:xfrm>
          <a:prstGeom prst="rect">
            <a:avLst/>
          </a:prstGeom>
        </p:spPr>
        <p:txBody>
          <a:bodyPr lIns="0">
            <a:noAutofit/>
          </a:bodyPr>
          <a:lstStyle>
            <a:lvl1pPr>
              <a:lnSpc>
                <a:spcPts val="3500"/>
              </a:lnSpc>
              <a:defRPr sz="2400" b="0" cap="all" baseline="0">
                <a:solidFill>
                  <a:schemeClr val="bg1"/>
                </a:solidFill>
                <a:latin typeface="Frutiger 45 light" pitchFamily="34" charset="0"/>
              </a:defRPr>
            </a:lvl1pPr>
          </a:lstStyle>
          <a:p>
            <a:r>
              <a:rPr lang="de-DE" dirty="0"/>
              <a:t>Titel durch Klicken bearbeiten</a:t>
            </a:r>
            <a:endParaRPr lang="en-US" dirty="0"/>
          </a:p>
        </p:txBody>
      </p:sp>
      <p:sp>
        <p:nvSpPr>
          <p:cNvPr id="14" name="Inhaltsplatzhalter 2"/>
          <p:cNvSpPr>
            <a:spLocks noGrp="1"/>
          </p:cNvSpPr>
          <p:nvPr>
            <p:ph sz="half" idx="1"/>
          </p:nvPr>
        </p:nvSpPr>
        <p:spPr>
          <a:xfrm>
            <a:off x="3884400" y="1452600"/>
            <a:ext cx="4572000" cy="1406700"/>
          </a:xfrm>
        </p:spPr>
        <p:txBody>
          <a:bodyPr lIns="0">
            <a:noAutofit/>
          </a:bodyPr>
          <a:lstStyle>
            <a:lvl1pPr marL="358775" indent="-358775">
              <a:lnSpc>
                <a:spcPts val="3500"/>
              </a:lnSpc>
              <a:spcBef>
                <a:spcPts val="0"/>
              </a:spcBef>
              <a:buClr>
                <a:schemeClr val="bg1"/>
              </a:buClr>
              <a:buFont typeface="+mj-lt"/>
              <a:buAutoNum type="arabicPeriod"/>
              <a:defRPr sz="2400">
                <a:solidFill>
                  <a:schemeClr val="bg1"/>
                </a:solidFill>
                <a:latin typeface="Frutiger 45 light" pitchFamily="34" charset="0"/>
              </a:defRPr>
            </a:lvl1pPr>
            <a:lvl2pPr marL="0" indent="0">
              <a:buFontTx/>
              <a:buNone/>
              <a:defRPr sz="2400">
                <a:solidFill>
                  <a:schemeClr val="bg1"/>
                </a:solidFill>
                <a:latin typeface="Frutiger LT Std 57 Cn" pitchFamily="34" charset="0"/>
              </a:defRPr>
            </a:lvl2pPr>
            <a:lvl3pPr marL="0" indent="0">
              <a:buClr>
                <a:schemeClr val="bg1"/>
              </a:buClr>
              <a:buFontTx/>
              <a:buNone/>
              <a:defRPr sz="2000">
                <a:solidFill>
                  <a:schemeClr val="bg1"/>
                </a:solidFill>
                <a:latin typeface="Frutiger LT Std 57 Cn" pitchFamily="34" charset="0"/>
              </a:defRPr>
            </a:lvl3pPr>
            <a:lvl4pPr>
              <a:defRPr sz="1800">
                <a:solidFill>
                  <a:schemeClr val="bg1"/>
                </a:solidFill>
                <a:latin typeface="Frutiger LT Std 57 Cn" pitchFamily="34" charset="0"/>
              </a:defRPr>
            </a:lvl4pPr>
            <a:lvl5pPr>
              <a:defRPr sz="1800">
                <a:solidFill>
                  <a:schemeClr val="bg1"/>
                </a:solidFill>
                <a:latin typeface="Frutiger LT Std 57 Cn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dirty="0"/>
              <a:t>Textmasterformate durch Klicken bearbeiten</a:t>
            </a:r>
          </a:p>
        </p:txBody>
      </p:sp>
      <p:sp>
        <p:nvSpPr>
          <p:cNvPr id="11" name="Fußzeilenplatzhalter 5"/>
          <p:cNvSpPr>
            <a:spLocks noGrp="1"/>
          </p:cNvSpPr>
          <p:nvPr>
            <p:ph type="ftr" sz="quarter" idx="3"/>
          </p:nvPr>
        </p:nvSpPr>
        <p:spPr>
          <a:xfrm>
            <a:off x="604650" y="4968000"/>
            <a:ext cx="1872000" cy="162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bg1"/>
                </a:solidFill>
                <a:latin typeface="Frutiger LT Std 45 Light"/>
              </a:defRPr>
            </a:lvl1pPr>
          </a:lstStyle>
          <a:p>
            <a:r>
              <a:rPr lang="de-DE" kern="1000" dirty="0"/>
              <a:t>Seite </a:t>
            </a:r>
            <a:fld id="{B0EC0A60-F7A1-4071-A771-7EB6B88B79FF}" type="slidenum">
              <a:rPr lang="en-US" kern="1000" smtClean="0"/>
              <a:pPr/>
              <a:t>‹#›</a:t>
            </a:fld>
            <a:endParaRPr lang="en-US" kern="1000" dirty="0"/>
          </a:p>
        </p:txBody>
      </p:sp>
      <p:pic>
        <p:nvPicPr>
          <p:cNvPr id="13" name="Picture 5" descr="\\Ithdver-fs4\CICD_Marketing\11_360_SRH_Brandnet\02_SRH_Hochschulen\01_Designkonstanten\01_Logos\SRH_HS_HEIDELBERG\01 RZ Logo HS HD\SRH_HS_HEIDELBERG_RGB_für_PPT.jp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42811" y="3868340"/>
            <a:ext cx="3081473" cy="10861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665177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achelor_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5"/>
          <p:cNvSpPr>
            <a:spLocks noChangeArrowheads="1"/>
          </p:cNvSpPr>
          <p:nvPr userDrawn="1"/>
        </p:nvSpPr>
        <p:spPr bwMode="auto">
          <a:xfrm>
            <a:off x="-11415" y="4954500"/>
            <a:ext cx="9155077" cy="189000"/>
          </a:xfrm>
          <a:prstGeom prst="rect">
            <a:avLst/>
          </a:prstGeom>
          <a:solidFill>
            <a:srgbClr val="EDAB33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23" name="Textplatzhalter 22"/>
          <p:cNvSpPr>
            <a:spLocks noGrp="1"/>
          </p:cNvSpPr>
          <p:nvPr>
            <p:ph type="body" sz="quarter" idx="11" hasCustomPrompt="1"/>
          </p:nvPr>
        </p:nvSpPr>
        <p:spPr>
          <a:xfrm>
            <a:off x="604838" y="1378745"/>
            <a:ext cx="8069262" cy="371475"/>
          </a:xfrm>
        </p:spPr>
        <p:txBody>
          <a:bodyPr>
            <a:noAutofit/>
          </a:bodyPr>
          <a:lstStyle>
            <a:lvl1pPr marL="358775" indent="-358775">
              <a:buNone/>
              <a:defRPr sz="2400" cap="none" baseline="0">
                <a:solidFill>
                  <a:schemeClr val="tx1"/>
                </a:solidFill>
                <a:latin typeface="Frutiger 45 light" pitchFamily="34" charset="0"/>
              </a:defRPr>
            </a:lvl1pPr>
          </a:lstStyle>
          <a:p>
            <a:pPr lvl="0"/>
            <a:r>
              <a:rPr lang="de-DE" dirty="0"/>
              <a:t>Subheadline einfügen</a:t>
            </a:r>
          </a:p>
        </p:txBody>
      </p:sp>
      <p:sp>
        <p:nvSpPr>
          <p:cNvPr id="25" name="Inhaltsplatzhalter 24"/>
          <p:cNvSpPr>
            <a:spLocks noGrp="1"/>
          </p:cNvSpPr>
          <p:nvPr>
            <p:ph sz="quarter" idx="12" hasCustomPrompt="1"/>
          </p:nvPr>
        </p:nvSpPr>
        <p:spPr>
          <a:xfrm>
            <a:off x="604838" y="1878807"/>
            <a:ext cx="8081962" cy="2412206"/>
          </a:xfrm>
        </p:spPr>
        <p:txBody>
          <a:bodyPr>
            <a:noAutofit/>
          </a:bodyPr>
          <a:lstStyle>
            <a:lvl1pPr marL="342900" indent="-342900">
              <a:lnSpc>
                <a:spcPts val="2800"/>
              </a:lnSpc>
              <a:spcBef>
                <a:spcPts val="1200"/>
              </a:spcBef>
              <a:buClrTx/>
              <a:buFont typeface="Frutiger 45 light" panose="020B0500000000000000" pitchFamily="34" charset="0"/>
              <a:buChar char="&gt;"/>
              <a:defRPr sz="2000">
                <a:solidFill>
                  <a:schemeClr val="tx1"/>
                </a:solidFill>
                <a:latin typeface="Frutiger 45 light" pitchFamily="34" charset="0"/>
              </a:defRPr>
            </a:lvl1pPr>
          </a:lstStyle>
          <a:p>
            <a:pPr lvl="0"/>
            <a:r>
              <a:rPr lang="de-DE" dirty="0" err="1"/>
              <a:t>Fliesstext</a:t>
            </a:r>
            <a:r>
              <a:rPr lang="de-DE" dirty="0"/>
              <a:t> einfügen</a:t>
            </a:r>
          </a:p>
        </p:txBody>
      </p:sp>
      <p:sp>
        <p:nvSpPr>
          <p:cNvPr id="10" name="Fußzeilenplatzhalter 5"/>
          <p:cNvSpPr>
            <a:spLocks noGrp="1"/>
          </p:cNvSpPr>
          <p:nvPr>
            <p:ph type="ftr" sz="quarter" idx="3"/>
          </p:nvPr>
        </p:nvSpPr>
        <p:spPr>
          <a:xfrm>
            <a:off x="604650" y="4968000"/>
            <a:ext cx="1872000" cy="162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bg1"/>
                </a:solidFill>
                <a:latin typeface="Frutiger LT Std 45 Light"/>
              </a:defRPr>
            </a:lvl1pPr>
          </a:lstStyle>
          <a:p>
            <a:r>
              <a:rPr lang="de-DE" kern="1000" dirty="0"/>
              <a:t>Seite </a:t>
            </a:r>
            <a:fld id="{B0EC0A60-F7A1-4071-A771-7EB6B88B79FF}" type="slidenum">
              <a:rPr lang="en-US" kern="1000" smtClean="0"/>
              <a:pPr/>
              <a:t>‹#›</a:t>
            </a:fld>
            <a:endParaRPr lang="en-US" kern="1000" dirty="0"/>
          </a:p>
        </p:txBody>
      </p:sp>
      <p:sp>
        <p:nvSpPr>
          <p:cNvPr id="13" name="Titel 1"/>
          <p:cNvSpPr>
            <a:spLocks noGrp="1"/>
          </p:cNvSpPr>
          <p:nvPr>
            <p:ph type="title" hasCustomPrompt="1"/>
          </p:nvPr>
        </p:nvSpPr>
        <p:spPr>
          <a:xfrm>
            <a:off x="604838" y="464344"/>
            <a:ext cx="6545262" cy="716757"/>
          </a:xfrm>
        </p:spPr>
        <p:txBody>
          <a:bodyPr/>
          <a:lstStyle>
            <a:lvl1pPr>
              <a:defRPr sz="2400" b="0">
                <a:solidFill>
                  <a:srgbClr val="D69600"/>
                </a:solidFill>
              </a:defRPr>
            </a:lvl1pPr>
          </a:lstStyle>
          <a:p>
            <a:r>
              <a:rPr lang="de-DE" dirty="0">
                <a:latin typeface="Frutiger 45 light" pitchFamily="34" charset="0"/>
              </a:rPr>
              <a:t>Headline</a:t>
            </a:r>
            <a:br>
              <a:rPr lang="de-DE" dirty="0">
                <a:latin typeface="Frutiger 45 light" pitchFamily="34" charset="0"/>
              </a:rPr>
            </a:br>
            <a:r>
              <a:rPr lang="de-DE" dirty="0"/>
              <a:t>(immer nach unten ausrichten)</a:t>
            </a:r>
            <a:endParaRPr lang="de-DE" dirty="0">
              <a:latin typeface="Frutiger 45 light" pitchFamily="34" charset="0"/>
            </a:endParaRPr>
          </a:p>
        </p:txBody>
      </p:sp>
      <p:pic>
        <p:nvPicPr>
          <p:cNvPr id="11" name="Grafik 1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8616" y="0"/>
            <a:ext cx="1134895" cy="1134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38328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ster_Zwischenfolie_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hteck 16"/>
          <p:cNvSpPr/>
          <p:nvPr userDrawn="1"/>
        </p:nvSpPr>
        <p:spPr>
          <a:xfrm>
            <a:off x="0" y="2732485"/>
            <a:ext cx="9144000" cy="1135856"/>
          </a:xfrm>
          <a:prstGeom prst="rect">
            <a:avLst/>
          </a:prstGeom>
          <a:solidFill>
            <a:srgbClr val="2E63AC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Rectangle 5"/>
          <p:cNvSpPr>
            <a:spLocks noChangeArrowheads="1"/>
          </p:cNvSpPr>
          <p:nvPr userDrawn="1"/>
        </p:nvSpPr>
        <p:spPr bwMode="auto">
          <a:xfrm>
            <a:off x="-11415" y="4954500"/>
            <a:ext cx="9155077" cy="189000"/>
          </a:xfrm>
          <a:prstGeom prst="rect">
            <a:avLst/>
          </a:prstGeom>
          <a:solidFill>
            <a:srgbClr val="2E63A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1" name="Titel 10"/>
          <p:cNvSpPr>
            <a:spLocks noGrp="1"/>
          </p:cNvSpPr>
          <p:nvPr>
            <p:ph type="title"/>
          </p:nvPr>
        </p:nvSpPr>
        <p:spPr>
          <a:xfrm>
            <a:off x="604838" y="2755345"/>
            <a:ext cx="8164762" cy="1077515"/>
          </a:xfrm>
        </p:spPr>
        <p:txBody>
          <a:bodyPr anchor="ctr"/>
          <a:lstStyle>
            <a:lvl1pPr>
              <a:lnSpc>
                <a:spcPts val="3500"/>
              </a:lnSpc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16" name="Fußzeilenplatzhalter 5"/>
          <p:cNvSpPr>
            <a:spLocks noGrp="1"/>
          </p:cNvSpPr>
          <p:nvPr>
            <p:ph type="ftr" sz="quarter" idx="3"/>
          </p:nvPr>
        </p:nvSpPr>
        <p:spPr>
          <a:xfrm>
            <a:off x="604650" y="4968000"/>
            <a:ext cx="1872000" cy="162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bg1"/>
                </a:solidFill>
                <a:latin typeface="Frutiger LT Std 45 Light"/>
              </a:defRPr>
            </a:lvl1pPr>
          </a:lstStyle>
          <a:p>
            <a:r>
              <a:rPr lang="de-DE" kern="1000" dirty="0"/>
              <a:t>Seite </a:t>
            </a:r>
            <a:fld id="{B0EC0A60-F7A1-4071-A771-7EB6B88B79FF}" type="slidenum">
              <a:rPr lang="en-US" kern="1000" smtClean="0"/>
              <a:pPr/>
              <a:t>‹#›</a:t>
            </a:fld>
            <a:endParaRPr lang="en-US" kern="1000" dirty="0"/>
          </a:p>
        </p:txBody>
      </p:sp>
      <p:pic>
        <p:nvPicPr>
          <p:cNvPr id="13" name="Picture 5" descr="\\Ithdver-fs4\CICD_Marketing\11_360_SRH_Brandnet\02_SRH_Hochschulen\01_Designkonstanten\01_Logos\SRH_HS_HEIDELBERG\01 RZ Logo HS HD\SRH_HS_HEIDELBERG_RGB_für_PPT.jp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42811" y="3868340"/>
            <a:ext cx="3081473" cy="10861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Grafik 9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8616" y="0"/>
            <a:ext cx="1134895" cy="1134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1360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ster_Zwischenfolie_Ty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hteck 14"/>
          <p:cNvSpPr/>
          <p:nvPr userDrawn="1"/>
        </p:nvSpPr>
        <p:spPr>
          <a:xfrm>
            <a:off x="-11416" y="0"/>
            <a:ext cx="9155077" cy="3857283"/>
          </a:xfrm>
          <a:prstGeom prst="rect">
            <a:avLst/>
          </a:prstGeom>
          <a:solidFill>
            <a:srgbClr val="2E63A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marL="0" algn="l" defTabSz="914400" rtl="0" eaLnBrk="1" latinLnBrk="0" hangingPunct="1"/>
            <a:endParaRPr lang="de-DE" sz="18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Rectangle 5"/>
          <p:cNvSpPr>
            <a:spLocks noChangeArrowheads="1"/>
          </p:cNvSpPr>
          <p:nvPr userDrawn="1"/>
        </p:nvSpPr>
        <p:spPr bwMode="auto">
          <a:xfrm>
            <a:off x="-11415" y="4954500"/>
            <a:ext cx="9155077" cy="189000"/>
          </a:xfrm>
          <a:prstGeom prst="rect">
            <a:avLst/>
          </a:prstGeom>
          <a:solidFill>
            <a:srgbClr val="2E63A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2" name="Titel 1"/>
          <p:cNvSpPr>
            <a:spLocks noGrp="1"/>
          </p:cNvSpPr>
          <p:nvPr>
            <p:ph type="title" hasCustomPrompt="1"/>
          </p:nvPr>
        </p:nvSpPr>
        <p:spPr>
          <a:xfrm>
            <a:off x="3884400" y="521101"/>
            <a:ext cx="4654800" cy="742511"/>
          </a:xfrm>
          <a:prstGeom prst="rect">
            <a:avLst/>
          </a:prstGeom>
        </p:spPr>
        <p:txBody>
          <a:bodyPr lIns="0">
            <a:noAutofit/>
          </a:bodyPr>
          <a:lstStyle>
            <a:lvl1pPr>
              <a:lnSpc>
                <a:spcPts val="3500"/>
              </a:lnSpc>
              <a:defRPr sz="2400" b="0" cap="all" baseline="0">
                <a:solidFill>
                  <a:schemeClr val="bg1"/>
                </a:solidFill>
                <a:latin typeface="Frutiger 45 light" pitchFamily="34" charset="0"/>
              </a:defRPr>
            </a:lvl1pPr>
          </a:lstStyle>
          <a:p>
            <a:r>
              <a:rPr lang="de-DE" dirty="0"/>
              <a:t>Titel durch Klicken bearbeiten</a:t>
            </a:r>
            <a:endParaRPr lang="en-US" dirty="0"/>
          </a:p>
        </p:txBody>
      </p:sp>
      <p:sp>
        <p:nvSpPr>
          <p:cNvPr id="14" name="Inhaltsplatzhalter 2"/>
          <p:cNvSpPr>
            <a:spLocks noGrp="1"/>
          </p:cNvSpPr>
          <p:nvPr>
            <p:ph sz="half" idx="1"/>
          </p:nvPr>
        </p:nvSpPr>
        <p:spPr>
          <a:xfrm>
            <a:off x="3884400" y="1452600"/>
            <a:ext cx="4572000" cy="1406700"/>
          </a:xfrm>
        </p:spPr>
        <p:txBody>
          <a:bodyPr lIns="0">
            <a:noAutofit/>
          </a:bodyPr>
          <a:lstStyle>
            <a:lvl1pPr marL="358775" indent="-358775">
              <a:lnSpc>
                <a:spcPts val="3500"/>
              </a:lnSpc>
              <a:spcBef>
                <a:spcPts val="0"/>
              </a:spcBef>
              <a:buClr>
                <a:schemeClr val="bg1"/>
              </a:buClr>
              <a:buFont typeface="+mj-lt"/>
              <a:buAutoNum type="arabicPeriod"/>
              <a:defRPr sz="2400">
                <a:solidFill>
                  <a:schemeClr val="bg1"/>
                </a:solidFill>
                <a:latin typeface="Frutiger 45 light" pitchFamily="34" charset="0"/>
              </a:defRPr>
            </a:lvl1pPr>
            <a:lvl2pPr marL="0" indent="0">
              <a:buFontTx/>
              <a:buNone/>
              <a:defRPr sz="2400">
                <a:solidFill>
                  <a:schemeClr val="bg1"/>
                </a:solidFill>
                <a:latin typeface="Frutiger LT Std 57 Cn" pitchFamily="34" charset="0"/>
              </a:defRPr>
            </a:lvl2pPr>
            <a:lvl3pPr marL="0" indent="0">
              <a:buClr>
                <a:schemeClr val="bg1"/>
              </a:buClr>
              <a:buFontTx/>
              <a:buNone/>
              <a:defRPr sz="2000">
                <a:solidFill>
                  <a:schemeClr val="bg1"/>
                </a:solidFill>
                <a:latin typeface="Frutiger LT Std 57 Cn" pitchFamily="34" charset="0"/>
              </a:defRPr>
            </a:lvl3pPr>
            <a:lvl4pPr>
              <a:defRPr sz="1800">
                <a:solidFill>
                  <a:schemeClr val="bg1"/>
                </a:solidFill>
                <a:latin typeface="Frutiger LT Std 57 Cn" pitchFamily="34" charset="0"/>
              </a:defRPr>
            </a:lvl4pPr>
            <a:lvl5pPr>
              <a:defRPr sz="1800">
                <a:solidFill>
                  <a:schemeClr val="bg1"/>
                </a:solidFill>
                <a:latin typeface="Frutiger LT Std 57 Cn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dirty="0"/>
              <a:t>Textmasterformate durch Klicken bearbeiten</a:t>
            </a:r>
          </a:p>
        </p:txBody>
      </p:sp>
      <p:sp>
        <p:nvSpPr>
          <p:cNvPr id="11" name="Fußzeilenplatzhalter 5"/>
          <p:cNvSpPr>
            <a:spLocks noGrp="1"/>
          </p:cNvSpPr>
          <p:nvPr>
            <p:ph type="ftr" sz="quarter" idx="3"/>
          </p:nvPr>
        </p:nvSpPr>
        <p:spPr>
          <a:xfrm>
            <a:off x="604650" y="4968000"/>
            <a:ext cx="1872000" cy="162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bg1"/>
                </a:solidFill>
                <a:latin typeface="Frutiger LT Std 45 Light"/>
              </a:defRPr>
            </a:lvl1pPr>
          </a:lstStyle>
          <a:p>
            <a:r>
              <a:rPr lang="de-DE" kern="1000" dirty="0"/>
              <a:t>Seite </a:t>
            </a:r>
            <a:fld id="{B0EC0A60-F7A1-4071-A771-7EB6B88B79FF}" type="slidenum">
              <a:rPr lang="en-US" kern="1000" smtClean="0"/>
              <a:pPr/>
              <a:t>‹#›</a:t>
            </a:fld>
            <a:endParaRPr lang="en-US" kern="1000" dirty="0"/>
          </a:p>
        </p:txBody>
      </p:sp>
      <p:pic>
        <p:nvPicPr>
          <p:cNvPr id="13" name="Picture 5" descr="\\Ithdver-fs4\CICD_Marketing\11_360_SRH_Brandnet\02_SRH_Hochschulen\01_Designkonstanten\01_Logos\SRH_HS_HEIDELBERG\01 RZ Logo HS HD\SRH_HS_HEIDELBERG_RGB_für_PPT.jp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42811" y="3868340"/>
            <a:ext cx="3081473" cy="10861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665177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Master_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5"/>
          <p:cNvSpPr>
            <a:spLocks noChangeArrowheads="1"/>
          </p:cNvSpPr>
          <p:nvPr userDrawn="1"/>
        </p:nvSpPr>
        <p:spPr bwMode="auto">
          <a:xfrm>
            <a:off x="-11415" y="4954500"/>
            <a:ext cx="9155077" cy="189000"/>
          </a:xfrm>
          <a:prstGeom prst="rect">
            <a:avLst/>
          </a:prstGeom>
          <a:solidFill>
            <a:srgbClr val="2E63A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23" name="Textplatzhalter 22"/>
          <p:cNvSpPr>
            <a:spLocks noGrp="1"/>
          </p:cNvSpPr>
          <p:nvPr>
            <p:ph type="body" sz="quarter" idx="11" hasCustomPrompt="1"/>
          </p:nvPr>
        </p:nvSpPr>
        <p:spPr>
          <a:xfrm>
            <a:off x="604838" y="1378745"/>
            <a:ext cx="8069262" cy="371475"/>
          </a:xfrm>
        </p:spPr>
        <p:txBody>
          <a:bodyPr>
            <a:noAutofit/>
          </a:bodyPr>
          <a:lstStyle>
            <a:lvl1pPr marL="358775" indent="-358775">
              <a:buNone/>
              <a:defRPr sz="2400" cap="none" baseline="0">
                <a:solidFill>
                  <a:schemeClr val="tx1"/>
                </a:solidFill>
                <a:latin typeface="Frutiger 45 light" pitchFamily="34" charset="0"/>
              </a:defRPr>
            </a:lvl1pPr>
          </a:lstStyle>
          <a:p>
            <a:pPr lvl="0"/>
            <a:r>
              <a:rPr lang="de-DE" dirty="0"/>
              <a:t>Subheadline einfügen</a:t>
            </a:r>
          </a:p>
        </p:txBody>
      </p:sp>
      <p:sp>
        <p:nvSpPr>
          <p:cNvPr id="25" name="Inhaltsplatzhalter 24"/>
          <p:cNvSpPr>
            <a:spLocks noGrp="1"/>
          </p:cNvSpPr>
          <p:nvPr>
            <p:ph sz="quarter" idx="12" hasCustomPrompt="1"/>
          </p:nvPr>
        </p:nvSpPr>
        <p:spPr>
          <a:xfrm>
            <a:off x="604838" y="1878807"/>
            <a:ext cx="8081962" cy="2412206"/>
          </a:xfrm>
        </p:spPr>
        <p:txBody>
          <a:bodyPr>
            <a:noAutofit/>
          </a:bodyPr>
          <a:lstStyle>
            <a:lvl1pPr marL="342900" indent="-342900">
              <a:lnSpc>
                <a:spcPts val="2800"/>
              </a:lnSpc>
              <a:spcBef>
                <a:spcPts val="1200"/>
              </a:spcBef>
              <a:buClrTx/>
              <a:buFont typeface="Frutiger 45 light" panose="020B0500000000000000" pitchFamily="34" charset="0"/>
              <a:buChar char="&gt;"/>
              <a:defRPr sz="2000">
                <a:solidFill>
                  <a:schemeClr val="tx1"/>
                </a:solidFill>
                <a:latin typeface="Frutiger 45 light" pitchFamily="34" charset="0"/>
              </a:defRPr>
            </a:lvl1pPr>
          </a:lstStyle>
          <a:p>
            <a:pPr lvl="0"/>
            <a:r>
              <a:rPr lang="de-DE" dirty="0" err="1"/>
              <a:t>Fliesstext</a:t>
            </a:r>
            <a:r>
              <a:rPr lang="de-DE" dirty="0"/>
              <a:t> einfügen</a:t>
            </a:r>
          </a:p>
        </p:txBody>
      </p:sp>
      <p:sp>
        <p:nvSpPr>
          <p:cNvPr id="10" name="Fußzeilenplatzhalter 5"/>
          <p:cNvSpPr>
            <a:spLocks noGrp="1"/>
          </p:cNvSpPr>
          <p:nvPr>
            <p:ph type="ftr" sz="quarter" idx="3"/>
          </p:nvPr>
        </p:nvSpPr>
        <p:spPr>
          <a:xfrm>
            <a:off x="604650" y="4968000"/>
            <a:ext cx="1872000" cy="162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bg1"/>
                </a:solidFill>
                <a:latin typeface="Frutiger LT Std 45 Light"/>
              </a:defRPr>
            </a:lvl1pPr>
          </a:lstStyle>
          <a:p>
            <a:r>
              <a:rPr lang="de-DE" kern="1000" dirty="0"/>
              <a:t>Seite </a:t>
            </a:r>
            <a:fld id="{B0EC0A60-F7A1-4071-A771-7EB6B88B79FF}" type="slidenum">
              <a:rPr lang="en-US" kern="1000" smtClean="0"/>
              <a:pPr/>
              <a:t>‹#›</a:t>
            </a:fld>
            <a:endParaRPr lang="en-US" kern="1000" dirty="0"/>
          </a:p>
        </p:txBody>
      </p:sp>
      <p:sp>
        <p:nvSpPr>
          <p:cNvPr id="13" name="Titel 1"/>
          <p:cNvSpPr>
            <a:spLocks noGrp="1"/>
          </p:cNvSpPr>
          <p:nvPr>
            <p:ph type="title" hasCustomPrompt="1"/>
          </p:nvPr>
        </p:nvSpPr>
        <p:spPr>
          <a:xfrm>
            <a:off x="604838" y="464344"/>
            <a:ext cx="6545262" cy="716757"/>
          </a:xfrm>
        </p:spPr>
        <p:txBody>
          <a:bodyPr/>
          <a:lstStyle>
            <a:lvl1pPr>
              <a:defRPr sz="2400" b="0">
                <a:solidFill>
                  <a:srgbClr val="2E63AC"/>
                </a:solidFill>
              </a:defRPr>
            </a:lvl1pPr>
          </a:lstStyle>
          <a:p>
            <a:r>
              <a:rPr lang="de-DE" dirty="0">
                <a:latin typeface="Frutiger 45 light" pitchFamily="34" charset="0"/>
              </a:rPr>
              <a:t>Headline</a:t>
            </a:r>
            <a:br>
              <a:rPr lang="de-DE" dirty="0">
                <a:latin typeface="Frutiger 45 light" pitchFamily="34" charset="0"/>
              </a:rPr>
            </a:br>
            <a:r>
              <a:rPr lang="de-DE" dirty="0"/>
              <a:t>(immer nach unten ausrichten)</a:t>
            </a:r>
            <a:endParaRPr lang="de-DE" dirty="0">
              <a:latin typeface="Frutiger 45 light" pitchFamily="34" charset="0"/>
            </a:endParaRPr>
          </a:p>
        </p:txBody>
      </p:sp>
      <p:pic>
        <p:nvPicPr>
          <p:cNvPr id="11" name="Grafik 1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8616" y="0"/>
            <a:ext cx="1134895" cy="1134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38328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luss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hteck 12"/>
          <p:cNvSpPr/>
          <p:nvPr userDrawn="1"/>
        </p:nvSpPr>
        <p:spPr>
          <a:xfrm>
            <a:off x="0" y="-7145"/>
            <a:ext cx="9144000" cy="3864428"/>
          </a:xfrm>
          <a:prstGeom prst="rect">
            <a:avLst/>
          </a:prstGeom>
          <a:solidFill>
            <a:srgbClr val="86A315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marL="0" algn="l" defTabSz="914400" rtl="0" eaLnBrk="1" latinLnBrk="0" hangingPunct="1"/>
            <a:endParaRPr lang="de-DE" sz="18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7" name="Rectangle 5"/>
          <p:cNvSpPr>
            <a:spLocks noChangeArrowheads="1"/>
          </p:cNvSpPr>
          <p:nvPr userDrawn="1"/>
        </p:nvSpPr>
        <p:spPr bwMode="auto">
          <a:xfrm>
            <a:off x="-11415" y="4954500"/>
            <a:ext cx="9155077" cy="189000"/>
          </a:xfrm>
          <a:prstGeom prst="rect">
            <a:avLst/>
          </a:prstGeom>
          <a:solidFill>
            <a:srgbClr val="86A315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0" name="Inhaltsplatzhalter 2"/>
          <p:cNvSpPr>
            <a:spLocks noGrp="1"/>
          </p:cNvSpPr>
          <p:nvPr>
            <p:ph sz="half" idx="1" hasCustomPrompt="1"/>
          </p:nvPr>
        </p:nvSpPr>
        <p:spPr>
          <a:xfrm>
            <a:off x="1" y="1659163"/>
            <a:ext cx="9144000" cy="2056275"/>
          </a:xfrm>
        </p:spPr>
        <p:txBody>
          <a:bodyPr lIns="0">
            <a:noAutofit/>
          </a:bodyPr>
          <a:lstStyle>
            <a:lvl1pPr marL="0" indent="0" algn="ctr">
              <a:buClr>
                <a:schemeClr val="bg1"/>
              </a:buClr>
              <a:buFontTx/>
              <a:buNone/>
              <a:defRPr sz="2800" cap="all" baseline="0">
                <a:solidFill>
                  <a:schemeClr val="bg1"/>
                </a:solidFill>
                <a:latin typeface="Frutiger 45 light" pitchFamily="34" charset="0"/>
              </a:defRPr>
            </a:lvl1pPr>
            <a:lvl2pPr marL="0" indent="0">
              <a:buFontTx/>
              <a:buNone/>
              <a:defRPr sz="2400">
                <a:solidFill>
                  <a:schemeClr val="bg1"/>
                </a:solidFill>
                <a:latin typeface="Frutiger LT Std 57 Cn" pitchFamily="34" charset="0"/>
              </a:defRPr>
            </a:lvl2pPr>
            <a:lvl3pPr marL="0" indent="0">
              <a:buClr>
                <a:schemeClr val="bg1"/>
              </a:buClr>
              <a:buFontTx/>
              <a:buNone/>
              <a:defRPr sz="2000">
                <a:solidFill>
                  <a:schemeClr val="bg1"/>
                </a:solidFill>
                <a:latin typeface="Frutiger LT Std 57 Cn" pitchFamily="34" charset="0"/>
              </a:defRPr>
            </a:lvl3pPr>
            <a:lvl4pPr>
              <a:defRPr sz="1800">
                <a:solidFill>
                  <a:schemeClr val="bg1"/>
                </a:solidFill>
                <a:latin typeface="Frutiger LT Std 57 Cn" pitchFamily="34" charset="0"/>
              </a:defRPr>
            </a:lvl4pPr>
            <a:lvl5pPr>
              <a:defRPr sz="1800">
                <a:solidFill>
                  <a:schemeClr val="bg1"/>
                </a:solidFill>
                <a:latin typeface="Frutiger LT Std 57 Cn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dirty="0"/>
              <a:t>Textmasterformate durch </a:t>
            </a:r>
            <a:br>
              <a:rPr lang="de-DE" dirty="0"/>
            </a:br>
            <a:r>
              <a:rPr lang="de-DE" dirty="0"/>
              <a:t>Klicken bearbeiten</a:t>
            </a:r>
          </a:p>
        </p:txBody>
      </p:sp>
      <p:sp>
        <p:nvSpPr>
          <p:cNvPr id="11" name="Fußzeilenplatzhalter 5"/>
          <p:cNvSpPr>
            <a:spLocks noGrp="1"/>
          </p:cNvSpPr>
          <p:nvPr>
            <p:ph type="ftr" sz="quarter" idx="3"/>
          </p:nvPr>
        </p:nvSpPr>
        <p:spPr>
          <a:xfrm>
            <a:off x="604650" y="4968000"/>
            <a:ext cx="1872000" cy="162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bg1"/>
                </a:solidFill>
                <a:latin typeface="Frutiger LT Std 45 Light"/>
              </a:defRPr>
            </a:lvl1pPr>
          </a:lstStyle>
          <a:p>
            <a:r>
              <a:rPr lang="de-DE" kern="1000" dirty="0"/>
              <a:t>Seite </a:t>
            </a:r>
            <a:fld id="{B0EC0A60-F7A1-4071-A771-7EB6B88B79FF}" type="slidenum">
              <a:rPr lang="en-US" kern="1000" smtClean="0"/>
              <a:pPr/>
              <a:t>‹#›</a:t>
            </a:fld>
            <a:endParaRPr lang="en-US" kern="1000" dirty="0"/>
          </a:p>
        </p:txBody>
      </p:sp>
      <p:pic>
        <p:nvPicPr>
          <p:cNvPr id="12" name="Picture 5" descr="\\Ithdver-fs4\CICD_Marketing\11_360_SRH_Brandnet\02_SRH_Hochschulen\01_Designkonstanten\01_Logos\SRH_HS_HEIDELBERG\01 RZ Logo HS HD\SRH_HS_HEIDELBERG_RGB_für_PPT.jp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42811" y="3868340"/>
            <a:ext cx="3081473" cy="10861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Logo Farb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Bildplatzhalter 67">
            <a:extLst>
              <a:ext uri="{FF2B5EF4-FFF2-40B4-BE49-F238E27FC236}">
                <a16:creationId xmlns:a16="http://schemas.microsoft.com/office/drawing/2014/main" id="{C0838F9B-9AC4-4B9F-B75C-3598A1CE3405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0" y="0"/>
            <a:ext cx="9144000" cy="5143500"/>
          </a:xfrm>
          <a:solidFill>
            <a:schemeClr val="accent1">
              <a:lumMod val="20000"/>
              <a:lumOff val="80000"/>
            </a:schemeClr>
          </a:solidFill>
        </p:spPr>
        <p:txBody>
          <a:bodyPr/>
          <a:lstStyle/>
          <a:p>
            <a:endParaRPr lang="de-DE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F888B086-C83B-42E9-9F00-760DD26801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2626" y="3192212"/>
            <a:ext cx="5550768" cy="786082"/>
          </a:xfr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de-DE" dirty="0"/>
              <a:t>Master-Untertitelformat bearbeiten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153482C-77B3-40C5-ADC7-6EF2A1FA5A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2626" y="809425"/>
            <a:ext cx="5550768" cy="2263737"/>
          </a:xfrm>
        </p:spPr>
        <p:txBody>
          <a:bodyPr lIns="0" tIns="0" rIns="0" bIns="0" anchor="b"/>
          <a:lstStyle>
            <a:lvl1pPr algn="l">
              <a:defRPr sz="300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D8668922-7D09-4DBB-8A0A-0493EE73B4D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239616" y="466608"/>
            <a:ext cx="1489472" cy="415135"/>
          </a:xfrm>
        </p:spPr>
        <p:txBody>
          <a:bodyPr/>
          <a:lstStyle>
            <a:lvl1pPr>
              <a:lnSpc>
                <a:spcPct val="94000"/>
              </a:lnSpc>
              <a:spcBef>
                <a:spcPts val="0"/>
              </a:spcBef>
              <a:defRPr sz="1163" b="1">
                <a:solidFill>
                  <a:schemeClr val="bg1"/>
                </a:solidFill>
              </a:defRPr>
            </a:lvl1pPr>
            <a:lvl2pPr marL="0" indent="0">
              <a:lnSpc>
                <a:spcPct val="94000"/>
              </a:lnSpc>
              <a:spcBef>
                <a:spcPts val="0"/>
              </a:spcBef>
              <a:buNone/>
              <a:defRPr sz="1163" b="1">
                <a:solidFill>
                  <a:schemeClr val="bg1"/>
                </a:solidFill>
              </a:defRPr>
            </a:lvl2pPr>
            <a:lvl3pPr marL="0" indent="0">
              <a:lnSpc>
                <a:spcPct val="94000"/>
              </a:lnSpc>
              <a:buNone/>
              <a:defRPr sz="1163" b="1">
                <a:solidFill>
                  <a:schemeClr val="bg1"/>
                </a:solidFill>
              </a:defRPr>
            </a:lvl3pPr>
            <a:lvl4pPr>
              <a:lnSpc>
                <a:spcPct val="94000"/>
              </a:lnSpc>
              <a:spcBef>
                <a:spcPts val="0"/>
              </a:spcBef>
              <a:defRPr sz="1163" b="1">
                <a:solidFill>
                  <a:schemeClr val="bg1"/>
                </a:solidFill>
              </a:defRPr>
            </a:lvl4pPr>
            <a:lvl5pPr>
              <a:lnSpc>
                <a:spcPct val="94000"/>
              </a:lnSpc>
              <a:spcBef>
                <a:spcPts val="0"/>
              </a:spcBef>
              <a:defRPr sz="1163" b="1">
                <a:solidFill>
                  <a:schemeClr val="bg1"/>
                </a:solidFill>
              </a:defRPr>
            </a:lvl5pPr>
            <a:lvl6pPr>
              <a:lnSpc>
                <a:spcPct val="94000"/>
              </a:lnSpc>
              <a:spcBef>
                <a:spcPts val="0"/>
              </a:spcBef>
              <a:defRPr sz="1163">
                <a:solidFill>
                  <a:schemeClr val="bg1"/>
                </a:solidFill>
              </a:defRPr>
            </a:lvl6pPr>
            <a:lvl7pPr>
              <a:lnSpc>
                <a:spcPct val="94000"/>
              </a:lnSpc>
              <a:spcBef>
                <a:spcPts val="0"/>
              </a:spcBef>
              <a:defRPr sz="1163">
                <a:solidFill>
                  <a:schemeClr val="bg1"/>
                </a:solidFill>
                <a:latin typeface="+mn-lt"/>
              </a:defRPr>
            </a:lvl7pPr>
            <a:lvl8pPr>
              <a:lnSpc>
                <a:spcPct val="94000"/>
              </a:lnSpc>
              <a:spcBef>
                <a:spcPts val="0"/>
              </a:spcBef>
              <a:defRPr sz="1163">
                <a:solidFill>
                  <a:schemeClr val="bg1"/>
                </a:solidFill>
                <a:latin typeface="+mn-lt"/>
              </a:defRPr>
            </a:lvl8pPr>
            <a:lvl9pPr>
              <a:lnSpc>
                <a:spcPct val="94000"/>
              </a:lnSpc>
              <a:spcBef>
                <a:spcPts val="0"/>
              </a:spcBef>
              <a:defRPr sz="1163" b="1">
                <a:solidFill>
                  <a:schemeClr val="bg1"/>
                </a:solidFill>
              </a:defRPr>
            </a:lvl9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959529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Logo weiß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Bildplatzhalter 67">
            <a:extLst>
              <a:ext uri="{FF2B5EF4-FFF2-40B4-BE49-F238E27FC236}">
                <a16:creationId xmlns:a16="http://schemas.microsoft.com/office/drawing/2014/main" id="{C0838F9B-9AC4-4B9F-B75C-3598A1CE3405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0" y="0"/>
            <a:ext cx="9144000" cy="5143500"/>
          </a:xfrm>
          <a:solidFill>
            <a:schemeClr val="accent1">
              <a:lumMod val="20000"/>
              <a:lumOff val="80000"/>
            </a:schemeClr>
          </a:solidFill>
        </p:spPr>
        <p:txBody>
          <a:bodyPr/>
          <a:lstStyle/>
          <a:p>
            <a:endParaRPr lang="de-DE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F888B086-C83B-42E9-9F00-760DD26801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2626" y="3192212"/>
            <a:ext cx="5550768" cy="786082"/>
          </a:xfr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de-DE" dirty="0"/>
              <a:t>Master-Untertitelformat bearbeiten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153482C-77B3-40C5-ADC7-6EF2A1FA5A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2626" y="809425"/>
            <a:ext cx="5550768" cy="2263737"/>
          </a:xfrm>
        </p:spPr>
        <p:txBody>
          <a:bodyPr lIns="0" tIns="0" rIns="0" bIns="0" anchor="b"/>
          <a:lstStyle>
            <a:lvl1pPr algn="l">
              <a:defRPr sz="300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D8668922-7D09-4DBB-8A0A-0493EE73B4D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239616" y="466608"/>
            <a:ext cx="1489472" cy="415135"/>
          </a:xfrm>
        </p:spPr>
        <p:txBody>
          <a:bodyPr/>
          <a:lstStyle>
            <a:lvl1pPr>
              <a:lnSpc>
                <a:spcPct val="94000"/>
              </a:lnSpc>
              <a:spcBef>
                <a:spcPts val="0"/>
              </a:spcBef>
              <a:defRPr sz="1163" b="1">
                <a:solidFill>
                  <a:schemeClr val="bg1"/>
                </a:solidFill>
              </a:defRPr>
            </a:lvl1pPr>
            <a:lvl2pPr marL="0" indent="0">
              <a:lnSpc>
                <a:spcPct val="94000"/>
              </a:lnSpc>
              <a:spcBef>
                <a:spcPts val="0"/>
              </a:spcBef>
              <a:buNone/>
              <a:defRPr sz="1163" b="1">
                <a:solidFill>
                  <a:schemeClr val="bg1"/>
                </a:solidFill>
              </a:defRPr>
            </a:lvl2pPr>
            <a:lvl3pPr marL="0" indent="0">
              <a:lnSpc>
                <a:spcPct val="94000"/>
              </a:lnSpc>
              <a:buNone/>
              <a:defRPr sz="1163" b="1">
                <a:solidFill>
                  <a:schemeClr val="bg1"/>
                </a:solidFill>
              </a:defRPr>
            </a:lvl3pPr>
            <a:lvl4pPr>
              <a:lnSpc>
                <a:spcPct val="94000"/>
              </a:lnSpc>
              <a:spcBef>
                <a:spcPts val="0"/>
              </a:spcBef>
              <a:defRPr sz="1163" b="1">
                <a:solidFill>
                  <a:schemeClr val="bg1"/>
                </a:solidFill>
              </a:defRPr>
            </a:lvl4pPr>
            <a:lvl5pPr>
              <a:lnSpc>
                <a:spcPct val="94000"/>
              </a:lnSpc>
              <a:spcBef>
                <a:spcPts val="0"/>
              </a:spcBef>
              <a:defRPr sz="1163" b="1">
                <a:solidFill>
                  <a:schemeClr val="bg1"/>
                </a:solidFill>
              </a:defRPr>
            </a:lvl5pPr>
            <a:lvl6pPr>
              <a:lnSpc>
                <a:spcPct val="94000"/>
              </a:lnSpc>
              <a:spcBef>
                <a:spcPts val="0"/>
              </a:spcBef>
              <a:defRPr sz="1163">
                <a:solidFill>
                  <a:schemeClr val="bg1"/>
                </a:solidFill>
              </a:defRPr>
            </a:lvl6pPr>
            <a:lvl7pPr>
              <a:lnSpc>
                <a:spcPct val="94000"/>
              </a:lnSpc>
              <a:spcBef>
                <a:spcPts val="0"/>
              </a:spcBef>
              <a:defRPr sz="1163">
                <a:solidFill>
                  <a:schemeClr val="bg1"/>
                </a:solidFill>
                <a:latin typeface="+mn-lt"/>
              </a:defRPr>
            </a:lvl7pPr>
            <a:lvl8pPr>
              <a:lnSpc>
                <a:spcPct val="94000"/>
              </a:lnSpc>
              <a:spcBef>
                <a:spcPts val="0"/>
              </a:spcBef>
              <a:defRPr sz="1163">
                <a:solidFill>
                  <a:schemeClr val="bg1"/>
                </a:solidFill>
                <a:latin typeface="+mn-lt"/>
              </a:defRPr>
            </a:lvl8pPr>
            <a:lvl9pPr>
              <a:lnSpc>
                <a:spcPct val="94000"/>
              </a:lnSpc>
              <a:spcBef>
                <a:spcPts val="0"/>
              </a:spcBef>
              <a:defRPr sz="1163" b="1">
                <a:solidFill>
                  <a:schemeClr val="bg1"/>
                </a:solidFill>
              </a:defRPr>
            </a:lvl9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8" name="srh Logo">
            <a:extLst>
              <a:ext uri="{FF2B5EF4-FFF2-40B4-BE49-F238E27FC236}">
                <a16:creationId xmlns:a16="http://schemas.microsoft.com/office/drawing/2014/main" id="{E2C8FFD0-489D-45A2-BC98-F4AC2B86D4D2}"/>
              </a:ext>
            </a:extLst>
          </p:cNvPr>
          <p:cNvSpPr>
            <a:spLocks noGrp="1"/>
          </p:cNvSpPr>
          <p:nvPr>
            <p:ph type="dgm" sz="quarter" idx="16"/>
          </p:nvPr>
        </p:nvSpPr>
        <p:spPr>
          <a:xfrm>
            <a:off x="472501" y="343564"/>
            <a:ext cx="711251" cy="550361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00">
                <a:noFill/>
              </a:defRPr>
            </a:lvl1pPr>
          </a:lstStyle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931425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lieder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Logo-Fragment">
            <a:extLst>
              <a:ext uri="{FF2B5EF4-FFF2-40B4-BE49-F238E27FC236}">
                <a16:creationId xmlns:a16="http://schemas.microsoft.com/office/drawing/2014/main" id="{4E1C69AA-DE75-47AF-A9EE-1D16FC11535A}"/>
              </a:ext>
            </a:extLst>
          </p:cNvPr>
          <p:cNvSpPr/>
          <p:nvPr userDrawn="1"/>
        </p:nvSpPr>
        <p:spPr>
          <a:xfrm>
            <a:off x="6152091" y="2101529"/>
            <a:ext cx="2991910" cy="3041972"/>
          </a:xfrm>
          <a:custGeom>
            <a:avLst/>
            <a:gdLst>
              <a:gd name="connsiteX0" fmla="*/ 3989213 w 3989213"/>
              <a:gd name="connsiteY0" fmla="*/ 0 h 4055962"/>
              <a:gd name="connsiteX1" fmla="*/ 3989213 w 3989213"/>
              <a:gd name="connsiteY1" fmla="*/ 2389338 h 4055962"/>
              <a:gd name="connsiteX2" fmla="*/ 3858525 w 3989213"/>
              <a:gd name="connsiteY2" fmla="*/ 2411278 h 4055962"/>
              <a:gd name="connsiteX3" fmla="*/ 2529280 w 3989213"/>
              <a:gd name="connsiteY3" fmla="*/ 3871987 h 4055962"/>
              <a:gd name="connsiteX4" fmla="*/ 2507974 w 3989213"/>
              <a:gd name="connsiteY4" fmla="*/ 4055962 h 4055962"/>
              <a:gd name="connsiteX5" fmla="*/ 0 w 3989213"/>
              <a:gd name="connsiteY5" fmla="*/ 4055962 h 4055962"/>
              <a:gd name="connsiteX6" fmla="*/ 22942 w 3989213"/>
              <a:gd name="connsiteY6" fmla="*/ 3789041 h 4055962"/>
              <a:gd name="connsiteX7" fmla="*/ 3885074 w 3989213"/>
              <a:gd name="connsiteY7" fmla="*/ 4662 h 4055962"/>
              <a:gd name="connsiteX8" fmla="*/ 3957883 w 3989213"/>
              <a:gd name="connsiteY8" fmla="*/ 933 h 4055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89213" h="4055962">
                <a:moveTo>
                  <a:pt x="3989213" y="0"/>
                </a:moveTo>
                <a:lnTo>
                  <a:pt x="3989213" y="2389338"/>
                </a:lnTo>
                <a:lnTo>
                  <a:pt x="3858525" y="2411278"/>
                </a:lnTo>
                <a:cubicBezTo>
                  <a:pt x="2993398" y="2575443"/>
                  <a:pt x="2647939" y="3036171"/>
                  <a:pt x="2529280" y="3871987"/>
                </a:cubicBezTo>
                <a:lnTo>
                  <a:pt x="2507974" y="4055962"/>
                </a:lnTo>
                <a:lnTo>
                  <a:pt x="0" y="4055962"/>
                </a:lnTo>
                <a:lnTo>
                  <a:pt x="22942" y="3789041"/>
                </a:lnTo>
                <a:cubicBezTo>
                  <a:pt x="290736" y="1521935"/>
                  <a:pt x="1510333" y="126899"/>
                  <a:pt x="3885074" y="4662"/>
                </a:cubicBezTo>
                <a:cubicBezTo>
                  <a:pt x="3906982" y="3233"/>
                  <a:pt x="3931449" y="1983"/>
                  <a:pt x="3957883" y="933"/>
                </a:cubicBez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de-DE" sz="135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6CB8D8A-0190-4905-BE9D-E7A8085E0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B144D-941B-4DFC-AF5F-0416193D12EC}" type="slidenum">
              <a:rPr lang="de-DE" smtClean="0"/>
              <a:t>‹#›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7B713B8-12EB-4C04-9B73-0F40C27848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SRH Unternehmen  –  Max Mustermann</a:t>
            </a:r>
            <a:endParaRPr lang="de-DE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E1A042D-D00A-488B-B800-3BB1279684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00.00.2020</a:t>
            </a:r>
          </a:p>
        </p:txBody>
      </p:sp>
      <p:sp>
        <p:nvSpPr>
          <p:cNvPr id="90" name="Thema 10">
            <a:extLst>
              <a:ext uri="{FF2B5EF4-FFF2-40B4-BE49-F238E27FC236}">
                <a16:creationId xmlns:a16="http://schemas.microsoft.com/office/drawing/2014/main" id="{CC6F2213-38FE-4FAE-8DAA-719F27FB208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080098" y="3640688"/>
            <a:ext cx="3790019" cy="525482"/>
          </a:xfrm>
        </p:spPr>
        <p:txBody>
          <a:bodyPr/>
          <a:lstStyle>
            <a:lvl1pPr>
              <a:lnSpc>
                <a:spcPct val="94000"/>
              </a:lnSpc>
              <a:spcBef>
                <a:spcPts val="0"/>
              </a:spcBef>
              <a:tabLst/>
              <a:defRPr sz="1500" b="1">
                <a:solidFill>
                  <a:schemeClr val="accent1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1pPr>
            <a:lvl2pPr marL="0" indent="0">
              <a:lnSpc>
                <a:spcPct val="94000"/>
              </a:lnSpc>
              <a:spcBef>
                <a:spcPts val="0"/>
              </a:spcBef>
              <a:buNone/>
              <a:tabLst/>
              <a:defRPr sz="1500" b="0">
                <a:solidFill>
                  <a:schemeClr val="tx1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2pPr>
            <a:lvl3pPr marL="0" indent="0">
              <a:lnSpc>
                <a:spcPct val="94000"/>
              </a:lnSpc>
              <a:buNone/>
              <a:tabLst>
                <a:tab pos="351000" algn="l"/>
              </a:tabLst>
              <a:defRPr sz="1500" b="1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351000" algn="l"/>
              </a:tabLst>
              <a:defRPr sz="1500" b="1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351000" algn="l"/>
              </a:tabLst>
              <a:defRPr sz="1500" b="1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351000" algn="l"/>
              </a:tabLst>
              <a:defRPr sz="1500" b="1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351000" algn="l"/>
              </a:tabLst>
              <a:defRPr sz="1500" b="1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351000" algn="l"/>
              </a:tabLst>
              <a:defRPr sz="1500" b="1">
                <a:solidFill>
                  <a:schemeClr val="tx1"/>
                </a:solidFill>
                <a:latin typeface="+mn-lt"/>
              </a:defRPr>
            </a:lvl8pPr>
            <a:lvl9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351000" algn="l"/>
              </a:tabLst>
              <a:defRPr sz="1500" b="1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de-DE"/>
              <a:t>Thema</a:t>
            </a:r>
          </a:p>
          <a:p>
            <a:pPr lvl="1"/>
            <a:r>
              <a:rPr lang="de-DE"/>
              <a:t>Beschreibung</a:t>
            </a:r>
          </a:p>
        </p:txBody>
      </p:sp>
      <p:sp>
        <p:nvSpPr>
          <p:cNvPr id="91" name="Zahl Thema 10">
            <a:extLst>
              <a:ext uri="{FF2B5EF4-FFF2-40B4-BE49-F238E27FC236}">
                <a16:creationId xmlns:a16="http://schemas.microsoft.com/office/drawing/2014/main" id="{1E5FEF8A-F472-4107-8E27-82DD9F98DE8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707000" y="3640688"/>
            <a:ext cx="319203" cy="525482"/>
          </a:xfrm>
        </p:spPr>
        <p:txBody>
          <a:bodyPr/>
          <a:lstStyle>
            <a:lvl1pPr>
              <a:lnSpc>
                <a:spcPct val="94000"/>
              </a:lnSpc>
              <a:spcBef>
                <a:spcPts val="0"/>
              </a:spcBef>
              <a:tabLst/>
              <a:defRPr sz="1500" b="1">
                <a:solidFill>
                  <a:schemeClr val="accent1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1pPr>
            <a:lvl2pPr marL="0" indent="0">
              <a:lnSpc>
                <a:spcPct val="94000"/>
              </a:lnSpc>
              <a:spcBef>
                <a:spcPts val="0"/>
              </a:spcBef>
              <a:buNone/>
              <a:tabLst/>
              <a:defRPr sz="1500" b="1">
                <a:solidFill>
                  <a:schemeClr val="accent1"/>
                </a:solidFill>
                <a:latin typeface="+mn-lt"/>
              </a:defRPr>
            </a:lvl2pPr>
            <a:lvl3pPr marL="0" indent="0">
              <a:lnSpc>
                <a:spcPct val="94000"/>
              </a:lnSpc>
              <a:buNone/>
              <a:tabLst>
                <a:tab pos="351000" algn="l"/>
              </a:tabLst>
              <a:defRPr sz="1500" b="1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351000" algn="l"/>
              </a:tabLst>
              <a:defRPr sz="1500" b="1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351000" algn="l"/>
              </a:tabLst>
              <a:defRPr sz="1500" b="1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351000" algn="l"/>
              </a:tabLst>
              <a:defRPr sz="1500" b="1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351000" algn="l"/>
              </a:tabLst>
              <a:defRPr sz="1500" b="1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351000" algn="l"/>
              </a:tabLst>
              <a:defRPr sz="1500" b="1">
                <a:solidFill>
                  <a:schemeClr val="tx1"/>
                </a:solidFill>
                <a:latin typeface="+mn-lt"/>
              </a:defRPr>
            </a:lvl8pPr>
            <a:lvl9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351000" algn="l"/>
              </a:tabLst>
              <a:defRPr sz="1500" b="1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de-DE"/>
              <a:t>00</a:t>
            </a:r>
          </a:p>
        </p:txBody>
      </p:sp>
      <p:sp>
        <p:nvSpPr>
          <p:cNvPr id="88" name="Thema 9">
            <a:extLst>
              <a:ext uri="{FF2B5EF4-FFF2-40B4-BE49-F238E27FC236}">
                <a16:creationId xmlns:a16="http://schemas.microsoft.com/office/drawing/2014/main" id="{6E4AF8F3-89A8-4F9B-BA9E-56F9D85ACB6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080098" y="3054517"/>
            <a:ext cx="3790019" cy="525482"/>
          </a:xfrm>
        </p:spPr>
        <p:txBody>
          <a:bodyPr/>
          <a:lstStyle>
            <a:lvl1pPr>
              <a:lnSpc>
                <a:spcPct val="94000"/>
              </a:lnSpc>
              <a:spcBef>
                <a:spcPts val="0"/>
              </a:spcBef>
              <a:tabLst/>
              <a:defRPr sz="1500" b="1">
                <a:solidFill>
                  <a:schemeClr val="accent1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1pPr>
            <a:lvl2pPr marL="0" indent="0">
              <a:lnSpc>
                <a:spcPct val="94000"/>
              </a:lnSpc>
              <a:spcBef>
                <a:spcPts val="0"/>
              </a:spcBef>
              <a:buNone/>
              <a:tabLst/>
              <a:defRPr sz="1500" b="0">
                <a:solidFill>
                  <a:schemeClr val="tx1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2pPr>
            <a:lvl3pPr marL="0" indent="0">
              <a:lnSpc>
                <a:spcPct val="94000"/>
              </a:lnSpc>
              <a:buNone/>
              <a:tabLst>
                <a:tab pos="351000" algn="l"/>
              </a:tabLst>
              <a:defRPr sz="1500" b="1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351000" algn="l"/>
              </a:tabLst>
              <a:defRPr sz="1500" b="1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351000" algn="l"/>
              </a:tabLst>
              <a:defRPr sz="1500" b="1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351000" algn="l"/>
              </a:tabLst>
              <a:defRPr sz="1500" b="1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351000" algn="l"/>
              </a:tabLst>
              <a:defRPr sz="1500" b="1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351000" algn="l"/>
              </a:tabLst>
              <a:defRPr sz="1500" b="1">
                <a:solidFill>
                  <a:schemeClr val="tx1"/>
                </a:solidFill>
                <a:latin typeface="+mn-lt"/>
              </a:defRPr>
            </a:lvl8pPr>
            <a:lvl9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351000" algn="l"/>
              </a:tabLst>
              <a:defRPr sz="1500" b="1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de-DE"/>
              <a:t>Thema</a:t>
            </a:r>
          </a:p>
          <a:p>
            <a:pPr lvl="1"/>
            <a:r>
              <a:rPr lang="de-DE"/>
              <a:t>Beschreibung</a:t>
            </a:r>
          </a:p>
        </p:txBody>
      </p:sp>
      <p:sp>
        <p:nvSpPr>
          <p:cNvPr id="89" name="Zahl Thema 9">
            <a:extLst>
              <a:ext uri="{FF2B5EF4-FFF2-40B4-BE49-F238E27FC236}">
                <a16:creationId xmlns:a16="http://schemas.microsoft.com/office/drawing/2014/main" id="{8176477D-061A-4734-9BB4-8EB4EA7D518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707000" y="3054517"/>
            <a:ext cx="319203" cy="525482"/>
          </a:xfrm>
        </p:spPr>
        <p:txBody>
          <a:bodyPr/>
          <a:lstStyle>
            <a:lvl1pPr>
              <a:lnSpc>
                <a:spcPct val="94000"/>
              </a:lnSpc>
              <a:spcBef>
                <a:spcPts val="0"/>
              </a:spcBef>
              <a:tabLst/>
              <a:defRPr sz="1500" b="1">
                <a:solidFill>
                  <a:schemeClr val="accent1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1pPr>
            <a:lvl2pPr marL="0" indent="0">
              <a:lnSpc>
                <a:spcPct val="94000"/>
              </a:lnSpc>
              <a:spcBef>
                <a:spcPts val="0"/>
              </a:spcBef>
              <a:buNone/>
              <a:tabLst/>
              <a:defRPr sz="1500" b="1">
                <a:solidFill>
                  <a:schemeClr val="accent1"/>
                </a:solidFill>
                <a:latin typeface="+mn-lt"/>
              </a:defRPr>
            </a:lvl2pPr>
            <a:lvl3pPr marL="0" indent="0">
              <a:lnSpc>
                <a:spcPct val="94000"/>
              </a:lnSpc>
              <a:buNone/>
              <a:tabLst>
                <a:tab pos="351000" algn="l"/>
              </a:tabLst>
              <a:defRPr sz="1500" b="1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351000" algn="l"/>
              </a:tabLst>
              <a:defRPr sz="1500" b="1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351000" algn="l"/>
              </a:tabLst>
              <a:defRPr sz="1500" b="1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351000" algn="l"/>
              </a:tabLst>
              <a:defRPr sz="1500" b="1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351000" algn="l"/>
              </a:tabLst>
              <a:defRPr sz="1500" b="1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351000" algn="l"/>
              </a:tabLst>
              <a:defRPr sz="1500" b="1">
                <a:solidFill>
                  <a:schemeClr val="tx1"/>
                </a:solidFill>
                <a:latin typeface="+mn-lt"/>
              </a:defRPr>
            </a:lvl8pPr>
            <a:lvl9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351000" algn="l"/>
              </a:tabLst>
              <a:defRPr sz="1500" b="1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de-DE"/>
              <a:t>00</a:t>
            </a:r>
          </a:p>
        </p:txBody>
      </p:sp>
      <p:sp>
        <p:nvSpPr>
          <p:cNvPr id="86" name="Thema 8">
            <a:extLst>
              <a:ext uri="{FF2B5EF4-FFF2-40B4-BE49-F238E27FC236}">
                <a16:creationId xmlns:a16="http://schemas.microsoft.com/office/drawing/2014/main" id="{DEB7B7BA-4EF3-4596-A8B9-6AF9FA83C6D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080098" y="2468344"/>
            <a:ext cx="3790019" cy="525482"/>
          </a:xfrm>
        </p:spPr>
        <p:txBody>
          <a:bodyPr/>
          <a:lstStyle>
            <a:lvl1pPr>
              <a:lnSpc>
                <a:spcPct val="94000"/>
              </a:lnSpc>
              <a:spcBef>
                <a:spcPts val="0"/>
              </a:spcBef>
              <a:tabLst/>
              <a:defRPr sz="1500" b="1">
                <a:solidFill>
                  <a:schemeClr val="accent1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1pPr>
            <a:lvl2pPr marL="0" indent="0">
              <a:lnSpc>
                <a:spcPct val="94000"/>
              </a:lnSpc>
              <a:spcBef>
                <a:spcPts val="0"/>
              </a:spcBef>
              <a:buNone/>
              <a:tabLst/>
              <a:defRPr sz="1500" b="0">
                <a:solidFill>
                  <a:schemeClr val="tx1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2pPr>
            <a:lvl3pPr marL="0" indent="0">
              <a:lnSpc>
                <a:spcPct val="94000"/>
              </a:lnSpc>
              <a:buNone/>
              <a:tabLst>
                <a:tab pos="351000" algn="l"/>
              </a:tabLst>
              <a:defRPr sz="1500" b="1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351000" algn="l"/>
              </a:tabLst>
              <a:defRPr sz="1500" b="1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351000" algn="l"/>
              </a:tabLst>
              <a:defRPr sz="1500" b="1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351000" algn="l"/>
              </a:tabLst>
              <a:defRPr sz="1500" b="1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351000" algn="l"/>
              </a:tabLst>
              <a:defRPr sz="1500" b="1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351000" algn="l"/>
              </a:tabLst>
              <a:defRPr sz="1500" b="1">
                <a:solidFill>
                  <a:schemeClr val="tx1"/>
                </a:solidFill>
                <a:latin typeface="+mn-lt"/>
              </a:defRPr>
            </a:lvl8pPr>
            <a:lvl9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351000" algn="l"/>
              </a:tabLst>
              <a:defRPr sz="1500" b="1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de-DE"/>
              <a:t>Thema</a:t>
            </a:r>
          </a:p>
          <a:p>
            <a:pPr lvl="1"/>
            <a:r>
              <a:rPr lang="de-DE"/>
              <a:t>Beschreibung</a:t>
            </a:r>
          </a:p>
        </p:txBody>
      </p:sp>
      <p:sp>
        <p:nvSpPr>
          <p:cNvPr id="87" name="Zahl Thema 8">
            <a:extLst>
              <a:ext uri="{FF2B5EF4-FFF2-40B4-BE49-F238E27FC236}">
                <a16:creationId xmlns:a16="http://schemas.microsoft.com/office/drawing/2014/main" id="{8B5B5752-05E3-4E86-89B5-81394C15F4F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707000" y="2468344"/>
            <a:ext cx="319203" cy="525482"/>
          </a:xfrm>
        </p:spPr>
        <p:txBody>
          <a:bodyPr/>
          <a:lstStyle>
            <a:lvl1pPr>
              <a:lnSpc>
                <a:spcPct val="94000"/>
              </a:lnSpc>
              <a:spcBef>
                <a:spcPts val="0"/>
              </a:spcBef>
              <a:tabLst/>
              <a:defRPr sz="1500" b="1">
                <a:solidFill>
                  <a:schemeClr val="accent1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1pPr>
            <a:lvl2pPr marL="0" indent="0">
              <a:lnSpc>
                <a:spcPct val="94000"/>
              </a:lnSpc>
              <a:spcBef>
                <a:spcPts val="0"/>
              </a:spcBef>
              <a:buNone/>
              <a:tabLst/>
              <a:defRPr sz="1500" b="1">
                <a:solidFill>
                  <a:schemeClr val="accent1"/>
                </a:solidFill>
                <a:latin typeface="+mn-lt"/>
              </a:defRPr>
            </a:lvl2pPr>
            <a:lvl3pPr marL="0" indent="0">
              <a:lnSpc>
                <a:spcPct val="94000"/>
              </a:lnSpc>
              <a:buNone/>
              <a:tabLst>
                <a:tab pos="351000" algn="l"/>
              </a:tabLst>
              <a:defRPr sz="1500" b="1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351000" algn="l"/>
              </a:tabLst>
              <a:defRPr sz="1500" b="1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351000" algn="l"/>
              </a:tabLst>
              <a:defRPr sz="1500" b="1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351000" algn="l"/>
              </a:tabLst>
              <a:defRPr sz="1500" b="1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351000" algn="l"/>
              </a:tabLst>
              <a:defRPr sz="1500" b="1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351000" algn="l"/>
              </a:tabLst>
              <a:defRPr sz="1500" b="1">
                <a:solidFill>
                  <a:schemeClr val="tx1"/>
                </a:solidFill>
                <a:latin typeface="+mn-lt"/>
              </a:defRPr>
            </a:lvl8pPr>
            <a:lvl9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351000" algn="l"/>
              </a:tabLst>
              <a:defRPr sz="1500" b="1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de-DE"/>
              <a:t>00</a:t>
            </a:r>
          </a:p>
        </p:txBody>
      </p:sp>
      <p:sp>
        <p:nvSpPr>
          <p:cNvPr id="82" name="Thema 7">
            <a:extLst>
              <a:ext uri="{FF2B5EF4-FFF2-40B4-BE49-F238E27FC236}">
                <a16:creationId xmlns:a16="http://schemas.microsoft.com/office/drawing/2014/main" id="{ECB4B40B-F372-42B2-A209-9BCB1059062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080098" y="1882172"/>
            <a:ext cx="3790019" cy="525482"/>
          </a:xfrm>
        </p:spPr>
        <p:txBody>
          <a:bodyPr/>
          <a:lstStyle>
            <a:lvl1pPr>
              <a:lnSpc>
                <a:spcPct val="94000"/>
              </a:lnSpc>
              <a:spcBef>
                <a:spcPts val="0"/>
              </a:spcBef>
              <a:tabLst/>
              <a:defRPr sz="1500" b="1">
                <a:solidFill>
                  <a:schemeClr val="accent1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1pPr>
            <a:lvl2pPr marL="0" indent="0">
              <a:lnSpc>
                <a:spcPct val="94000"/>
              </a:lnSpc>
              <a:spcBef>
                <a:spcPts val="0"/>
              </a:spcBef>
              <a:buNone/>
              <a:tabLst/>
              <a:defRPr sz="1500" b="0">
                <a:solidFill>
                  <a:schemeClr val="tx1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2pPr>
            <a:lvl3pPr marL="0" indent="0">
              <a:lnSpc>
                <a:spcPct val="94000"/>
              </a:lnSpc>
              <a:buNone/>
              <a:tabLst>
                <a:tab pos="351000" algn="l"/>
              </a:tabLst>
              <a:defRPr sz="1500" b="1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351000" algn="l"/>
              </a:tabLst>
              <a:defRPr sz="1500" b="1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351000" algn="l"/>
              </a:tabLst>
              <a:defRPr sz="1500" b="1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351000" algn="l"/>
              </a:tabLst>
              <a:defRPr sz="1500" b="1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351000" algn="l"/>
              </a:tabLst>
              <a:defRPr sz="1500" b="1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351000" algn="l"/>
              </a:tabLst>
              <a:defRPr sz="1500" b="1">
                <a:solidFill>
                  <a:schemeClr val="tx1"/>
                </a:solidFill>
                <a:latin typeface="+mn-lt"/>
              </a:defRPr>
            </a:lvl8pPr>
            <a:lvl9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351000" algn="l"/>
              </a:tabLst>
              <a:defRPr sz="1500" b="1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de-DE"/>
              <a:t>Thema</a:t>
            </a:r>
          </a:p>
          <a:p>
            <a:pPr lvl="1"/>
            <a:r>
              <a:rPr lang="de-DE"/>
              <a:t>Beschreibung</a:t>
            </a:r>
          </a:p>
        </p:txBody>
      </p:sp>
      <p:sp>
        <p:nvSpPr>
          <p:cNvPr id="83" name="Zahl Thema 7">
            <a:extLst>
              <a:ext uri="{FF2B5EF4-FFF2-40B4-BE49-F238E27FC236}">
                <a16:creationId xmlns:a16="http://schemas.microsoft.com/office/drawing/2014/main" id="{B198888A-6AE9-48B6-99AF-A970F8D311A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707000" y="1882172"/>
            <a:ext cx="319203" cy="525482"/>
          </a:xfrm>
        </p:spPr>
        <p:txBody>
          <a:bodyPr/>
          <a:lstStyle>
            <a:lvl1pPr>
              <a:lnSpc>
                <a:spcPct val="94000"/>
              </a:lnSpc>
              <a:spcBef>
                <a:spcPts val="0"/>
              </a:spcBef>
              <a:tabLst/>
              <a:defRPr sz="1500" b="1">
                <a:solidFill>
                  <a:schemeClr val="accent1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1pPr>
            <a:lvl2pPr marL="0" indent="0">
              <a:lnSpc>
                <a:spcPct val="94000"/>
              </a:lnSpc>
              <a:spcBef>
                <a:spcPts val="0"/>
              </a:spcBef>
              <a:buNone/>
              <a:tabLst/>
              <a:defRPr sz="1500" b="1">
                <a:solidFill>
                  <a:schemeClr val="accent1"/>
                </a:solidFill>
                <a:latin typeface="+mn-lt"/>
              </a:defRPr>
            </a:lvl2pPr>
            <a:lvl3pPr marL="0" indent="0">
              <a:lnSpc>
                <a:spcPct val="94000"/>
              </a:lnSpc>
              <a:buNone/>
              <a:tabLst>
                <a:tab pos="351000" algn="l"/>
              </a:tabLst>
              <a:defRPr sz="1500" b="1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351000" algn="l"/>
              </a:tabLst>
              <a:defRPr sz="1500" b="1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351000" algn="l"/>
              </a:tabLst>
              <a:defRPr sz="1500" b="1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351000" algn="l"/>
              </a:tabLst>
              <a:defRPr sz="1500" b="1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351000" algn="l"/>
              </a:tabLst>
              <a:defRPr sz="1500" b="1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351000" algn="l"/>
              </a:tabLst>
              <a:defRPr sz="1500" b="1">
                <a:solidFill>
                  <a:schemeClr val="tx1"/>
                </a:solidFill>
                <a:latin typeface="+mn-lt"/>
              </a:defRPr>
            </a:lvl8pPr>
            <a:lvl9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351000" algn="l"/>
              </a:tabLst>
              <a:defRPr sz="1500" b="1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de-DE"/>
              <a:t>00</a:t>
            </a:r>
          </a:p>
        </p:txBody>
      </p:sp>
      <p:sp>
        <p:nvSpPr>
          <p:cNvPr id="81" name="Thema 6">
            <a:extLst>
              <a:ext uri="{FF2B5EF4-FFF2-40B4-BE49-F238E27FC236}">
                <a16:creationId xmlns:a16="http://schemas.microsoft.com/office/drawing/2014/main" id="{B486ACC7-67B9-4B39-9EBF-88C3C35A4D1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080098" y="1296000"/>
            <a:ext cx="3790019" cy="525482"/>
          </a:xfrm>
        </p:spPr>
        <p:txBody>
          <a:bodyPr/>
          <a:lstStyle>
            <a:lvl1pPr>
              <a:lnSpc>
                <a:spcPct val="94000"/>
              </a:lnSpc>
              <a:spcBef>
                <a:spcPts val="0"/>
              </a:spcBef>
              <a:tabLst/>
              <a:defRPr sz="1500" b="1">
                <a:solidFill>
                  <a:schemeClr val="accent1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1pPr>
            <a:lvl2pPr marL="0" indent="0">
              <a:lnSpc>
                <a:spcPct val="94000"/>
              </a:lnSpc>
              <a:spcBef>
                <a:spcPts val="0"/>
              </a:spcBef>
              <a:buNone/>
              <a:tabLst/>
              <a:defRPr sz="1500" b="0">
                <a:solidFill>
                  <a:schemeClr val="tx1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2pPr>
            <a:lvl3pPr marL="0" indent="0">
              <a:lnSpc>
                <a:spcPct val="94000"/>
              </a:lnSpc>
              <a:buNone/>
              <a:tabLst>
                <a:tab pos="351000" algn="l"/>
              </a:tabLst>
              <a:defRPr sz="1500" b="1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351000" algn="l"/>
              </a:tabLst>
              <a:defRPr sz="1500" b="1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351000" algn="l"/>
              </a:tabLst>
              <a:defRPr sz="1500" b="1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351000" algn="l"/>
              </a:tabLst>
              <a:defRPr sz="1500" b="1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351000" algn="l"/>
              </a:tabLst>
              <a:defRPr sz="1500" b="1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351000" algn="l"/>
              </a:tabLst>
              <a:defRPr sz="1500" b="1">
                <a:solidFill>
                  <a:schemeClr val="tx1"/>
                </a:solidFill>
                <a:latin typeface="+mn-lt"/>
              </a:defRPr>
            </a:lvl8pPr>
            <a:lvl9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351000" algn="l"/>
              </a:tabLst>
              <a:defRPr sz="1500" b="1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de-DE"/>
              <a:t>Thema</a:t>
            </a:r>
          </a:p>
          <a:p>
            <a:pPr lvl="1"/>
            <a:r>
              <a:rPr lang="de-DE"/>
              <a:t>Beschreibung</a:t>
            </a:r>
          </a:p>
        </p:txBody>
      </p:sp>
      <p:sp>
        <p:nvSpPr>
          <p:cNvPr id="80" name="Zahl Thema 6">
            <a:extLst>
              <a:ext uri="{FF2B5EF4-FFF2-40B4-BE49-F238E27FC236}">
                <a16:creationId xmlns:a16="http://schemas.microsoft.com/office/drawing/2014/main" id="{E307C616-82CC-4ADA-AE7F-E4DF0245606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707000" y="1296000"/>
            <a:ext cx="319203" cy="525482"/>
          </a:xfrm>
        </p:spPr>
        <p:txBody>
          <a:bodyPr/>
          <a:lstStyle>
            <a:lvl1pPr>
              <a:lnSpc>
                <a:spcPct val="94000"/>
              </a:lnSpc>
              <a:spcBef>
                <a:spcPts val="0"/>
              </a:spcBef>
              <a:tabLst/>
              <a:defRPr sz="1500" b="1">
                <a:solidFill>
                  <a:schemeClr val="accent1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1pPr>
            <a:lvl2pPr marL="0" indent="0">
              <a:lnSpc>
                <a:spcPct val="94000"/>
              </a:lnSpc>
              <a:spcBef>
                <a:spcPts val="0"/>
              </a:spcBef>
              <a:buNone/>
              <a:tabLst/>
              <a:defRPr sz="1500" b="1">
                <a:solidFill>
                  <a:schemeClr val="accent1"/>
                </a:solidFill>
                <a:latin typeface="+mn-lt"/>
              </a:defRPr>
            </a:lvl2pPr>
            <a:lvl3pPr marL="0" indent="0">
              <a:lnSpc>
                <a:spcPct val="94000"/>
              </a:lnSpc>
              <a:buNone/>
              <a:tabLst>
                <a:tab pos="351000" algn="l"/>
              </a:tabLst>
              <a:defRPr sz="1500" b="1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351000" algn="l"/>
              </a:tabLst>
              <a:defRPr sz="1500" b="1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351000" algn="l"/>
              </a:tabLst>
              <a:defRPr sz="1500" b="1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351000" algn="l"/>
              </a:tabLst>
              <a:defRPr sz="1500" b="1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351000" algn="l"/>
              </a:tabLst>
              <a:defRPr sz="1500" b="1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351000" algn="l"/>
              </a:tabLst>
              <a:defRPr sz="1500" b="1">
                <a:solidFill>
                  <a:schemeClr val="tx1"/>
                </a:solidFill>
                <a:latin typeface="+mn-lt"/>
              </a:defRPr>
            </a:lvl8pPr>
            <a:lvl9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351000" algn="l"/>
              </a:tabLst>
              <a:defRPr sz="1500" b="1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de-DE"/>
              <a:t>00</a:t>
            </a:r>
          </a:p>
        </p:txBody>
      </p:sp>
      <p:sp>
        <p:nvSpPr>
          <p:cNvPr id="79" name="Thema 5">
            <a:extLst>
              <a:ext uri="{FF2B5EF4-FFF2-40B4-BE49-F238E27FC236}">
                <a16:creationId xmlns:a16="http://schemas.microsoft.com/office/drawing/2014/main" id="{5676FF1B-A5EC-4512-842C-E5CA0050FD8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46981" y="3640688"/>
            <a:ext cx="3790019" cy="525482"/>
          </a:xfrm>
        </p:spPr>
        <p:txBody>
          <a:bodyPr/>
          <a:lstStyle>
            <a:lvl1pPr>
              <a:lnSpc>
                <a:spcPct val="94000"/>
              </a:lnSpc>
              <a:spcBef>
                <a:spcPts val="0"/>
              </a:spcBef>
              <a:tabLst/>
              <a:defRPr sz="1500" b="1">
                <a:solidFill>
                  <a:schemeClr val="accent1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1pPr>
            <a:lvl2pPr marL="0" indent="0">
              <a:lnSpc>
                <a:spcPct val="94000"/>
              </a:lnSpc>
              <a:spcBef>
                <a:spcPts val="0"/>
              </a:spcBef>
              <a:buNone/>
              <a:tabLst/>
              <a:defRPr sz="1500" b="0">
                <a:solidFill>
                  <a:schemeClr val="tx1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2pPr>
            <a:lvl3pPr marL="0" indent="0">
              <a:lnSpc>
                <a:spcPct val="94000"/>
              </a:lnSpc>
              <a:buNone/>
              <a:tabLst>
                <a:tab pos="351000" algn="l"/>
              </a:tabLst>
              <a:defRPr sz="1500" b="1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351000" algn="l"/>
              </a:tabLst>
              <a:defRPr sz="1500" b="1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351000" algn="l"/>
              </a:tabLst>
              <a:defRPr sz="1500" b="1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351000" algn="l"/>
              </a:tabLst>
              <a:defRPr sz="1500" b="1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351000" algn="l"/>
              </a:tabLst>
              <a:defRPr sz="1500" b="1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351000" algn="l"/>
              </a:tabLst>
              <a:defRPr sz="1500" b="1">
                <a:solidFill>
                  <a:schemeClr val="tx1"/>
                </a:solidFill>
                <a:latin typeface="+mn-lt"/>
              </a:defRPr>
            </a:lvl8pPr>
            <a:lvl9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351000" algn="l"/>
              </a:tabLst>
              <a:defRPr sz="1500" b="1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de-DE"/>
              <a:t>Thema</a:t>
            </a:r>
          </a:p>
          <a:p>
            <a:pPr lvl="1"/>
            <a:r>
              <a:rPr lang="de-DE"/>
              <a:t>Beschreibung</a:t>
            </a:r>
          </a:p>
        </p:txBody>
      </p:sp>
      <p:sp>
        <p:nvSpPr>
          <p:cNvPr id="78" name="Zahl Thema 5">
            <a:extLst>
              <a:ext uri="{FF2B5EF4-FFF2-40B4-BE49-F238E27FC236}">
                <a16:creationId xmlns:a16="http://schemas.microsoft.com/office/drawing/2014/main" id="{A4D68514-EBB8-4602-81C1-9A5D352969D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69550" y="3640688"/>
            <a:ext cx="319203" cy="525482"/>
          </a:xfrm>
        </p:spPr>
        <p:txBody>
          <a:bodyPr/>
          <a:lstStyle>
            <a:lvl1pPr>
              <a:lnSpc>
                <a:spcPct val="94000"/>
              </a:lnSpc>
              <a:spcBef>
                <a:spcPts val="0"/>
              </a:spcBef>
              <a:tabLst/>
              <a:defRPr sz="1500" b="1">
                <a:solidFill>
                  <a:schemeClr val="accent1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1pPr>
            <a:lvl2pPr marL="0" indent="0">
              <a:lnSpc>
                <a:spcPct val="94000"/>
              </a:lnSpc>
              <a:spcBef>
                <a:spcPts val="0"/>
              </a:spcBef>
              <a:buNone/>
              <a:tabLst/>
              <a:defRPr sz="1500" b="1">
                <a:solidFill>
                  <a:schemeClr val="accent1"/>
                </a:solidFill>
                <a:latin typeface="+mn-lt"/>
              </a:defRPr>
            </a:lvl2pPr>
            <a:lvl3pPr marL="0" indent="0">
              <a:lnSpc>
                <a:spcPct val="94000"/>
              </a:lnSpc>
              <a:buNone/>
              <a:tabLst>
                <a:tab pos="351000" algn="l"/>
              </a:tabLst>
              <a:defRPr sz="1500" b="1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351000" algn="l"/>
              </a:tabLst>
              <a:defRPr sz="1500" b="1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351000" algn="l"/>
              </a:tabLst>
              <a:defRPr sz="1500" b="1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351000" algn="l"/>
              </a:tabLst>
              <a:defRPr sz="1500" b="1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351000" algn="l"/>
              </a:tabLst>
              <a:defRPr sz="1500" b="1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351000" algn="l"/>
              </a:tabLst>
              <a:defRPr sz="1500" b="1">
                <a:solidFill>
                  <a:schemeClr val="tx1"/>
                </a:solidFill>
                <a:latin typeface="+mn-lt"/>
              </a:defRPr>
            </a:lvl8pPr>
            <a:lvl9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351000" algn="l"/>
              </a:tabLst>
              <a:defRPr sz="1500" b="1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de-DE"/>
              <a:t>00</a:t>
            </a:r>
          </a:p>
        </p:txBody>
      </p:sp>
      <p:sp>
        <p:nvSpPr>
          <p:cNvPr id="77" name="Thema 4">
            <a:extLst>
              <a:ext uri="{FF2B5EF4-FFF2-40B4-BE49-F238E27FC236}">
                <a16:creationId xmlns:a16="http://schemas.microsoft.com/office/drawing/2014/main" id="{3D37BC6F-D5CD-478E-BB54-34CB4BB84C8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46981" y="3054517"/>
            <a:ext cx="3790019" cy="525482"/>
          </a:xfrm>
        </p:spPr>
        <p:txBody>
          <a:bodyPr/>
          <a:lstStyle>
            <a:lvl1pPr>
              <a:lnSpc>
                <a:spcPct val="94000"/>
              </a:lnSpc>
              <a:spcBef>
                <a:spcPts val="0"/>
              </a:spcBef>
              <a:tabLst/>
              <a:defRPr sz="1500" b="1">
                <a:solidFill>
                  <a:schemeClr val="accent1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1pPr>
            <a:lvl2pPr marL="0" indent="0">
              <a:lnSpc>
                <a:spcPct val="94000"/>
              </a:lnSpc>
              <a:spcBef>
                <a:spcPts val="0"/>
              </a:spcBef>
              <a:buNone/>
              <a:tabLst/>
              <a:defRPr sz="1500" b="0">
                <a:solidFill>
                  <a:schemeClr val="tx1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2pPr>
            <a:lvl3pPr marL="0" indent="0">
              <a:lnSpc>
                <a:spcPct val="94000"/>
              </a:lnSpc>
              <a:buNone/>
              <a:tabLst>
                <a:tab pos="351000" algn="l"/>
              </a:tabLst>
              <a:defRPr sz="1500" b="1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351000" algn="l"/>
              </a:tabLst>
              <a:defRPr sz="1500" b="1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351000" algn="l"/>
              </a:tabLst>
              <a:defRPr sz="1500" b="1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351000" algn="l"/>
              </a:tabLst>
              <a:defRPr sz="1500" b="1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351000" algn="l"/>
              </a:tabLst>
              <a:defRPr sz="1500" b="1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351000" algn="l"/>
              </a:tabLst>
              <a:defRPr sz="1500" b="1">
                <a:solidFill>
                  <a:schemeClr val="tx1"/>
                </a:solidFill>
                <a:latin typeface="+mn-lt"/>
              </a:defRPr>
            </a:lvl8pPr>
            <a:lvl9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351000" algn="l"/>
              </a:tabLst>
              <a:defRPr sz="1500" b="1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de-DE"/>
              <a:t>Thema</a:t>
            </a:r>
          </a:p>
          <a:p>
            <a:pPr lvl="1"/>
            <a:r>
              <a:rPr lang="de-DE"/>
              <a:t>Beschreibung</a:t>
            </a:r>
          </a:p>
        </p:txBody>
      </p:sp>
      <p:sp>
        <p:nvSpPr>
          <p:cNvPr id="76" name="Zahl Thema 4">
            <a:extLst>
              <a:ext uri="{FF2B5EF4-FFF2-40B4-BE49-F238E27FC236}">
                <a16:creationId xmlns:a16="http://schemas.microsoft.com/office/drawing/2014/main" id="{84A15981-DDE4-4111-85F8-DBD9D59082C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69550" y="3054517"/>
            <a:ext cx="319203" cy="525482"/>
          </a:xfrm>
        </p:spPr>
        <p:txBody>
          <a:bodyPr/>
          <a:lstStyle>
            <a:lvl1pPr>
              <a:lnSpc>
                <a:spcPct val="94000"/>
              </a:lnSpc>
              <a:spcBef>
                <a:spcPts val="0"/>
              </a:spcBef>
              <a:tabLst/>
              <a:defRPr sz="1500" b="1">
                <a:solidFill>
                  <a:schemeClr val="accent1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1pPr>
            <a:lvl2pPr marL="0" indent="0">
              <a:lnSpc>
                <a:spcPct val="94000"/>
              </a:lnSpc>
              <a:spcBef>
                <a:spcPts val="0"/>
              </a:spcBef>
              <a:buNone/>
              <a:tabLst/>
              <a:defRPr sz="1500" b="1">
                <a:solidFill>
                  <a:schemeClr val="accent1"/>
                </a:solidFill>
                <a:latin typeface="+mn-lt"/>
              </a:defRPr>
            </a:lvl2pPr>
            <a:lvl3pPr marL="0" indent="0">
              <a:lnSpc>
                <a:spcPct val="94000"/>
              </a:lnSpc>
              <a:buNone/>
              <a:tabLst>
                <a:tab pos="351000" algn="l"/>
              </a:tabLst>
              <a:defRPr sz="1500" b="1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351000" algn="l"/>
              </a:tabLst>
              <a:defRPr sz="1500" b="1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351000" algn="l"/>
              </a:tabLst>
              <a:defRPr sz="1500" b="1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351000" algn="l"/>
              </a:tabLst>
              <a:defRPr sz="1500" b="1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351000" algn="l"/>
              </a:tabLst>
              <a:defRPr sz="1500" b="1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351000" algn="l"/>
              </a:tabLst>
              <a:defRPr sz="1500" b="1">
                <a:solidFill>
                  <a:schemeClr val="tx1"/>
                </a:solidFill>
                <a:latin typeface="+mn-lt"/>
              </a:defRPr>
            </a:lvl8pPr>
            <a:lvl9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351000" algn="l"/>
              </a:tabLst>
              <a:defRPr sz="1500" b="1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de-DE"/>
              <a:t>00</a:t>
            </a:r>
          </a:p>
        </p:txBody>
      </p:sp>
      <p:sp>
        <p:nvSpPr>
          <p:cNvPr id="75" name="Thema 3">
            <a:extLst>
              <a:ext uri="{FF2B5EF4-FFF2-40B4-BE49-F238E27FC236}">
                <a16:creationId xmlns:a16="http://schemas.microsoft.com/office/drawing/2014/main" id="{20D0653C-5C34-4011-9A8C-EA212508A3A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46981" y="2468344"/>
            <a:ext cx="3790019" cy="525482"/>
          </a:xfrm>
        </p:spPr>
        <p:txBody>
          <a:bodyPr/>
          <a:lstStyle>
            <a:lvl1pPr>
              <a:lnSpc>
                <a:spcPct val="94000"/>
              </a:lnSpc>
              <a:spcBef>
                <a:spcPts val="0"/>
              </a:spcBef>
              <a:tabLst/>
              <a:defRPr sz="1500" b="1">
                <a:solidFill>
                  <a:schemeClr val="accent1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1pPr>
            <a:lvl2pPr marL="0" indent="0">
              <a:lnSpc>
                <a:spcPct val="94000"/>
              </a:lnSpc>
              <a:spcBef>
                <a:spcPts val="0"/>
              </a:spcBef>
              <a:buNone/>
              <a:tabLst/>
              <a:defRPr sz="1500" b="0">
                <a:solidFill>
                  <a:schemeClr val="tx1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2pPr>
            <a:lvl3pPr marL="0" indent="0">
              <a:lnSpc>
                <a:spcPct val="94000"/>
              </a:lnSpc>
              <a:buNone/>
              <a:tabLst>
                <a:tab pos="351000" algn="l"/>
              </a:tabLst>
              <a:defRPr sz="1500" b="1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351000" algn="l"/>
              </a:tabLst>
              <a:defRPr sz="1500" b="1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351000" algn="l"/>
              </a:tabLst>
              <a:defRPr sz="1500" b="1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351000" algn="l"/>
              </a:tabLst>
              <a:defRPr sz="1500" b="1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351000" algn="l"/>
              </a:tabLst>
              <a:defRPr sz="1500" b="1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351000" algn="l"/>
              </a:tabLst>
              <a:defRPr sz="1500" b="1">
                <a:solidFill>
                  <a:schemeClr val="tx1"/>
                </a:solidFill>
                <a:latin typeface="+mn-lt"/>
              </a:defRPr>
            </a:lvl8pPr>
            <a:lvl9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351000" algn="l"/>
              </a:tabLst>
              <a:defRPr sz="1500" b="1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de-DE"/>
              <a:t>Thema</a:t>
            </a:r>
          </a:p>
          <a:p>
            <a:pPr lvl="1"/>
            <a:r>
              <a:rPr lang="de-DE"/>
              <a:t>Beschreibung</a:t>
            </a:r>
          </a:p>
        </p:txBody>
      </p:sp>
      <p:sp>
        <p:nvSpPr>
          <p:cNvPr id="74" name="Zahl Thema 3">
            <a:extLst>
              <a:ext uri="{FF2B5EF4-FFF2-40B4-BE49-F238E27FC236}">
                <a16:creationId xmlns:a16="http://schemas.microsoft.com/office/drawing/2014/main" id="{719C4090-1909-4C92-9601-6C7EE6377DE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69550" y="2468344"/>
            <a:ext cx="319203" cy="525482"/>
          </a:xfrm>
        </p:spPr>
        <p:txBody>
          <a:bodyPr/>
          <a:lstStyle>
            <a:lvl1pPr>
              <a:lnSpc>
                <a:spcPct val="94000"/>
              </a:lnSpc>
              <a:spcBef>
                <a:spcPts val="0"/>
              </a:spcBef>
              <a:tabLst/>
              <a:defRPr sz="1500" b="1">
                <a:solidFill>
                  <a:schemeClr val="accent1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1pPr>
            <a:lvl2pPr marL="0" indent="0">
              <a:lnSpc>
                <a:spcPct val="94000"/>
              </a:lnSpc>
              <a:spcBef>
                <a:spcPts val="0"/>
              </a:spcBef>
              <a:buNone/>
              <a:tabLst/>
              <a:defRPr sz="1500" b="1">
                <a:solidFill>
                  <a:schemeClr val="accent1"/>
                </a:solidFill>
                <a:latin typeface="+mn-lt"/>
              </a:defRPr>
            </a:lvl2pPr>
            <a:lvl3pPr marL="0" indent="0">
              <a:lnSpc>
                <a:spcPct val="94000"/>
              </a:lnSpc>
              <a:buNone/>
              <a:tabLst>
                <a:tab pos="351000" algn="l"/>
              </a:tabLst>
              <a:defRPr sz="1500" b="1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351000" algn="l"/>
              </a:tabLst>
              <a:defRPr sz="1500" b="1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351000" algn="l"/>
              </a:tabLst>
              <a:defRPr sz="1500" b="1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351000" algn="l"/>
              </a:tabLst>
              <a:defRPr sz="1500" b="1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351000" algn="l"/>
              </a:tabLst>
              <a:defRPr sz="1500" b="1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351000" algn="l"/>
              </a:tabLst>
              <a:defRPr sz="1500" b="1">
                <a:solidFill>
                  <a:schemeClr val="tx1"/>
                </a:solidFill>
                <a:latin typeface="+mn-lt"/>
              </a:defRPr>
            </a:lvl8pPr>
            <a:lvl9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351000" algn="l"/>
              </a:tabLst>
              <a:defRPr sz="1500" b="1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de-DE"/>
              <a:t>00</a:t>
            </a:r>
          </a:p>
        </p:txBody>
      </p:sp>
      <p:sp>
        <p:nvSpPr>
          <p:cNvPr id="71" name="Thema 2">
            <a:extLst>
              <a:ext uri="{FF2B5EF4-FFF2-40B4-BE49-F238E27FC236}">
                <a16:creationId xmlns:a16="http://schemas.microsoft.com/office/drawing/2014/main" id="{F4A45600-E5D3-4BCB-99B4-7B6ED053EF9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46981" y="1882172"/>
            <a:ext cx="3790019" cy="525482"/>
          </a:xfrm>
        </p:spPr>
        <p:txBody>
          <a:bodyPr/>
          <a:lstStyle>
            <a:lvl1pPr>
              <a:lnSpc>
                <a:spcPct val="94000"/>
              </a:lnSpc>
              <a:spcBef>
                <a:spcPts val="0"/>
              </a:spcBef>
              <a:tabLst/>
              <a:defRPr sz="1500" b="1">
                <a:solidFill>
                  <a:schemeClr val="accent1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1pPr>
            <a:lvl2pPr marL="0" indent="0">
              <a:lnSpc>
                <a:spcPct val="94000"/>
              </a:lnSpc>
              <a:spcBef>
                <a:spcPts val="0"/>
              </a:spcBef>
              <a:buNone/>
              <a:tabLst/>
              <a:defRPr sz="1500" b="0">
                <a:solidFill>
                  <a:schemeClr val="tx1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2pPr>
            <a:lvl3pPr marL="0" indent="0">
              <a:lnSpc>
                <a:spcPct val="94000"/>
              </a:lnSpc>
              <a:buNone/>
              <a:tabLst>
                <a:tab pos="351000" algn="l"/>
              </a:tabLst>
              <a:defRPr sz="1500" b="1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351000" algn="l"/>
              </a:tabLst>
              <a:defRPr sz="1500" b="1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351000" algn="l"/>
              </a:tabLst>
              <a:defRPr sz="1500" b="1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351000" algn="l"/>
              </a:tabLst>
              <a:defRPr sz="1500" b="1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351000" algn="l"/>
              </a:tabLst>
              <a:defRPr sz="1500" b="1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351000" algn="l"/>
              </a:tabLst>
              <a:defRPr sz="1500" b="1">
                <a:solidFill>
                  <a:schemeClr val="tx1"/>
                </a:solidFill>
                <a:latin typeface="+mn-lt"/>
              </a:defRPr>
            </a:lvl8pPr>
            <a:lvl9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351000" algn="l"/>
              </a:tabLst>
              <a:defRPr sz="1500" b="1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de-DE"/>
              <a:t>Thema</a:t>
            </a:r>
          </a:p>
          <a:p>
            <a:pPr lvl="1"/>
            <a:r>
              <a:rPr lang="de-DE"/>
              <a:t>Beschreibung</a:t>
            </a:r>
          </a:p>
        </p:txBody>
      </p:sp>
      <p:sp>
        <p:nvSpPr>
          <p:cNvPr id="70" name="Zahl Thema 2">
            <a:extLst>
              <a:ext uri="{FF2B5EF4-FFF2-40B4-BE49-F238E27FC236}">
                <a16:creationId xmlns:a16="http://schemas.microsoft.com/office/drawing/2014/main" id="{46686522-ADC7-4AB0-8104-D7BFD494AC4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69550" y="1882172"/>
            <a:ext cx="319203" cy="525482"/>
          </a:xfrm>
        </p:spPr>
        <p:txBody>
          <a:bodyPr/>
          <a:lstStyle>
            <a:lvl1pPr>
              <a:lnSpc>
                <a:spcPct val="94000"/>
              </a:lnSpc>
              <a:spcBef>
                <a:spcPts val="0"/>
              </a:spcBef>
              <a:tabLst/>
              <a:defRPr sz="1500" b="1">
                <a:solidFill>
                  <a:schemeClr val="accent1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1pPr>
            <a:lvl2pPr marL="0" indent="0">
              <a:lnSpc>
                <a:spcPct val="94000"/>
              </a:lnSpc>
              <a:spcBef>
                <a:spcPts val="0"/>
              </a:spcBef>
              <a:buNone/>
              <a:tabLst/>
              <a:defRPr sz="1500" b="1">
                <a:solidFill>
                  <a:schemeClr val="accent1"/>
                </a:solidFill>
                <a:latin typeface="+mn-lt"/>
              </a:defRPr>
            </a:lvl2pPr>
            <a:lvl3pPr marL="0" indent="0">
              <a:lnSpc>
                <a:spcPct val="94000"/>
              </a:lnSpc>
              <a:buNone/>
              <a:tabLst>
                <a:tab pos="351000" algn="l"/>
              </a:tabLst>
              <a:defRPr sz="1500" b="1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351000" algn="l"/>
              </a:tabLst>
              <a:defRPr sz="1500" b="1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351000" algn="l"/>
              </a:tabLst>
              <a:defRPr sz="1500" b="1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351000" algn="l"/>
              </a:tabLst>
              <a:defRPr sz="1500" b="1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351000" algn="l"/>
              </a:tabLst>
              <a:defRPr sz="1500" b="1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351000" algn="l"/>
              </a:tabLst>
              <a:defRPr sz="1500" b="1">
                <a:solidFill>
                  <a:schemeClr val="tx1"/>
                </a:solidFill>
                <a:latin typeface="+mn-lt"/>
              </a:defRPr>
            </a:lvl8pPr>
            <a:lvl9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351000" algn="l"/>
              </a:tabLst>
              <a:defRPr sz="1500" b="1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de-DE"/>
              <a:t>00</a:t>
            </a:r>
          </a:p>
        </p:txBody>
      </p:sp>
      <p:sp>
        <p:nvSpPr>
          <p:cNvPr id="40" name="Thema 1">
            <a:extLst>
              <a:ext uri="{FF2B5EF4-FFF2-40B4-BE49-F238E27FC236}">
                <a16:creationId xmlns:a16="http://schemas.microsoft.com/office/drawing/2014/main" id="{41C038E3-A911-4FFC-8F4E-9A1653D7B45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46981" y="1296000"/>
            <a:ext cx="3790019" cy="525482"/>
          </a:xfrm>
        </p:spPr>
        <p:txBody>
          <a:bodyPr/>
          <a:lstStyle>
            <a:lvl1pPr>
              <a:lnSpc>
                <a:spcPct val="94000"/>
              </a:lnSpc>
              <a:spcBef>
                <a:spcPts val="0"/>
              </a:spcBef>
              <a:tabLst/>
              <a:defRPr sz="1500" b="1">
                <a:solidFill>
                  <a:schemeClr val="accent1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1pPr>
            <a:lvl2pPr marL="0" indent="0">
              <a:lnSpc>
                <a:spcPct val="94000"/>
              </a:lnSpc>
              <a:spcBef>
                <a:spcPts val="0"/>
              </a:spcBef>
              <a:buNone/>
              <a:tabLst/>
              <a:defRPr sz="1500" b="0">
                <a:solidFill>
                  <a:schemeClr val="tx1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2pPr>
            <a:lvl3pPr marL="0" indent="0">
              <a:lnSpc>
                <a:spcPct val="94000"/>
              </a:lnSpc>
              <a:buNone/>
              <a:tabLst>
                <a:tab pos="351000" algn="l"/>
              </a:tabLst>
              <a:defRPr sz="1500" b="1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351000" algn="l"/>
              </a:tabLst>
              <a:defRPr sz="1500" b="1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351000" algn="l"/>
              </a:tabLst>
              <a:defRPr sz="1500" b="1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351000" algn="l"/>
              </a:tabLst>
              <a:defRPr sz="1500" b="1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351000" algn="l"/>
              </a:tabLst>
              <a:defRPr sz="1500" b="1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351000" algn="l"/>
              </a:tabLst>
              <a:defRPr sz="1500" b="1">
                <a:solidFill>
                  <a:schemeClr val="tx1"/>
                </a:solidFill>
                <a:latin typeface="+mn-lt"/>
              </a:defRPr>
            </a:lvl8pPr>
            <a:lvl9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351000" algn="l"/>
              </a:tabLst>
              <a:defRPr sz="1500" b="1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de-DE" dirty="0"/>
              <a:t>Thema</a:t>
            </a:r>
          </a:p>
          <a:p>
            <a:pPr lvl="1"/>
            <a:r>
              <a:rPr lang="de-DE" dirty="0"/>
              <a:t>Beschreibung</a:t>
            </a:r>
          </a:p>
        </p:txBody>
      </p:sp>
      <p:sp>
        <p:nvSpPr>
          <p:cNvPr id="9" name="Zahl Thema 1">
            <a:extLst>
              <a:ext uri="{FF2B5EF4-FFF2-40B4-BE49-F238E27FC236}">
                <a16:creationId xmlns:a16="http://schemas.microsoft.com/office/drawing/2014/main" id="{E2ADF3CF-F60D-4ECF-8E7F-2DD46C6380E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69550" y="1296000"/>
            <a:ext cx="319203" cy="525482"/>
          </a:xfrm>
        </p:spPr>
        <p:txBody>
          <a:bodyPr/>
          <a:lstStyle>
            <a:lvl1pPr>
              <a:lnSpc>
                <a:spcPct val="94000"/>
              </a:lnSpc>
              <a:spcBef>
                <a:spcPts val="0"/>
              </a:spcBef>
              <a:tabLst/>
              <a:defRPr sz="1500" b="1">
                <a:solidFill>
                  <a:schemeClr val="accent1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1pPr>
            <a:lvl2pPr marL="0" indent="0">
              <a:lnSpc>
                <a:spcPct val="94000"/>
              </a:lnSpc>
              <a:spcBef>
                <a:spcPts val="0"/>
              </a:spcBef>
              <a:buNone/>
              <a:tabLst/>
              <a:defRPr sz="1500" b="1">
                <a:solidFill>
                  <a:schemeClr val="accent1"/>
                </a:solidFill>
                <a:latin typeface="+mn-lt"/>
              </a:defRPr>
            </a:lvl2pPr>
            <a:lvl3pPr marL="0" indent="0">
              <a:lnSpc>
                <a:spcPct val="94000"/>
              </a:lnSpc>
              <a:buNone/>
              <a:tabLst>
                <a:tab pos="351000" algn="l"/>
              </a:tabLst>
              <a:defRPr sz="1500" b="1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351000" algn="l"/>
              </a:tabLst>
              <a:defRPr sz="1500" b="1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351000" algn="l"/>
              </a:tabLst>
              <a:defRPr sz="1500" b="1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351000" algn="l"/>
              </a:tabLst>
              <a:defRPr sz="1500" b="1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351000" algn="l"/>
              </a:tabLst>
              <a:defRPr sz="1500" b="1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351000" algn="l"/>
              </a:tabLst>
              <a:defRPr sz="1500" b="1">
                <a:solidFill>
                  <a:schemeClr val="tx1"/>
                </a:solidFill>
                <a:latin typeface="+mn-lt"/>
              </a:defRPr>
            </a:lvl8pPr>
            <a:lvl9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351000" algn="l"/>
              </a:tabLst>
              <a:defRPr sz="1500" b="1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de-DE"/>
              <a:t>00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9591944-6061-4359-A642-BF8A239B262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Gliederung</a:t>
            </a:r>
          </a:p>
        </p:txBody>
      </p:sp>
    </p:spTree>
    <p:extLst>
      <p:ext uri="{BB962C8B-B14F-4D97-AF65-F5344CB8AC3E}">
        <p14:creationId xmlns:p14="http://schemas.microsoft.com/office/powerpoint/2010/main" val="248643389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Logo-Fragment">
            <a:extLst>
              <a:ext uri="{FF2B5EF4-FFF2-40B4-BE49-F238E27FC236}">
                <a16:creationId xmlns:a16="http://schemas.microsoft.com/office/drawing/2014/main" id="{4E1C69AA-DE75-47AF-A9EE-1D16FC11535A}"/>
              </a:ext>
            </a:extLst>
          </p:cNvPr>
          <p:cNvSpPr/>
          <p:nvPr/>
        </p:nvSpPr>
        <p:spPr>
          <a:xfrm>
            <a:off x="6152091" y="2101529"/>
            <a:ext cx="2991910" cy="3041972"/>
          </a:xfrm>
          <a:custGeom>
            <a:avLst/>
            <a:gdLst>
              <a:gd name="connsiteX0" fmla="*/ 3989213 w 3989213"/>
              <a:gd name="connsiteY0" fmla="*/ 0 h 4055962"/>
              <a:gd name="connsiteX1" fmla="*/ 3989213 w 3989213"/>
              <a:gd name="connsiteY1" fmla="*/ 2389338 h 4055962"/>
              <a:gd name="connsiteX2" fmla="*/ 3858525 w 3989213"/>
              <a:gd name="connsiteY2" fmla="*/ 2411278 h 4055962"/>
              <a:gd name="connsiteX3" fmla="*/ 2529280 w 3989213"/>
              <a:gd name="connsiteY3" fmla="*/ 3871987 h 4055962"/>
              <a:gd name="connsiteX4" fmla="*/ 2507974 w 3989213"/>
              <a:gd name="connsiteY4" fmla="*/ 4055962 h 4055962"/>
              <a:gd name="connsiteX5" fmla="*/ 0 w 3989213"/>
              <a:gd name="connsiteY5" fmla="*/ 4055962 h 4055962"/>
              <a:gd name="connsiteX6" fmla="*/ 22942 w 3989213"/>
              <a:gd name="connsiteY6" fmla="*/ 3789041 h 4055962"/>
              <a:gd name="connsiteX7" fmla="*/ 3885074 w 3989213"/>
              <a:gd name="connsiteY7" fmla="*/ 4662 h 4055962"/>
              <a:gd name="connsiteX8" fmla="*/ 3957883 w 3989213"/>
              <a:gd name="connsiteY8" fmla="*/ 933 h 4055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89213" h="4055962">
                <a:moveTo>
                  <a:pt x="3989213" y="0"/>
                </a:moveTo>
                <a:lnTo>
                  <a:pt x="3989213" y="2389338"/>
                </a:lnTo>
                <a:lnTo>
                  <a:pt x="3858525" y="2411278"/>
                </a:lnTo>
                <a:cubicBezTo>
                  <a:pt x="2993398" y="2575443"/>
                  <a:pt x="2647939" y="3036171"/>
                  <a:pt x="2529280" y="3871987"/>
                </a:cubicBezTo>
                <a:lnTo>
                  <a:pt x="2507974" y="4055962"/>
                </a:lnTo>
                <a:lnTo>
                  <a:pt x="0" y="4055962"/>
                </a:lnTo>
                <a:lnTo>
                  <a:pt x="22942" y="3789041"/>
                </a:lnTo>
                <a:cubicBezTo>
                  <a:pt x="290736" y="1521935"/>
                  <a:pt x="1510333" y="126899"/>
                  <a:pt x="3885074" y="4662"/>
                </a:cubicBezTo>
                <a:cubicBezTo>
                  <a:pt x="3906982" y="3233"/>
                  <a:pt x="3931449" y="1983"/>
                  <a:pt x="3957883" y="933"/>
                </a:cubicBez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de-DE" sz="135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9591944-6061-4359-A642-BF8A239B26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9CD8CBF-B7AC-48B2-BDFF-74D2CFF5B6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9550" y="1296000"/>
            <a:ext cx="6868800" cy="3172500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E1A042D-D00A-488B-B800-3BB1279684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00.00.2020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7B713B8-12EB-4C04-9B73-0F40C27848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SRH Unternehmen  –  Max Mustermann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6CB8D8A-0190-4905-BE9D-E7A8085E0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B144D-941B-4DFC-AF5F-0416193D12E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3394753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Zwischenfolie mi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Bildplatzhalter 11">
            <a:extLst>
              <a:ext uri="{FF2B5EF4-FFF2-40B4-BE49-F238E27FC236}">
                <a16:creationId xmlns:a16="http://schemas.microsoft.com/office/drawing/2014/main" id="{7CDE787C-B484-481E-84CF-7E94E81D5B04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-1" y="0"/>
            <a:ext cx="9144000" cy="5143500"/>
          </a:xfrm>
          <a:solidFill>
            <a:schemeClr val="accent1">
              <a:lumMod val="20000"/>
              <a:lumOff val="80000"/>
            </a:schemeClr>
          </a:solidFill>
        </p:spPr>
        <p:txBody>
          <a:bodyPr/>
          <a:lstStyle/>
          <a:p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4F12EBF-CF8F-4714-BEE0-30A1064902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000" y="462398"/>
            <a:ext cx="5732109" cy="1887664"/>
          </a:xfrm>
        </p:spPr>
        <p:txBody>
          <a:bodyPr lIns="0" tIns="0" rIns="0" bIns="0" anchor="b">
            <a:noAutofit/>
          </a:bodyPr>
          <a:lstStyle>
            <a:lvl1pPr>
              <a:lnSpc>
                <a:spcPct val="98000"/>
              </a:lnSpc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C31F2D7-A605-4420-9965-A99A8E0A74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70000" y="2343591"/>
            <a:ext cx="5732109" cy="1887664"/>
          </a:xfrm>
        </p:spPr>
        <p:txBody>
          <a:bodyPr>
            <a:noAutofit/>
          </a:bodyPr>
          <a:lstStyle>
            <a:lvl1pPr marL="0" indent="0">
              <a:lnSpc>
                <a:spcPct val="98000"/>
              </a:lnSpc>
              <a:spcBef>
                <a:spcPts val="0"/>
              </a:spcBef>
              <a:buNone/>
              <a:defRPr sz="3600" b="1">
                <a:solidFill>
                  <a:schemeClr val="bg1"/>
                </a:solidFill>
                <a:latin typeface="SRH Headline" panose="020B0603020204020204" pitchFamily="34" charset="0"/>
                <a:ea typeface="SRH Headline" panose="020B0603020204020204" pitchFamily="34" charset="0"/>
                <a:cs typeface="SRH Headline" panose="020B0603020204020204" pitchFamily="34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FBD57CF-8973-47C9-9121-BDA556598B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00.00.2020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2482F60-23B1-463D-B55F-91BC7B4C1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SRH Unternehmen  –  Max Mustermann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409AB51-B591-4F5B-967E-95DBFDF1A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75B144D-941B-4DFC-AF5F-0416193D12EC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10" name="SmartArt-Platzhalter 14">
            <a:extLst>
              <a:ext uri="{FF2B5EF4-FFF2-40B4-BE49-F238E27FC236}">
                <a16:creationId xmlns:a16="http://schemas.microsoft.com/office/drawing/2014/main" id="{861189CF-B82F-42F8-9B1E-3E5A50EC559C}"/>
              </a:ext>
            </a:extLst>
          </p:cNvPr>
          <p:cNvSpPr>
            <a:spLocks noGrp="1"/>
          </p:cNvSpPr>
          <p:nvPr>
            <p:ph type="dgm" sz="quarter" idx="16"/>
          </p:nvPr>
        </p:nvSpPr>
        <p:spPr>
          <a:xfrm>
            <a:off x="8158019" y="269227"/>
            <a:ext cx="712992" cy="552809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00">
                <a:noFill/>
              </a:defRPr>
            </a:lvl1pPr>
          </a:lstStyle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4851844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folie warm grey">
    <p:bg>
      <p:bgPr>
        <a:solidFill>
          <a:schemeClr val="bg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ihandform: Form 10">
            <a:extLst>
              <a:ext uri="{FF2B5EF4-FFF2-40B4-BE49-F238E27FC236}">
                <a16:creationId xmlns:a16="http://schemas.microsoft.com/office/drawing/2014/main" id="{BC706C0E-3E99-43D1-A3F5-7E7AF3744A83}"/>
              </a:ext>
            </a:extLst>
          </p:cNvPr>
          <p:cNvSpPr/>
          <p:nvPr userDrawn="1"/>
        </p:nvSpPr>
        <p:spPr>
          <a:xfrm>
            <a:off x="6152091" y="2101529"/>
            <a:ext cx="2991910" cy="3041972"/>
          </a:xfrm>
          <a:custGeom>
            <a:avLst/>
            <a:gdLst>
              <a:gd name="connsiteX0" fmla="*/ 3989213 w 3989213"/>
              <a:gd name="connsiteY0" fmla="*/ 0 h 4055962"/>
              <a:gd name="connsiteX1" fmla="*/ 3989213 w 3989213"/>
              <a:gd name="connsiteY1" fmla="*/ 2389338 h 4055962"/>
              <a:gd name="connsiteX2" fmla="*/ 3858525 w 3989213"/>
              <a:gd name="connsiteY2" fmla="*/ 2411278 h 4055962"/>
              <a:gd name="connsiteX3" fmla="*/ 2529280 w 3989213"/>
              <a:gd name="connsiteY3" fmla="*/ 3871987 h 4055962"/>
              <a:gd name="connsiteX4" fmla="*/ 2507974 w 3989213"/>
              <a:gd name="connsiteY4" fmla="*/ 4055962 h 4055962"/>
              <a:gd name="connsiteX5" fmla="*/ 0 w 3989213"/>
              <a:gd name="connsiteY5" fmla="*/ 4055962 h 4055962"/>
              <a:gd name="connsiteX6" fmla="*/ 22942 w 3989213"/>
              <a:gd name="connsiteY6" fmla="*/ 3789041 h 4055962"/>
              <a:gd name="connsiteX7" fmla="*/ 3885074 w 3989213"/>
              <a:gd name="connsiteY7" fmla="*/ 4662 h 4055962"/>
              <a:gd name="connsiteX8" fmla="*/ 3957883 w 3989213"/>
              <a:gd name="connsiteY8" fmla="*/ 933 h 4055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89213" h="4055962">
                <a:moveTo>
                  <a:pt x="3989213" y="0"/>
                </a:moveTo>
                <a:lnTo>
                  <a:pt x="3989213" y="2389338"/>
                </a:lnTo>
                <a:lnTo>
                  <a:pt x="3858525" y="2411278"/>
                </a:lnTo>
                <a:cubicBezTo>
                  <a:pt x="2993398" y="2575443"/>
                  <a:pt x="2647939" y="3036171"/>
                  <a:pt x="2529280" y="3871987"/>
                </a:cubicBezTo>
                <a:lnTo>
                  <a:pt x="2507974" y="4055962"/>
                </a:lnTo>
                <a:lnTo>
                  <a:pt x="0" y="4055962"/>
                </a:lnTo>
                <a:lnTo>
                  <a:pt x="22942" y="3789041"/>
                </a:lnTo>
                <a:cubicBezTo>
                  <a:pt x="290736" y="1521935"/>
                  <a:pt x="1510333" y="126899"/>
                  <a:pt x="3885074" y="4662"/>
                </a:cubicBezTo>
                <a:cubicBezTo>
                  <a:pt x="3906982" y="3233"/>
                  <a:pt x="3931449" y="1983"/>
                  <a:pt x="3957883" y="933"/>
                </a:cubicBezTo>
                <a:close/>
              </a:path>
            </a:pathLst>
          </a:custGeom>
          <a:solidFill>
            <a:schemeClr val="bg1">
              <a:alpha val="25000"/>
            </a:schemeClr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de-DE" sz="135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4F12EBF-CF8F-4714-BEE0-30A1064902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000" y="1643386"/>
            <a:ext cx="7422606" cy="1054529"/>
          </a:xfrm>
        </p:spPr>
        <p:txBody>
          <a:bodyPr lIns="0" tIns="0" rIns="0" bIns="0" anchor="t">
            <a:noAutofit/>
          </a:bodyPr>
          <a:lstStyle>
            <a:lvl1pPr>
              <a:lnSpc>
                <a:spcPct val="98000"/>
              </a:lnSpc>
              <a:defRPr sz="360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C31F2D7-A605-4420-9965-A99A8E0A743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70000" y="2697914"/>
            <a:ext cx="3191349" cy="1966955"/>
          </a:xfrm>
        </p:spPr>
        <p:txBody>
          <a:bodyPr>
            <a:noAutofit/>
          </a:bodyPr>
          <a:lstStyle>
            <a:lvl1pPr marL="0" indent="0">
              <a:lnSpc>
                <a:spcPct val="98000"/>
              </a:lnSpc>
              <a:spcBef>
                <a:spcPts val="0"/>
              </a:spcBef>
              <a:buNone/>
              <a:defRPr sz="15000" b="1">
                <a:solidFill>
                  <a:schemeClr val="accent1"/>
                </a:solidFill>
                <a:latin typeface="SRH Headline" panose="020B0603020204020204" pitchFamily="34" charset="0"/>
                <a:ea typeface="SRH Headline" panose="020B0603020204020204" pitchFamily="34" charset="0"/>
                <a:cs typeface="SRH Headline" panose="020B0603020204020204" pitchFamily="34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dirty="0"/>
              <a:t>01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FBD57CF-8973-47C9-9121-BDA556598B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6D7373"/>
                </a:solidFill>
              </a:defRPr>
            </a:lvl1pPr>
          </a:lstStyle>
          <a:p>
            <a:r>
              <a:rPr lang="de-DE"/>
              <a:t>00.00.2020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2482F60-23B1-463D-B55F-91BC7B4C1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6D7373"/>
                </a:solidFill>
              </a:defRPr>
            </a:lvl1pPr>
          </a:lstStyle>
          <a:p>
            <a:r>
              <a:rPr lang="de-DE"/>
              <a:t>SRH Unternehmen  –  Max Mustermann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409AB51-B591-4F5B-967E-95DBFDF1A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6D7373"/>
                </a:solidFill>
              </a:defRPr>
            </a:lvl1pPr>
          </a:lstStyle>
          <a:p>
            <a:fld id="{075B144D-941B-4DFC-AF5F-0416193D12EC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9121038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apitelfolie farbig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4F12EBF-CF8F-4714-BEE0-30A1064902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000" y="1643386"/>
            <a:ext cx="7422606" cy="1054529"/>
          </a:xfrm>
        </p:spPr>
        <p:txBody>
          <a:bodyPr lIns="0" tIns="0" rIns="0" bIns="0" anchor="t">
            <a:noAutofit/>
          </a:bodyPr>
          <a:lstStyle>
            <a:lvl1pPr>
              <a:lnSpc>
                <a:spcPct val="98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C31F2D7-A605-4420-9965-A99A8E0A743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70000" y="2697914"/>
            <a:ext cx="3191349" cy="1966955"/>
          </a:xfrm>
        </p:spPr>
        <p:txBody>
          <a:bodyPr>
            <a:noAutofit/>
          </a:bodyPr>
          <a:lstStyle>
            <a:lvl1pPr marL="0" indent="0">
              <a:lnSpc>
                <a:spcPct val="98000"/>
              </a:lnSpc>
              <a:spcBef>
                <a:spcPts val="0"/>
              </a:spcBef>
              <a:buNone/>
              <a:defRPr sz="15000" b="1">
                <a:solidFill>
                  <a:schemeClr val="bg1"/>
                </a:solidFill>
                <a:latin typeface="SRH Headline" panose="020B0603020204020204" pitchFamily="34" charset="0"/>
                <a:ea typeface="SRH Headline" panose="020B0603020204020204" pitchFamily="34" charset="0"/>
                <a:cs typeface="SRH Headline" panose="020B0603020204020204" pitchFamily="34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dirty="0"/>
              <a:t>01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FBD57CF-8973-47C9-9121-BDA556598B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00.00.2020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2482F60-23B1-463D-B55F-91BC7B4C1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SRH Unternehmen  –  Max Mustermann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409AB51-B591-4F5B-967E-95DBFDF1A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75B144D-941B-4DFC-AF5F-0416193D12EC}" type="slidenum">
              <a:rPr lang="de-DE" smtClean="0"/>
              <a:pPr/>
              <a:t>‹#›</a:t>
            </a:fld>
            <a:endParaRPr lang="de-DE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C0A000BE-D89F-4CF2-9153-4F676346A081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158019" y="269227"/>
            <a:ext cx="712992" cy="552809"/>
          </a:xfrm>
          <a:prstGeom prst="rect">
            <a:avLst/>
          </a:prstGeom>
        </p:spPr>
      </p:pic>
      <p:sp>
        <p:nvSpPr>
          <p:cNvPr id="9" name="Freihandform: Form 8">
            <a:extLst>
              <a:ext uri="{FF2B5EF4-FFF2-40B4-BE49-F238E27FC236}">
                <a16:creationId xmlns:a16="http://schemas.microsoft.com/office/drawing/2014/main" id="{951B6F9D-DB24-44F1-8ACB-F1C8797BDAFF}"/>
              </a:ext>
            </a:extLst>
          </p:cNvPr>
          <p:cNvSpPr/>
          <p:nvPr userDrawn="1"/>
        </p:nvSpPr>
        <p:spPr>
          <a:xfrm>
            <a:off x="6159018" y="2101529"/>
            <a:ext cx="2991910" cy="3041972"/>
          </a:xfrm>
          <a:custGeom>
            <a:avLst/>
            <a:gdLst>
              <a:gd name="connsiteX0" fmla="*/ 3989213 w 3989213"/>
              <a:gd name="connsiteY0" fmla="*/ 0 h 4055962"/>
              <a:gd name="connsiteX1" fmla="*/ 3989213 w 3989213"/>
              <a:gd name="connsiteY1" fmla="*/ 2389338 h 4055962"/>
              <a:gd name="connsiteX2" fmla="*/ 3858525 w 3989213"/>
              <a:gd name="connsiteY2" fmla="*/ 2411278 h 4055962"/>
              <a:gd name="connsiteX3" fmla="*/ 2529280 w 3989213"/>
              <a:gd name="connsiteY3" fmla="*/ 3871987 h 4055962"/>
              <a:gd name="connsiteX4" fmla="*/ 2507974 w 3989213"/>
              <a:gd name="connsiteY4" fmla="*/ 4055962 h 4055962"/>
              <a:gd name="connsiteX5" fmla="*/ 0 w 3989213"/>
              <a:gd name="connsiteY5" fmla="*/ 4055962 h 4055962"/>
              <a:gd name="connsiteX6" fmla="*/ 22942 w 3989213"/>
              <a:gd name="connsiteY6" fmla="*/ 3789041 h 4055962"/>
              <a:gd name="connsiteX7" fmla="*/ 3885074 w 3989213"/>
              <a:gd name="connsiteY7" fmla="*/ 4662 h 4055962"/>
              <a:gd name="connsiteX8" fmla="*/ 3957883 w 3989213"/>
              <a:gd name="connsiteY8" fmla="*/ 933 h 4055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89213" h="4055962">
                <a:moveTo>
                  <a:pt x="3989213" y="0"/>
                </a:moveTo>
                <a:lnTo>
                  <a:pt x="3989213" y="2389338"/>
                </a:lnTo>
                <a:lnTo>
                  <a:pt x="3858525" y="2411278"/>
                </a:lnTo>
                <a:cubicBezTo>
                  <a:pt x="2993398" y="2575443"/>
                  <a:pt x="2647939" y="3036171"/>
                  <a:pt x="2529280" y="3871987"/>
                </a:cubicBezTo>
                <a:lnTo>
                  <a:pt x="2507974" y="4055962"/>
                </a:lnTo>
                <a:lnTo>
                  <a:pt x="0" y="4055962"/>
                </a:lnTo>
                <a:lnTo>
                  <a:pt x="22942" y="3789041"/>
                </a:lnTo>
                <a:cubicBezTo>
                  <a:pt x="290736" y="1521935"/>
                  <a:pt x="1510333" y="126899"/>
                  <a:pt x="3885074" y="4662"/>
                </a:cubicBezTo>
                <a:cubicBezTo>
                  <a:pt x="3906982" y="3233"/>
                  <a:pt x="3931449" y="1983"/>
                  <a:pt x="3957883" y="933"/>
                </a:cubicBezTo>
                <a:close/>
              </a:path>
            </a:pathLst>
          </a:custGeom>
          <a:solidFill>
            <a:schemeClr val="bg2">
              <a:lumMod val="20000"/>
              <a:lumOff val="80000"/>
              <a:alpha val="20000"/>
            </a:schemeClr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de-DE" sz="1350"/>
          </a:p>
        </p:txBody>
      </p:sp>
    </p:spTree>
    <p:extLst>
      <p:ext uri="{BB962C8B-B14F-4D97-AF65-F5344CB8AC3E}">
        <p14:creationId xmlns:p14="http://schemas.microsoft.com/office/powerpoint/2010/main" val="98717123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folie wei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ihandform: Form 10">
            <a:extLst>
              <a:ext uri="{FF2B5EF4-FFF2-40B4-BE49-F238E27FC236}">
                <a16:creationId xmlns:a16="http://schemas.microsoft.com/office/drawing/2014/main" id="{BC706C0E-3E99-43D1-A3F5-7E7AF3744A83}"/>
              </a:ext>
            </a:extLst>
          </p:cNvPr>
          <p:cNvSpPr/>
          <p:nvPr userDrawn="1"/>
        </p:nvSpPr>
        <p:spPr>
          <a:xfrm>
            <a:off x="6152091" y="2101529"/>
            <a:ext cx="2991910" cy="3041972"/>
          </a:xfrm>
          <a:custGeom>
            <a:avLst/>
            <a:gdLst>
              <a:gd name="connsiteX0" fmla="*/ 3989213 w 3989213"/>
              <a:gd name="connsiteY0" fmla="*/ 0 h 4055962"/>
              <a:gd name="connsiteX1" fmla="*/ 3989213 w 3989213"/>
              <a:gd name="connsiteY1" fmla="*/ 2389338 h 4055962"/>
              <a:gd name="connsiteX2" fmla="*/ 3858525 w 3989213"/>
              <a:gd name="connsiteY2" fmla="*/ 2411278 h 4055962"/>
              <a:gd name="connsiteX3" fmla="*/ 2529280 w 3989213"/>
              <a:gd name="connsiteY3" fmla="*/ 3871987 h 4055962"/>
              <a:gd name="connsiteX4" fmla="*/ 2507974 w 3989213"/>
              <a:gd name="connsiteY4" fmla="*/ 4055962 h 4055962"/>
              <a:gd name="connsiteX5" fmla="*/ 0 w 3989213"/>
              <a:gd name="connsiteY5" fmla="*/ 4055962 h 4055962"/>
              <a:gd name="connsiteX6" fmla="*/ 22942 w 3989213"/>
              <a:gd name="connsiteY6" fmla="*/ 3789041 h 4055962"/>
              <a:gd name="connsiteX7" fmla="*/ 3885074 w 3989213"/>
              <a:gd name="connsiteY7" fmla="*/ 4662 h 4055962"/>
              <a:gd name="connsiteX8" fmla="*/ 3957883 w 3989213"/>
              <a:gd name="connsiteY8" fmla="*/ 933 h 4055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89213" h="4055962">
                <a:moveTo>
                  <a:pt x="3989213" y="0"/>
                </a:moveTo>
                <a:lnTo>
                  <a:pt x="3989213" y="2389338"/>
                </a:lnTo>
                <a:lnTo>
                  <a:pt x="3858525" y="2411278"/>
                </a:lnTo>
                <a:cubicBezTo>
                  <a:pt x="2993398" y="2575443"/>
                  <a:pt x="2647939" y="3036171"/>
                  <a:pt x="2529280" y="3871987"/>
                </a:cubicBezTo>
                <a:lnTo>
                  <a:pt x="2507974" y="4055962"/>
                </a:lnTo>
                <a:lnTo>
                  <a:pt x="0" y="4055962"/>
                </a:lnTo>
                <a:lnTo>
                  <a:pt x="22942" y="3789041"/>
                </a:lnTo>
                <a:cubicBezTo>
                  <a:pt x="290736" y="1521935"/>
                  <a:pt x="1510333" y="126899"/>
                  <a:pt x="3885074" y="4662"/>
                </a:cubicBezTo>
                <a:cubicBezTo>
                  <a:pt x="3906982" y="3233"/>
                  <a:pt x="3931449" y="1983"/>
                  <a:pt x="3957883" y="933"/>
                </a:cubicBez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de-DE" sz="135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4F12EBF-CF8F-4714-BEE0-30A1064902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000" y="1643386"/>
            <a:ext cx="7422606" cy="1054529"/>
          </a:xfrm>
        </p:spPr>
        <p:txBody>
          <a:bodyPr lIns="0" tIns="0" rIns="0" bIns="0" anchor="t">
            <a:noAutofit/>
          </a:bodyPr>
          <a:lstStyle>
            <a:lvl1pPr>
              <a:lnSpc>
                <a:spcPct val="98000"/>
              </a:lnSpc>
              <a:defRPr sz="360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C31F2D7-A605-4420-9965-A99A8E0A743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70000" y="2697914"/>
            <a:ext cx="3191349" cy="1966955"/>
          </a:xfrm>
        </p:spPr>
        <p:txBody>
          <a:bodyPr>
            <a:noAutofit/>
          </a:bodyPr>
          <a:lstStyle>
            <a:lvl1pPr marL="0" indent="0">
              <a:lnSpc>
                <a:spcPct val="98000"/>
              </a:lnSpc>
              <a:spcBef>
                <a:spcPts val="0"/>
              </a:spcBef>
              <a:buNone/>
              <a:defRPr sz="15000" b="1">
                <a:solidFill>
                  <a:schemeClr val="accent1"/>
                </a:solidFill>
                <a:latin typeface="SRH Headline" panose="020B0603020204020204" pitchFamily="34" charset="0"/>
                <a:ea typeface="SRH Headline" panose="020B0603020204020204" pitchFamily="34" charset="0"/>
                <a:cs typeface="SRH Headline" panose="020B0603020204020204" pitchFamily="34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dirty="0"/>
              <a:t>01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FBD57CF-8973-47C9-9121-BDA556598B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6D7373"/>
                </a:solidFill>
              </a:defRPr>
            </a:lvl1pPr>
          </a:lstStyle>
          <a:p>
            <a:r>
              <a:rPr lang="de-DE"/>
              <a:t>00.00.2020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2482F60-23B1-463D-B55F-91BC7B4C1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6D7373"/>
                </a:solidFill>
              </a:defRPr>
            </a:lvl1pPr>
          </a:lstStyle>
          <a:p>
            <a:r>
              <a:rPr lang="de-DE"/>
              <a:t>SRH Unternehmen  –  Max Mustermann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409AB51-B591-4F5B-967E-95DBFDF1A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6D7373"/>
                </a:solidFill>
              </a:defRPr>
            </a:lvl1pPr>
          </a:lstStyle>
          <a:p>
            <a:fld id="{075B144D-941B-4DFC-AF5F-0416193D12EC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6314069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ischenfolie Statements, wei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ihandform: Form 10">
            <a:extLst>
              <a:ext uri="{FF2B5EF4-FFF2-40B4-BE49-F238E27FC236}">
                <a16:creationId xmlns:a16="http://schemas.microsoft.com/office/drawing/2014/main" id="{A89DF183-E411-4BC5-A0BE-9BB3970575D4}"/>
              </a:ext>
            </a:extLst>
          </p:cNvPr>
          <p:cNvSpPr/>
          <p:nvPr userDrawn="1"/>
        </p:nvSpPr>
        <p:spPr>
          <a:xfrm>
            <a:off x="6152091" y="2101529"/>
            <a:ext cx="2991910" cy="3041972"/>
          </a:xfrm>
          <a:custGeom>
            <a:avLst/>
            <a:gdLst>
              <a:gd name="connsiteX0" fmla="*/ 3989213 w 3989213"/>
              <a:gd name="connsiteY0" fmla="*/ 0 h 4055962"/>
              <a:gd name="connsiteX1" fmla="*/ 3989213 w 3989213"/>
              <a:gd name="connsiteY1" fmla="*/ 2389338 h 4055962"/>
              <a:gd name="connsiteX2" fmla="*/ 3858525 w 3989213"/>
              <a:gd name="connsiteY2" fmla="*/ 2411278 h 4055962"/>
              <a:gd name="connsiteX3" fmla="*/ 2529280 w 3989213"/>
              <a:gd name="connsiteY3" fmla="*/ 3871987 h 4055962"/>
              <a:gd name="connsiteX4" fmla="*/ 2507974 w 3989213"/>
              <a:gd name="connsiteY4" fmla="*/ 4055962 h 4055962"/>
              <a:gd name="connsiteX5" fmla="*/ 0 w 3989213"/>
              <a:gd name="connsiteY5" fmla="*/ 4055962 h 4055962"/>
              <a:gd name="connsiteX6" fmla="*/ 22942 w 3989213"/>
              <a:gd name="connsiteY6" fmla="*/ 3789041 h 4055962"/>
              <a:gd name="connsiteX7" fmla="*/ 3885074 w 3989213"/>
              <a:gd name="connsiteY7" fmla="*/ 4662 h 4055962"/>
              <a:gd name="connsiteX8" fmla="*/ 3957883 w 3989213"/>
              <a:gd name="connsiteY8" fmla="*/ 933 h 4055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89213" h="4055962">
                <a:moveTo>
                  <a:pt x="3989213" y="0"/>
                </a:moveTo>
                <a:lnTo>
                  <a:pt x="3989213" y="2389338"/>
                </a:lnTo>
                <a:lnTo>
                  <a:pt x="3858525" y="2411278"/>
                </a:lnTo>
                <a:cubicBezTo>
                  <a:pt x="2993398" y="2575443"/>
                  <a:pt x="2647939" y="3036171"/>
                  <a:pt x="2529280" y="3871987"/>
                </a:cubicBezTo>
                <a:lnTo>
                  <a:pt x="2507974" y="4055962"/>
                </a:lnTo>
                <a:lnTo>
                  <a:pt x="0" y="4055962"/>
                </a:lnTo>
                <a:lnTo>
                  <a:pt x="22942" y="3789041"/>
                </a:lnTo>
                <a:cubicBezTo>
                  <a:pt x="290736" y="1521935"/>
                  <a:pt x="1510333" y="126899"/>
                  <a:pt x="3885074" y="4662"/>
                </a:cubicBezTo>
                <a:cubicBezTo>
                  <a:pt x="3906982" y="3233"/>
                  <a:pt x="3931449" y="1983"/>
                  <a:pt x="3957883" y="933"/>
                </a:cubicBez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de-DE" sz="135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4F12EBF-CF8F-4714-BEE0-30A1064902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000" y="1746849"/>
            <a:ext cx="8604710" cy="2985633"/>
          </a:xfrm>
        </p:spPr>
        <p:txBody>
          <a:bodyPr lIns="0" tIns="0" rIns="0" bIns="0" anchor="t">
            <a:noAutofit/>
          </a:bodyPr>
          <a:lstStyle>
            <a:lvl1pPr>
              <a:lnSpc>
                <a:spcPct val="98000"/>
              </a:lnSpc>
              <a:defRPr sz="360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FBD57CF-8973-47C9-9121-BDA556598B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6D7373"/>
                </a:solidFill>
              </a:defRPr>
            </a:lvl1pPr>
          </a:lstStyle>
          <a:p>
            <a:r>
              <a:rPr lang="de-DE"/>
              <a:t>00.00.2020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2482F60-23B1-463D-B55F-91BC7B4C1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6D7373"/>
                </a:solidFill>
              </a:defRPr>
            </a:lvl1pPr>
          </a:lstStyle>
          <a:p>
            <a:r>
              <a:rPr lang="de-DE"/>
              <a:t>SRH Unternehmen  –  Max Mustermann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409AB51-B591-4F5B-967E-95DBFDF1A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6D7373"/>
                </a:solidFill>
              </a:defRPr>
            </a:lvl1pPr>
          </a:lstStyle>
          <a:p>
            <a:fld id="{075B144D-941B-4DFC-AF5F-0416193D12EC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0098816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Zwischenfolie Statements, Farb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ihandform: Form 10">
            <a:extLst>
              <a:ext uri="{FF2B5EF4-FFF2-40B4-BE49-F238E27FC236}">
                <a16:creationId xmlns:a16="http://schemas.microsoft.com/office/drawing/2014/main" id="{A89DF183-E411-4BC5-A0BE-9BB3970575D4}"/>
              </a:ext>
            </a:extLst>
          </p:cNvPr>
          <p:cNvSpPr/>
          <p:nvPr userDrawn="1"/>
        </p:nvSpPr>
        <p:spPr>
          <a:xfrm>
            <a:off x="6159018" y="2101529"/>
            <a:ext cx="2991910" cy="3041972"/>
          </a:xfrm>
          <a:custGeom>
            <a:avLst/>
            <a:gdLst>
              <a:gd name="connsiteX0" fmla="*/ 3989213 w 3989213"/>
              <a:gd name="connsiteY0" fmla="*/ 0 h 4055962"/>
              <a:gd name="connsiteX1" fmla="*/ 3989213 w 3989213"/>
              <a:gd name="connsiteY1" fmla="*/ 2389338 h 4055962"/>
              <a:gd name="connsiteX2" fmla="*/ 3858525 w 3989213"/>
              <a:gd name="connsiteY2" fmla="*/ 2411278 h 4055962"/>
              <a:gd name="connsiteX3" fmla="*/ 2529280 w 3989213"/>
              <a:gd name="connsiteY3" fmla="*/ 3871987 h 4055962"/>
              <a:gd name="connsiteX4" fmla="*/ 2507974 w 3989213"/>
              <a:gd name="connsiteY4" fmla="*/ 4055962 h 4055962"/>
              <a:gd name="connsiteX5" fmla="*/ 0 w 3989213"/>
              <a:gd name="connsiteY5" fmla="*/ 4055962 h 4055962"/>
              <a:gd name="connsiteX6" fmla="*/ 22942 w 3989213"/>
              <a:gd name="connsiteY6" fmla="*/ 3789041 h 4055962"/>
              <a:gd name="connsiteX7" fmla="*/ 3885074 w 3989213"/>
              <a:gd name="connsiteY7" fmla="*/ 4662 h 4055962"/>
              <a:gd name="connsiteX8" fmla="*/ 3957883 w 3989213"/>
              <a:gd name="connsiteY8" fmla="*/ 933 h 4055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89213" h="4055962">
                <a:moveTo>
                  <a:pt x="3989213" y="0"/>
                </a:moveTo>
                <a:lnTo>
                  <a:pt x="3989213" y="2389338"/>
                </a:lnTo>
                <a:lnTo>
                  <a:pt x="3858525" y="2411278"/>
                </a:lnTo>
                <a:cubicBezTo>
                  <a:pt x="2993398" y="2575443"/>
                  <a:pt x="2647939" y="3036171"/>
                  <a:pt x="2529280" y="3871987"/>
                </a:cubicBezTo>
                <a:lnTo>
                  <a:pt x="2507974" y="4055962"/>
                </a:lnTo>
                <a:lnTo>
                  <a:pt x="0" y="4055962"/>
                </a:lnTo>
                <a:lnTo>
                  <a:pt x="22942" y="3789041"/>
                </a:lnTo>
                <a:cubicBezTo>
                  <a:pt x="290736" y="1521935"/>
                  <a:pt x="1510333" y="126899"/>
                  <a:pt x="3885074" y="4662"/>
                </a:cubicBezTo>
                <a:cubicBezTo>
                  <a:pt x="3906982" y="3233"/>
                  <a:pt x="3931449" y="1983"/>
                  <a:pt x="3957883" y="933"/>
                </a:cubicBezTo>
                <a:close/>
              </a:path>
            </a:pathLst>
          </a:custGeom>
          <a:solidFill>
            <a:schemeClr val="bg2">
              <a:lumMod val="20000"/>
              <a:lumOff val="80000"/>
              <a:alpha val="20000"/>
            </a:schemeClr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de-DE" sz="135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4F12EBF-CF8F-4714-BEE0-30A1064902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000" y="1746849"/>
            <a:ext cx="8604710" cy="2985633"/>
          </a:xfrm>
        </p:spPr>
        <p:txBody>
          <a:bodyPr lIns="0" tIns="0" rIns="0" bIns="0" anchor="t">
            <a:noAutofit/>
          </a:bodyPr>
          <a:lstStyle>
            <a:lvl1pPr>
              <a:lnSpc>
                <a:spcPct val="98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FBD57CF-8973-47C9-9121-BDA556598B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00.00.2020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2482F60-23B1-463D-B55F-91BC7B4C1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SRH Unternehmen  –  Max Mustermann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409AB51-B591-4F5B-967E-95DBFDF1A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75B144D-941B-4DFC-AF5F-0416193D12EC}" type="slidenum">
              <a:rPr lang="de-DE" smtClean="0"/>
              <a:pPr/>
              <a:t>‹#›</a:t>
            </a:fld>
            <a:endParaRPr lang="de-DE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BBB8731D-4AC9-4D2E-9335-0D0C7773E29F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158019" y="269227"/>
            <a:ext cx="712992" cy="552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257376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Text, 1/2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Bildplatzhalter 10">
            <a:extLst>
              <a:ext uri="{FF2B5EF4-FFF2-40B4-BE49-F238E27FC236}">
                <a16:creationId xmlns:a16="http://schemas.microsoft.com/office/drawing/2014/main" id="{3210823F-C337-45F6-8F6B-044DECDD1A8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571999" y="0"/>
            <a:ext cx="4572000" cy="5143500"/>
          </a:xfrm>
          <a:solidFill>
            <a:schemeClr val="accent1">
              <a:lumMod val="20000"/>
              <a:lumOff val="80000"/>
            </a:schemeClr>
          </a:solidFill>
        </p:spPr>
        <p:txBody>
          <a:bodyPr/>
          <a:lstStyle/>
          <a:p>
            <a:endParaRPr lang="de-DE"/>
          </a:p>
        </p:txBody>
      </p:sp>
      <p:sp>
        <p:nvSpPr>
          <p:cNvPr id="29" name="Zeichen" hidden="1">
            <a:extLst>
              <a:ext uri="{FF2B5EF4-FFF2-40B4-BE49-F238E27FC236}">
                <a16:creationId xmlns:a16="http://schemas.microsoft.com/office/drawing/2014/main" id="{4E1C69AA-DE75-47AF-A9EE-1D16FC11535A}"/>
              </a:ext>
            </a:extLst>
          </p:cNvPr>
          <p:cNvSpPr/>
          <p:nvPr/>
        </p:nvSpPr>
        <p:spPr>
          <a:xfrm>
            <a:off x="6152091" y="2101529"/>
            <a:ext cx="2991910" cy="3041972"/>
          </a:xfrm>
          <a:custGeom>
            <a:avLst/>
            <a:gdLst>
              <a:gd name="connsiteX0" fmla="*/ 3989213 w 3989213"/>
              <a:gd name="connsiteY0" fmla="*/ 0 h 4055962"/>
              <a:gd name="connsiteX1" fmla="*/ 3989213 w 3989213"/>
              <a:gd name="connsiteY1" fmla="*/ 2389338 h 4055962"/>
              <a:gd name="connsiteX2" fmla="*/ 3858525 w 3989213"/>
              <a:gd name="connsiteY2" fmla="*/ 2411278 h 4055962"/>
              <a:gd name="connsiteX3" fmla="*/ 2529280 w 3989213"/>
              <a:gd name="connsiteY3" fmla="*/ 3871987 h 4055962"/>
              <a:gd name="connsiteX4" fmla="*/ 2507974 w 3989213"/>
              <a:gd name="connsiteY4" fmla="*/ 4055962 h 4055962"/>
              <a:gd name="connsiteX5" fmla="*/ 0 w 3989213"/>
              <a:gd name="connsiteY5" fmla="*/ 4055962 h 4055962"/>
              <a:gd name="connsiteX6" fmla="*/ 22942 w 3989213"/>
              <a:gd name="connsiteY6" fmla="*/ 3789041 h 4055962"/>
              <a:gd name="connsiteX7" fmla="*/ 3885074 w 3989213"/>
              <a:gd name="connsiteY7" fmla="*/ 4662 h 4055962"/>
              <a:gd name="connsiteX8" fmla="*/ 3957883 w 3989213"/>
              <a:gd name="connsiteY8" fmla="*/ 933 h 4055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89213" h="4055962">
                <a:moveTo>
                  <a:pt x="3989213" y="0"/>
                </a:moveTo>
                <a:lnTo>
                  <a:pt x="3989213" y="2389338"/>
                </a:lnTo>
                <a:lnTo>
                  <a:pt x="3858525" y="2411278"/>
                </a:lnTo>
                <a:cubicBezTo>
                  <a:pt x="2993398" y="2575443"/>
                  <a:pt x="2647939" y="3036171"/>
                  <a:pt x="2529280" y="3871987"/>
                </a:cubicBezTo>
                <a:lnTo>
                  <a:pt x="2507974" y="4055962"/>
                </a:lnTo>
                <a:lnTo>
                  <a:pt x="0" y="4055962"/>
                </a:lnTo>
                <a:lnTo>
                  <a:pt x="22942" y="3789041"/>
                </a:lnTo>
                <a:cubicBezTo>
                  <a:pt x="290736" y="1521935"/>
                  <a:pt x="1510333" y="126899"/>
                  <a:pt x="3885074" y="4662"/>
                </a:cubicBezTo>
                <a:cubicBezTo>
                  <a:pt x="3906982" y="3233"/>
                  <a:pt x="3931449" y="1983"/>
                  <a:pt x="3957883" y="933"/>
                </a:cubicBez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de-DE" sz="135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9591944-6061-4359-A642-BF8A239B26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000" y="269227"/>
            <a:ext cx="4025700" cy="626320"/>
          </a:xfrm>
        </p:spPr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D6E0015B-B602-441F-BCCE-3C0B8EED050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75733" y="1296000"/>
            <a:ext cx="4025700" cy="3172500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E1A042D-D00A-488B-B800-3BB1279684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00.00.2020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7B713B8-12EB-4C04-9B73-0F40C27848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89881" y="4767263"/>
            <a:ext cx="3311552" cy="273844"/>
          </a:xfrm>
        </p:spPr>
        <p:txBody>
          <a:bodyPr/>
          <a:lstStyle/>
          <a:p>
            <a:r>
              <a:rPr lang="de-DE"/>
              <a:t>SRH Unternehmen  –  Max Mustermann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6CB8D8A-0190-4905-BE9D-E7A8085E0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B144D-941B-4DFC-AF5F-0416193D12EC}" type="slidenum">
              <a:rPr lang="de-DE" smtClean="0"/>
              <a:t>‹#›</a:t>
            </a:fld>
            <a:endParaRPr lang="de-DE"/>
          </a:p>
        </p:txBody>
      </p:sp>
      <p:sp>
        <p:nvSpPr>
          <p:cNvPr id="15" name="SmartArt-Platzhalter 14">
            <a:extLst>
              <a:ext uri="{FF2B5EF4-FFF2-40B4-BE49-F238E27FC236}">
                <a16:creationId xmlns:a16="http://schemas.microsoft.com/office/drawing/2014/main" id="{1542430D-7D46-45F4-82FB-B364BE702A78}"/>
              </a:ext>
            </a:extLst>
          </p:cNvPr>
          <p:cNvSpPr>
            <a:spLocks noGrp="1"/>
          </p:cNvSpPr>
          <p:nvPr>
            <p:ph type="dgm" sz="quarter" idx="16"/>
          </p:nvPr>
        </p:nvSpPr>
        <p:spPr>
          <a:xfrm>
            <a:off x="8158019" y="269227"/>
            <a:ext cx="712992" cy="552809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00">
                <a:noFill/>
              </a:defRPr>
            </a:lvl1pPr>
          </a:lstStyle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4964117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/3 Text, 1/3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Zeichen" hidden="1">
            <a:extLst>
              <a:ext uri="{FF2B5EF4-FFF2-40B4-BE49-F238E27FC236}">
                <a16:creationId xmlns:a16="http://schemas.microsoft.com/office/drawing/2014/main" id="{4E1C69AA-DE75-47AF-A9EE-1D16FC11535A}"/>
              </a:ext>
            </a:extLst>
          </p:cNvPr>
          <p:cNvSpPr/>
          <p:nvPr/>
        </p:nvSpPr>
        <p:spPr>
          <a:xfrm>
            <a:off x="6152091" y="2101529"/>
            <a:ext cx="2991910" cy="3041972"/>
          </a:xfrm>
          <a:custGeom>
            <a:avLst/>
            <a:gdLst>
              <a:gd name="connsiteX0" fmla="*/ 3989213 w 3989213"/>
              <a:gd name="connsiteY0" fmla="*/ 0 h 4055962"/>
              <a:gd name="connsiteX1" fmla="*/ 3989213 w 3989213"/>
              <a:gd name="connsiteY1" fmla="*/ 2389338 h 4055962"/>
              <a:gd name="connsiteX2" fmla="*/ 3858525 w 3989213"/>
              <a:gd name="connsiteY2" fmla="*/ 2411278 h 4055962"/>
              <a:gd name="connsiteX3" fmla="*/ 2529280 w 3989213"/>
              <a:gd name="connsiteY3" fmla="*/ 3871987 h 4055962"/>
              <a:gd name="connsiteX4" fmla="*/ 2507974 w 3989213"/>
              <a:gd name="connsiteY4" fmla="*/ 4055962 h 4055962"/>
              <a:gd name="connsiteX5" fmla="*/ 0 w 3989213"/>
              <a:gd name="connsiteY5" fmla="*/ 4055962 h 4055962"/>
              <a:gd name="connsiteX6" fmla="*/ 22942 w 3989213"/>
              <a:gd name="connsiteY6" fmla="*/ 3789041 h 4055962"/>
              <a:gd name="connsiteX7" fmla="*/ 3885074 w 3989213"/>
              <a:gd name="connsiteY7" fmla="*/ 4662 h 4055962"/>
              <a:gd name="connsiteX8" fmla="*/ 3957883 w 3989213"/>
              <a:gd name="connsiteY8" fmla="*/ 933 h 4055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89213" h="4055962">
                <a:moveTo>
                  <a:pt x="3989213" y="0"/>
                </a:moveTo>
                <a:lnTo>
                  <a:pt x="3989213" y="2389338"/>
                </a:lnTo>
                <a:lnTo>
                  <a:pt x="3858525" y="2411278"/>
                </a:lnTo>
                <a:cubicBezTo>
                  <a:pt x="2993398" y="2575443"/>
                  <a:pt x="2647939" y="3036171"/>
                  <a:pt x="2529280" y="3871987"/>
                </a:cubicBezTo>
                <a:lnTo>
                  <a:pt x="2507974" y="4055962"/>
                </a:lnTo>
                <a:lnTo>
                  <a:pt x="0" y="4055962"/>
                </a:lnTo>
                <a:lnTo>
                  <a:pt x="22942" y="3789041"/>
                </a:lnTo>
                <a:cubicBezTo>
                  <a:pt x="290736" y="1521935"/>
                  <a:pt x="1510333" y="126899"/>
                  <a:pt x="3885074" y="4662"/>
                </a:cubicBezTo>
                <a:cubicBezTo>
                  <a:pt x="3906982" y="3233"/>
                  <a:pt x="3931449" y="1983"/>
                  <a:pt x="3957883" y="933"/>
                </a:cubicBez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de-DE" sz="135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9591944-6061-4359-A642-BF8A239B26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000" y="269227"/>
            <a:ext cx="6874200" cy="626320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D6E0015B-B602-441F-BCCE-3C0B8EED050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75733" y="1296000"/>
            <a:ext cx="5640417" cy="31725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E1A042D-D00A-488B-B800-3BB1279684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00.00.2020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7B713B8-12EB-4C04-9B73-0F40C27848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89881" y="4767263"/>
            <a:ext cx="3311552" cy="273844"/>
          </a:xfrm>
        </p:spPr>
        <p:txBody>
          <a:bodyPr/>
          <a:lstStyle/>
          <a:p>
            <a:r>
              <a:rPr lang="de-DE"/>
              <a:t>SRH Unternehmen  –  Max Mustermann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6CB8D8A-0190-4905-BE9D-E7A8085E0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B144D-941B-4DFC-AF5F-0416193D12EC}" type="slidenum">
              <a:rPr lang="de-DE" smtClean="0"/>
              <a:t>‹#›</a:t>
            </a:fld>
            <a:endParaRPr lang="de-DE"/>
          </a:p>
        </p:txBody>
      </p:sp>
      <p:sp>
        <p:nvSpPr>
          <p:cNvPr id="14" name="Bildplatzhalter 10">
            <a:extLst>
              <a:ext uri="{FF2B5EF4-FFF2-40B4-BE49-F238E27FC236}">
                <a16:creationId xmlns:a16="http://schemas.microsoft.com/office/drawing/2014/main" id="{0B42F015-4444-4B37-93BC-1B2A7278A9BD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186150" y="1296000"/>
            <a:ext cx="2688300" cy="3172500"/>
          </a:xfrm>
          <a:solidFill>
            <a:schemeClr val="accent1">
              <a:lumMod val="20000"/>
              <a:lumOff val="80000"/>
            </a:schemeClr>
          </a:solidFill>
        </p:spPr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1452743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2/3 Text, 1/3 Bild im Anschnit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Zeichen" hidden="1">
            <a:extLst>
              <a:ext uri="{FF2B5EF4-FFF2-40B4-BE49-F238E27FC236}">
                <a16:creationId xmlns:a16="http://schemas.microsoft.com/office/drawing/2014/main" id="{4E1C69AA-DE75-47AF-A9EE-1D16FC11535A}"/>
              </a:ext>
            </a:extLst>
          </p:cNvPr>
          <p:cNvSpPr/>
          <p:nvPr/>
        </p:nvSpPr>
        <p:spPr>
          <a:xfrm>
            <a:off x="6152091" y="2101529"/>
            <a:ext cx="2991910" cy="3041972"/>
          </a:xfrm>
          <a:custGeom>
            <a:avLst/>
            <a:gdLst>
              <a:gd name="connsiteX0" fmla="*/ 3989213 w 3989213"/>
              <a:gd name="connsiteY0" fmla="*/ 0 h 4055962"/>
              <a:gd name="connsiteX1" fmla="*/ 3989213 w 3989213"/>
              <a:gd name="connsiteY1" fmla="*/ 2389338 h 4055962"/>
              <a:gd name="connsiteX2" fmla="*/ 3858525 w 3989213"/>
              <a:gd name="connsiteY2" fmla="*/ 2411278 h 4055962"/>
              <a:gd name="connsiteX3" fmla="*/ 2529280 w 3989213"/>
              <a:gd name="connsiteY3" fmla="*/ 3871987 h 4055962"/>
              <a:gd name="connsiteX4" fmla="*/ 2507974 w 3989213"/>
              <a:gd name="connsiteY4" fmla="*/ 4055962 h 4055962"/>
              <a:gd name="connsiteX5" fmla="*/ 0 w 3989213"/>
              <a:gd name="connsiteY5" fmla="*/ 4055962 h 4055962"/>
              <a:gd name="connsiteX6" fmla="*/ 22942 w 3989213"/>
              <a:gd name="connsiteY6" fmla="*/ 3789041 h 4055962"/>
              <a:gd name="connsiteX7" fmla="*/ 3885074 w 3989213"/>
              <a:gd name="connsiteY7" fmla="*/ 4662 h 4055962"/>
              <a:gd name="connsiteX8" fmla="*/ 3957883 w 3989213"/>
              <a:gd name="connsiteY8" fmla="*/ 933 h 4055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89213" h="4055962">
                <a:moveTo>
                  <a:pt x="3989213" y="0"/>
                </a:moveTo>
                <a:lnTo>
                  <a:pt x="3989213" y="2389338"/>
                </a:lnTo>
                <a:lnTo>
                  <a:pt x="3858525" y="2411278"/>
                </a:lnTo>
                <a:cubicBezTo>
                  <a:pt x="2993398" y="2575443"/>
                  <a:pt x="2647939" y="3036171"/>
                  <a:pt x="2529280" y="3871987"/>
                </a:cubicBezTo>
                <a:lnTo>
                  <a:pt x="2507974" y="4055962"/>
                </a:lnTo>
                <a:lnTo>
                  <a:pt x="0" y="4055962"/>
                </a:lnTo>
                <a:lnTo>
                  <a:pt x="22942" y="3789041"/>
                </a:lnTo>
                <a:cubicBezTo>
                  <a:pt x="290736" y="1521935"/>
                  <a:pt x="1510333" y="126899"/>
                  <a:pt x="3885074" y="4662"/>
                </a:cubicBezTo>
                <a:cubicBezTo>
                  <a:pt x="3906982" y="3233"/>
                  <a:pt x="3931449" y="1983"/>
                  <a:pt x="3957883" y="933"/>
                </a:cubicBez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de-DE" sz="135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9591944-6061-4359-A642-BF8A239B26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000" y="269227"/>
            <a:ext cx="6874200" cy="626320"/>
          </a:xfrm>
        </p:spPr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D6E0015B-B602-441F-BCCE-3C0B8EED050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75733" y="1296000"/>
            <a:ext cx="5640417" cy="3172500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E1A042D-D00A-488B-B800-3BB1279684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00.00.2020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7B713B8-12EB-4C04-9B73-0F40C27848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89881" y="4767263"/>
            <a:ext cx="3311552" cy="273844"/>
          </a:xfrm>
        </p:spPr>
        <p:txBody>
          <a:bodyPr/>
          <a:lstStyle/>
          <a:p>
            <a:r>
              <a:rPr lang="de-DE"/>
              <a:t>SRH Unternehmen  –  Max Mustermann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6CB8D8A-0190-4905-BE9D-E7A8085E0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B144D-941B-4DFC-AF5F-0416193D12EC}" type="slidenum">
              <a:rPr lang="de-DE" smtClean="0"/>
              <a:t>‹#›</a:t>
            </a:fld>
            <a:endParaRPr lang="de-DE"/>
          </a:p>
        </p:txBody>
      </p:sp>
      <p:sp>
        <p:nvSpPr>
          <p:cNvPr id="14" name="Bildplatzhalter 10">
            <a:extLst>
              <a:ext uri="{FF2B5EF4-FFF2-40B4-BE49-F238E27FC236}">
                <a16:creationId xmlns:a16="http://schemas.microsoft.com/office/drawing/2014/main" id="{0B42F015-4444-4B37-93BC-1B2A7278A9BD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186150" y="1296000"/>
            <a:ext cx="2957850" cy="3172500"/>
          </a:xfrm>
          <a:solidFill>
            <a:schemeClr val="accent1">
              <a:lumMod val="20000"/>
              <a:lumOff val="80000"/>
            </a:schemeClr>
          </a:solidFill>
        </p:spPr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8321750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1 Inhalt auf warm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>
            <a:extLst>
              <a:ext uri="{FF2B5EF4-FFF2-40B4-BE49-F238E27FC236}">
                <a16:creationId xmlns:a16="http://schemas.microsoft.com/office/drawing/2014/main" id="{7269AF68-988A-4253-A129-3A4AAE090308}"/>
              </a:ext>
            </a:extLst>
          </p:cNvPr>
          <p:cNvSpPr/>
          <p:nvPr userDrawn="1"/>
        </p:nvSpPr>
        <p:spPr>
          <a:xfrm>
            <a:off x="0" y="1054579"/>
            <a:ext cx="9144000" cy="4088921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350"/>
          </a:p>
        </p:txBody>
      </p:sp>
      <p:sp>
        <p:nvSpPr>
          <p:cNvPr id="29" name="Freihandform: Form 28">
            <a:extLst>
              <a:ext uri="{FF2B5EF4-FFF2-40B4-BE49-F238E27FC236}">
                <a16:creationId xmlns:a16="http://schemas.microsoft.com/office/drawing/2014/main" id="{4E1C69AA-DE75-47AF-A9EE-1D16FC11535A}"/>
              </a:ext>
            </a:extLst>
          </p:cNvPr>
          <p:cNvSpPr/>
          <p:nvPr/>
        </p:nvSpPr>
        <p:spPr>
          <a:xfrm>
            <a:off x="6152091" y="2101529"/>
            <a:ext cx="2991910" cy="3041972"/>
          </a:xfrm>
          <a:custGeom>
            <a:avLst/>
            <a:gdLst>
              <a:gd name="connsiteX0" fmla="*/ 3989213 w 3989213"/>
              <a:gd name="connsiteY0" fmla="*/ 0 h 4055962"/>
              <a:gd name="connsiteX1" fmla="*/ 3989213 w 3989213"/>
              <a:gd name="connsiteY1" fmla="*/ 2389338 h 4055962"/>
              <a:gd name="connsiteX2" fmla="*/ 3858525 w 3989213"/>
              <a:gd name="connsiteY2" fmla="*/ 2411278 h 4055962"/>
              <a:gd name="connsiteX3" fmla="*/ 2529280 w 3989213"/>
              <a:gd name="connsiteY3" fmla="*/ 3871987 h 4055962"/>
              <a:gd name="connsiteX4" fmla="*/ 2507974 w 3989213"/>
              <a:gd name="connsiteY4" fmla="*/ 4055962 h 4055962"/>
              <a:gd name="connsiteX5" fmla="*/ 0 w 3989213"/>
              <a:gd name="connsiteY5" fmla="*/ 4055962 h 4055962"/>
              <a:gd name="connsiteX6" fmla="*/ 22942 w 3989213"/>
              <a:gd name="connsiteY6" fmla="*/ 3789041 h 4055962"/>
              <a:gd name="connsiteX7" fmla="*/ 3885074 w 3989213"/>
              <a:gd name="connsiteY7" fmla="*/ 4662 h 4055962"/>
              <a:gd name="connsiteX8" fmla="*/ 3957883 w 3989213"/>
              <a:gd name="connsiteY8" fmla="*/ 933 h 4055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89213" h="4055962">
                <a:moveTo>
                  <a:pt x="3989213" y="0"/>
                </a:moveTo>
                <a:lnTo>
                  <a:pt x="3989213" y="2389338"/>
                </a:lnTo>
                <a:lnTo>
                  <a:pt x="3858525" y="2411278"/>
                </a:lnTo>
                <a:cubicBezTo>
                  <a:pt x="2993398" y="2575443"/>
                  <a:pt x="2647939" y="3036171"/>
                  <a:pt x="2529280" y="3871987"/>
                </a:cubicBezTo>
                <a:lnTo>
                  <a:pt x="2507974" y="4055962"/>
                </a:lnTo>
                <a:lnTo>
                  <a:pt x="0" y="4055962"/>
                </a:lnTo>
                <a:lnTo>
                  <a:pt x="22942" y="3789041"/>
                </a:lnTo>
                <a:cubicBezTo>
                  <a:pt x="290736" y="1521935"/>
                  <a:pt x="1510333" y="126899"/>
                  <a:pt x="3885074" y="4662"/>
                </a:cubicBezTo>
                <a:cubicBezTo>
                  <a:pt x="3906982" y="3233"/>
                  <a:pt x="3931449" y="1983"/>
                  <a:pt x="3957883" y="933"/>
                </a:cubicBezTo>
                <a:close/>
              </a:path>
            </a:pathLst>
          </a:custGeom>
          <a:solidFill>
            <a:srgbClr val="E6E3E2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de-DE" sz="135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9591944-6061-4359-A642-BF8A239B26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999" y="269227"/>
            <a:ext cx="6868800" cy="626320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111897A1-EA56-4E00-87BD-78D97639AC3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69550" y="1296000"/>
            <a:ext cx="6868800" cy="31725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E1A042D-D00A-488B-B800-3BB1279684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00.00.2020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7B713B8-12EB-4C04-9B73-0F40C27848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SRH Unternehmen  –  Max Mustermann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6CB8D8A-0190-4905-BE9D-E7A8085E0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B144D-941B-4DFC-AF5F-0416193D12E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890717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gramme auf warm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hteck 13">
            <a:extLst>
              <a:ext uri="{FF2B5EF4-FFF2-40B4-BE49-F238E27FC236}">
                <a16:creationId xmlns:a16="http://schemas.microsoft.com/office/drawing/2014/main" id="{17DB8FB4-2383-45B9-9AE6-EBC2F37106BB}"/>
              </a:ext>
            </a:extLst>
          </p:cNvPr>
          <p:cNvSpPr/>
          <p:nvPr userDrawn="1"/>
        </p:nvSpPr>
        <p:spPr>
          <a:xfrm>
            <a:off x="0" y="1054579"/>
            <a:ext cx="9144000" cy="4088921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35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9591944-6061-4359-A642-BF8A239B26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9" name="Diagrammplatzhalter 8">
            <a:extLst>
              <a:ext uri="{FF2B5EF4-FFF2-40B4-BE49-F238E27FC236}">
                <a16:creationId xmlns:a16="http://schemas.microsoft.com/office/drawing/2014/main" id="{255DC5E6-3687-4930-935D-6959AEFDD585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1535721" y="1458000"/>
            <a:ext cx="2901280" cy="2403000"/>
          </a:xfrm>
        </p:spPr>
        <p:txBody>
          <a:bodyPr/>
          <a:lstStyle/>
          <a:p>
            <a:endParaRPr lang="de-DE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E1A042D-D00A-488B-B800-3BB1279684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00.00.2020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7B713B8-12EB-4C04-9B73-0F40C27848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SRH Unternehmen  –  Max Mustermann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6CB8D8A-0190-4905-BE9D-E7A8085E0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B144D-941B-4DFC-AF5F-0416193D12EC}" type="slidenum">
              <a:rPr lang="de-DE" smtClean="0"/>
              <a:t>‹#›</a:t>
            </a:fld>
            <a:endParaRPr lang="de-DE"/>
          </a:p>
        </p:txBody>
      </p:sp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0DA6BB21-4596-46E1-A515-1F684F164C8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535721" y="3909580"/>
            <a:ext cx="2901280" cy="554132"/>
          </a:xfrm>
        </p:spPr>
        <p:txBody>
          <a:bodyPr/>
          <a:lstStyle>
            <a:lvl1pPr algn="ctr">
              <a:spcBef>
                <a:spcPts val="0"/>
              </a:spcBef>
              <a:defRPr sz="1050" b="0">
                <a:solidFill>
                  <a:schemeClr val="tx1"/>
                </a:solidFill>
              </a:defRPr>
            </a:lvl1pPr>
            <a:lvl2pPr>
              <a:defRPr sz="1050"/>
            </a:lvl2pPr>
            <a:lvl3pPr marL="0" indent="0">
              <a:buNone/>
              <a:defRPr sz="1050" b="0">
                <a:solidFill>
                  <a:srgbClr val="2C2E2E"/>
                </a:solidFill>
              </a:defRPr>
            </a:lvl3pPr>
            <a:lvl4pPr>
              <a:spcBef>
                <a:spcPts val="0"/>
              </a:spcBef>
              <a:defRPr sz="1050" b="0">
                <a:solidFill>
                  <a:srgbClr val="2C2E2E"/>
                </a:solidFill>
              </a:defRPr>
            </a:lvl4pPr>
            <a:lvl5pPr>
              <a:spcBef>
                <a:spcPts val="0"/>
              </a:spcBef>
              <a:defRPr sz="1050" b="0">
                <a:solidFill>
                  <a:srgbClr val="2C2E2E"/>
                </a:solidFill>
              </a:defRPr>
            </a:lvl5pPr>
            <a:lvl6pPr>
              <a:lnSpc>
                <a:spcPct val="110000"/>
              </a:lnSpc>
              <a:spcBef>
                <a:spcPts val="0"/>
              </a:spcBef>
              <a:defRPr sz="1050" b="0">
                <a:solidFill>
                  <a:srgbClr val="2C2E2E"/>
                </a:solidFill>
              </a:defRPr>
            </a:lvl6pPr>
            <a:lvl7pPr>
              <a:lnSpc>
                <a:spcPct val="110000"/>
              </a:lnSpc>
              <a:spcBef>
                <a:spcPts val="0"/>
              </a:spcBef>
              <a:defRPr sz="1050" b="0">
                <a:solidFill>
                  <a:srgbClr val="2C2E2E"/>
                </a:solidFill>
                <a:latin typeface="+mn-lt"/>
              </a:defRPr>
            </a:lvl7pPr>
            <a:lvl8pPr>
              <a:lnSpc>
                <a:spcPct val="110000"/>
              </a:lnSpc>
              <a:spcBef>
                <a:spcPts val="0"/>
              </a:spcBef>
              <a:defRPr sz="1050" b="0">
                <a:solidFill>
                  <a:srgbClr val="2C2E2E"/>
                </a:solidFill>
                <a:latin typeface="+mn-lt"/>
              </a:defRPr>
            </a:lvl8pPr>
            <a:lvl9pPr>
              <a:spcBef>
                <a:spcPts val="0"/>
              </a:spcBef>
              <a:defRPr sz="1050" b="0">
                <a:solidFill>
                  <a:srgbClr val="2C2E2E"/>
                </a:solidFill>
              </a:defRPr>
            </a:lvl9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28" name="Textplatzhalter 17">
            <a:extLst>
              <a:ext uri="{FF2B5EF4-FFF2-40B4-BE49-F238E27FC236}">
                <a16:creationId xmlns:a16="http://schemas.microsoft.com/office/drawing/2014/main" id="{03911FAF-8E7F-48D9-B333-619FD953D2D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707000" y="3909580"/>
            <a:ext cx="2901280" cy="554132"/>
          </a:xfrm>
        </p:spPr>
        <p:txBody>
          <a:bodyPr/>
          <a:lstStyle>
            <a:lvl1pPr algn="ctr">
              <a:spcBef>
                <a:spcPts val="0"/>
              </a:spcBef>
              <a:defRPr sz="1050" b="0">
                <a:solidFill>
                  <a:schemeClr val="tx1"/>
                </a:solidFill>
              </a:defRPr>
            </a:lvl1pPr>
            <a:lvl2pPr>
              <a:defRPr sz="1050"/>
            </a:lvl2pPr>
            <a:lvl3pPr marL="0" indent="0">
              <a:buNone/>
              <a:defRPr sz="1050" b="0">
                <a:solidFill>
                  <a:srgbClr val="2C2E2E"/>
                </a:solidFill>
              </a:defRPr>
            </a:lvl3pPr>
            <a:lvl4pPr>
              <a:spcBef>
                <a:spcPts val="0"/>
              </a:spcBef>
              <a:defRPr sz="1050" b="0">
                <a:solidFill>
                  <a:srgbClr val="2C2E2E"/>
                </a:solidFill>
              </a:defRPr>
            </a:lvl4pPr>
            <a:lvl5pPr>
              <a:spcBef>
                <a:spcPts val="0"/>
              </a:spcBef>
              <a:defRPr sz="1050" b="0">
                <a:solidFill>
                  <a:srgbClr val="2C2E2E"/>
                </a:solidFill>
              </a:defRPr>
            </a:lvl5pPr>
            <a:lvl6pPr>
              <a:lnSpc>
                <a:spcPct val="110000"/>
              </a:lnSpc>
              <a:spcBef>
                <a:spcPts val="0"/>
              </a:spcBef>
              <a:defRPr sz="1050" b="0">
                <a:solidFill>
                  <a:srgbClr val="2C2E2E"/>
                </a:solidFill>
              </a:defRPr>
            </a:lvl6pPr>
            <a:lvl7pPr>
              <a:lnSpc>
                <a:spcPct val="110000"/>
              </a:lnSpc>
              <a:spcBef>
                <a:spcPts val="0"/>
              </a:spcBef>
              <a:defRPr sz="1050" b="0">
                <a:solidFill>
                  <a:srgbClr val="2C2E2E"/>
                </a:solidFill>
                <a:latin typeface="+mn-lt"/>
              </a:defRPr>
            </a:lvl7pPr>
            <a:lvl8pPr>
              <a:lnSpc>
                <a:spcPct val="110000"/>
              </a:lnSpc>
              <a:spcBef>
                <a:spcPts val="0"/>
              </a:spcBef>
              <a:defRPr sz="1050" b="0">
                <a:solidFill>
                  <a:srgbClr val="2C2E2E"/>
                </a:solidFill>
                <a:latin typeface="+mn-lt"/>
              </a:defRPr>
            </a:lvl8pPr>
            <a:lvl9pPr>
              <a:spcBef>
                <a:spcPts val="0"/>
              </a:spcBef>
              <a:defRPr sz="1050" b="0">
                <a:solidFill>
                  <a:srgbClr val="2C2E2E"/>
                </a:solidFill>
              </a:defRPr>
            </a:lvl9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30" name="Diagrammplatzhalter 8">
            <a:extLst>
              <a:ext uri="{FF2B5EF4-FFF2-40B4-BE49-F238E27FC236}">
                <a16:creationId xmlns:a16="http://schemas.microsoft.com/office/drawing/2014/main" id="{82F84FDF-40D0-4981-B1F5-E20639CEDD2E}"/>
              </a:ext>
            </a:extLst>
          </p:cNvPr>
          <p:cNvSpPr>
            <a:spLocks noGrp="1"/>
          </p:cNvSpPr>
          <p:nvPr>
            <p:ph type="chart" sz="quarter" idx="19"/>
          </p:nvPr>
        </p:nvSpPr>
        <p:spPr>
          <a:xfrm>
            <a:off x="4707000" y="1458000"/>
            <a:ext cx="2901280" cy="2403000"/>
          </a:xfrm>
        </p:spPr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43914856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le auf warm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hteck 13">
            <a:extLst>
              <a:ext uri="{FF2B5EF4-FFF2-40B4-BE49-F238E27FC236}">
                <a16:creationId xmlns:a16="http://schemas.microsoft.com/office/drawing/2014/main" id="{17DB8FB4-2383-45B9-9AE6-EBC2F37106BB}"/>
              </a:ext>
            </a:extLst>
          </p:cNvPr>
          <p:cNvSpPr/>
          <p:nvPr userDrawn="1"/>
        </p:nvSpPr>
        <p:spPr>
          <a:xfrm>
            <a:off x="0" y="1054579"/>
            <a:ext cx="9144000" cy="4088921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35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9591944-6061-4359-A642-BF8A239B26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8" name="Tabellenplatzhalter 7">
            <a:extLst>
              <a:ext uri="{FF2B5EF4-FFF2-40B4-BE49-F238E27FC236}">
                <a16:creationId xmlns:a16="http://schemas.microsoft.com/office/drawing/2014/main" id="{F255DF77-CD01-4D1B-BC9A-507F01212649}"/>
              </a:ext>
            </a:extLst>
          </p:cNvPr>
          <p:cNvSpPr>
            <a:spLocks noGrp="1"/>
          </p:cNvSpPr>
          <p:nvPr>
            <p:ph type="tbl" sz="quarter" idx="17"/>
          </p:nvPr>
        </p:nvSpPr>
        <p:spPr>
          <a:xfrm>
            <a:off x="269999" y="2155533"/>
            <a:ext cx="6868800" cy="1744284"/>
          </a:xfrm>
        </p:spPr>
        <p:txBody>
          <a:bodyPr/>
          <a:lstStyle/>
          <a:p>
            <a:endParaRPr lang="de-DE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E1A042D-D00A-488B-B800-3BB1279684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00.00.2020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7B713B8-12EB-4C04-9B73-0F40C27848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SRH Unternehmen  –  Max Mustermann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6CB8D8A-0190-4905-BE9D-E7A8085E0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B144D-941B-4DFC-AF5F-0416193D12EC}" type="slidenum">
              <a:rPr lang="de-DE" smtClean="0"/>
              <a:t>‹#›</a:t>
            </a:fld>
            <a:endParaRPr lang="de-DE"/>
          </a:p>
        </p:txBody>
      </p:sp>
      <p:sp>
        <p:nvSpPr>
          <p:cNvPr id="7" name="Tabellenplatzhalter 6">
            <a:extLst>
              <a:ext uri="{FF2B5EF4-FFF2-40B4-BE49-F238E27FC236}">
                <a16:creationId xmlns:a16="http://schemas.microsoft.com/office/drawing/2014/main" id="{8722EC19-EBD0-46D7-BE18-A0FF5FD1E390}"/>
              </a:ext>
            </a:extLst>
          </p:cNvPr>
          <p:cNvSpPr>
            <a:spLocks noGrp="1"/>
          </p:cNvSpPr>
          <p:nvPr>
            <p:ph type="tbl" sz="quarter" idx="18"/>
          </p:nvPr>
        </p:nvSpPr>
        <p:spPr>
          <a:xfrm>
            <a:off x="269999" y="1296000"/>
            <a:ext cx="6868800" cy="585713"/>
          </a:xfrm>
        </p:spPr>
        <p:txBody>
          <a:bodyPr/>
          <a:lstStyle/>
          <a:p>
            <a:endParaRPr lang="de-DE" dirty="0"/>
          </a:p>
        </p:txBody>
      </p:sp>
      <p:sp>
        <p:nvSpPr>
          <p:cNvPr id="12" name="Textplatzhalter 17">
            <a:extLst>
              <a:ext uri="{FF2B5EF4-FFF2-40B4-BE49-F238E27FC236}">
                <a16:creationId xmlns:a16="http://schemas.microsoft.com/office/drawing/2014/main" id="{5FF8A264-794E-45B1-A549-AD3AD03960D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69999" y="4097667"/>
            <a:ext cx="6868800" cy="370750"/>
          </a:xfrm>
        </p:spPr>
        <p:txBody>
          <a:bodyPr anchor="b"/>
          <a:lstStyle>
            <a:lvl1pPr algn="l">
              <a:spcBef>
                <a:spcPts val="0"/>
              </a:spcBef>
              <a:defRPr sz="900" b="0">
                <a:solidFill>
                  <a:schemeClr val="tx1"/>
                </a:solidFill>
              </a:defRPr>
            </a:lvl1pPr>
            <a:lvl2pPr>
              <a:defRPr sz="1050"/>
            </a:lvl2pPr>
            <a:lvl3pPr marL="0" indent="0">
              <a:buNone/>
              <a:defRPr sz="1050" b="0">
                <a:solidFill>
                  <a:srgbClr val="2C2E2E"/>
                </a:solidFill>
              </a:defRPr>
            </a:lvl3pPr>
            <a:lvl4pPr>
              <a:spcBef>
                <a:spcPts val="0"/>
              </a:spcBef>
              <a:defRPr sz="1050" b="0">
                <a:solidFill>
                  <a:srgbClr val="2C2E2E"/>
                </a:solidFill>
              </a:defRPr>
            </a:lvl4pPr>
            <a:lvl5pPr>
              <a:spcBef>
                <a:spcPts val="0"/>
              </a:spcBef>
              <a:defRPr sz="1050" b="0">
                <a:solidFill>
                  <a:srgbClr val="2C2E2E"/>
                </a:solidFill>
              </a:defRPr>
            </a:lvl5pPr>
            <a:lvl6pPr>
              <a:lnSpc>
                <a:spcPct val="110000"/>
              </a:lnSpc>
              <a:spcBef>
                <a:spcPts val="0"/>
              </a:spcBef>
              <a:defRPr sz="1050" b="0">
                <a:solidFill>
                  <a:srgbClr val="2C2E2E"/>
                </a:solidFill>
              </a:defRPr>
            </a:lvl6pPr>
            <a:lvl7pPr>
              <a:lnSpc>
                <a:spcPct val="110000"/>
              </a:lnSpc>
              <a:spcBef>
                <a:spcPts val="0"/>
              </a:spcBef>
              <a:defRPr sz="1050" b="0">
                <a:solidFill>
                  <a:srgbClr val="2C2E2E"/>
                </a:solidFill>
                <a:latin typeface="+mn-lt"/>
              </a:defRPr>
            </a:lvl7pPr>
            <a:lvl8pPr>
              <a:lnSpc>
                <a:spcPct val="110000"/>
              </a:lnSpc>
              <a:spcBef>
                <a:spcPts val="0"/>
              </a:spcBef>
              <a:defRPr sz="1050" b="0">
                <a:solidFill>
                  <a:srgbClr val="2C2E2E"/>
                </a:solidFill>
                <a:latin typeface="+mn-lt"/>
              </a:defRPr>
            </a:lvl8pPr>
            <a:lvl9pPr>
              <a:spcBef>
                <a:spcPts val="0"/>
              </a:spcBef>
              <a:defRPr sz="1050" b="0">
                <a:solidFill>
                  <a:srgbClr val="2C2E2E"/>
                </a:solidFill>
              </a:defRPr>
            </a:lvl9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81441762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le auf wei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9591944-6061-4359-A642-BF8A239B26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8" name="Tabellenplatzhalter 7">
            <a:extLst>
              <a:ext uri="{FF2B5EF4-FFF2-40B4-BE49-F238E27FC236}">
                <a16:creationId xmlns:a16="http://schemas.microsoft.com/office/drawing/2014/main" id="{F255DF77-CD01-4D1B-BC9A-507F01212649}"/>
              </a:ext>
            </a:extLst>
          </p:cNvPr>
          <p:cNvSpPr>
            <a:spLocks noGrp="1"/>
          </p:cNvSpPr>
          <p:nvPr>
            <p:ph type="tbl" sz="quarter" idx="17"/>
          </p:nvPr>
        </p:nvSpPr>
        <p:spPr>
          <a:xfrm>
            <a:off x="269999" y="2155533"/>
            <a:ext cx="6868800" cy="1744284"/>
          </a:xfrm>
        </p:spPr>
        <p:txBody>
          <a:bodyPr/>
          <a:lstStyle/>
          <a:p>
            <a:endParaRPr lang="de-DE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E1A042D-D00A-488B-B800-3BB1279684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00.00.2020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7B713B8-12EB-4C04-9B73-0F40C27848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SRH Unternehmen  –  Max Mustermann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6CB8D8A-0190-4905-BE9D-E7A8085E0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B144D-941B-4DFC-AF5F-0416193D12EC}" type="slidenum">
              <a:rPr lang="de-DE" smtClean="0"/>
              <a:t>‹#›</a:t>
            </a:fld>
            <a:endParaRPr lang="de-DE"/>
          </a:p>
        </p:txBody>
      </p:sp>
      <p:sp>
        <p:nvSpPr>
          <p:cNvPr id="7" name="Tabellenplatzhalter 6">
            <a:extLst>
              <a:ext uri="{FF2B5EF4-FFF2-40B4-BE49-F238E27FC236}">
                <a16:creationId xmlns:a16="http://schemas.microsoft.com/office/drawing/2014/main" id="{8722EC19-EBD0-46D7-BE18-A0FF5FD1E390}"/>
              </a:ext>
            </a:extLst>
          </p:cNvPr>
          <p:cNvSpPr>
            <a:spLocks noGrp="1"/>
          </p:cNvSpPr>
          <p:nvPr>
            <p:ph type="tbl" sz="quarter" idx="18"/>
          </p:nvPr>
        </p:nvSpPr>
        <p:spPr>
          <a:xfrm>
            <a:off x="269999" y="1296000"/>
            <a:ext cx="6868800" cy="585713"/>
          </a:xfrm>
        </p:spPr>
        <p:txBody>
          <a:bodyPr/>
          <a:lstStyle/>
          <a:p>
            <a:endParaRPr lang="de-DE" dirty="0"/>
          </a:p>
        </p:txBody>
      </p:sp>
      <p:sp>
        <p:nvSpPr>
          <p:cNvPr id="12" name="Textplatzhalter 17">
            <a:extLst>
              <a:ext uri="{FF2B5EF4-FFF2-40B4-BE49-F238E27FC236}">
                <a16:creationId xmlns:a16="http://schemas.microsoft.com/office/drawing/2014/main" id="{5FF8A264-794E-45B1-A549-AD3AD03960D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69999" y="4097667"/>
            <a:ext cx="6868800" cy="370750"/>
          </a:xfrm>
        </p:spPr>
        <p:txBody>
          <a:bodyPr anchor="b"/>
          <a:lstStyle>
            <a:lvl1pPr algn="l">
              <a:spcBef>
                <a:spcPts val="0"/>
              </a:spcBef>
              <a:defRPr sz="900" b="0">
                <a:solidFill>
                  <a:schemeClr val="tx1"/>
                </a:solidFill>
              </a:defRPr>
            </a:lvl1pPr>
            <a:lvl2pPr>
              <a:defRPr sz="1050"/>
            </a:lvl2pPr>
            <a:lvl3pPr marL="0" indent="0">
              <a:buNone/>
              <a:defRPr sz="1050" b="0">
                <a:solidFill>
                  <a:srgbClr val="2C2E2E"/>
                </a:solidFill>
              </a:defRPr>
            </a:lvl3pPr>
            <a:lvl4pPr>
              <a:spcBef>
                <a:spcPts val="0"/>
              </a:spcBef>
              <a:defRPr sz="1050" b="0">
                <a:solidFill>
                  <a:srgbClr val="2C2E2E"/>
                </a:solidFill>
              </a:defRPr>
            </a:lvl4pPr>
            <a:lvl5pPr>
              <a:spcBef>
                <a:spcPts val="0"/>
              </a:spcBef>
              <a:defRPr sz="1050" b="0">
                <a:solidFill>
                  <a:srgbClr val="2C2E2E"/>
                </a:solidFill>
              </a:defRPr>
            </a:lvl5pPr>
            <a:lvl6pPr>
              <a:lnSpc>
                <a:spcPct val="110000"/>
              </a:lnSpc>
              <a:spcBef>
                <a:spcPts val="0"/>
              </a:spcBef>
              <a:defRPr sz="1050" b="0">
                <a:solidFill>
                  <a:srgbClr val="2C2E2E"/>
                </a:solidFill>
              </a:defRPr>
            </a:lvl6pPr>
            <a:lvl7pPr>
              <a:lnSpc>
                <a:spcPct val="110000"/>
              </a:lnSpc>
              <a:spcBef>
                <a:spcPts val="0"/>
              </a:spcBef>
              <a:defRPr sz="1050" b="0">
                <a:solidFill>
                  <a:srgbClr val="2C2E2E"/>
                </a:solidFill>
                <a:latin typeface="+mn-lt"/>
              </a:defRPr>
            </a:lvl7pPr>
            <a:lvl8pPr>
              <a:lnSpc>
                <a:spcPct val="110000"/>
              </a:lnSpc>
              <a:spcBef>
                <a:spcPts val="0"/>
              </a:spcBef>
              <a:defRPr sz="1050" b="0">
                <a:solidFill>
                  <a:srgbClr val="2C2E2E"/>
                </a:solidFill>
                <a:latin typeface="+mn-lt"/>
              </a:defRPr>
            </a:lvl8pPr>
            <a:lvl9pPr>
              <a:spcBef>
                <a:spcPts val="0"/>
              </a:spcBef>
              <a:defRPr sz="1050" b="0">
                <a:solidFill>
                  <a:srgbClr val="2C2E2E"/>
                </a:solidFill>
              </a:defRPr>
            </a:lvl9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75616777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le und Text auf warm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hteck 13">
            <a:extLst>
              <a:ext uri="{FF2B5EF4-FFF2-40B4-BE49-F238E27FC236}">
                <a16:creationId xmlns:a16="http://schemas.microsoft.com/office/drawing/2014/main" id="{17DB8FB4-2383-45B9-9AE6-EBC2F37106BB}"/>
              </a:ext>
            </a:extLst>
          </p:cNvPr>
          <p:cNvSpPr/>
          <p:nvPr userDrawn="1"/>
        </p:nvSpPr>
        <p:spPr>
          <a:xfrm>
            <a:off x="0" y="1054579"/>
            <a:ext cx="9144000" cy="4088921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35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9591944-6061-4359-A642-BF8A239B26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8" name="Tabellenplatzhalter 7">
            <a:extLst>
              <a:ext uri="{FF2B5EF4-FFF2-40B4-BE49-F238E27FC236}">
                <a16:creationId xmlns:a16="http://schemas.microsoft.com/office/drawing/2014/main" id="{F255DF77-CD01-4D1B-BC9A-507F01212649}"/>
              </a:ext>
            </a:extLst>
          </p:cNvPr>
          <p:cNvSpPr>
            <a:spLocks noGrp="1"/>
          </p:cNvSpPr>
          <p:nvPr>
            <p:ph type="tbl" sz="quarter" idx="17"/>
          </p:nvPr>
        </p:nvSpPr>
        <p:spPr>
          <a:xfrm>
            <a:off x="270000" y="2155533"/>
            <a:ext cx="5646601" cy="1744284"/>
          </a:xfrm>
        </p:spPr>
        <p:txBody>
          <a:bodyPr/>
          <a:lstStyle/>
          <a:p>
            <a:endParaRPr lang="de-DE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E1A042D-D00A-488B-B800-3BB1279684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00.00.2020</a:t>
            </a:r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7B713B8-12EB-4C04-9B73-0F40C27848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SRH Unternehmen  –  Max Mustermann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6CB8D8A-0190-4905-BE9D-E7A8085E0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B144D-941B-4DFC-AF5F-0416193D12EC}" type="slidenum">
              <a:rPr lang="de-DE" smtClean="0"/>
              <a:t>‹#›</a:t>
            </a:fld>
            <a:endParaRPr lang="de-DE"/>
          </a:p>
        </p:txBody>
      </p:sp>
      <p:sp>
        <p:nvSpPr>
          <p:cNvPr id="7" name="Tabellenplatzhalter 6">
            <a:extLst>
              <a:ext uri="{FF2B5EF4-FFF2-40B4-BE49-F238E27FC236}">
                <a16:creationId xmlns:a16="http://schemas.microsoft.com/office/drawing/2014/main" id="{8722EC19-EBD0-46D7-BE18-A0FF5FD1E390}"/>
              </a:ext>
            </a:extLst>
          </p:cNvPr>
          <p:cNvSpPr>
            <a:spLocks noGrp="1"/>
          </p:cNvSpPr>
          <p:nvPr>
            <p:ph type="tbl" sz="quarter" idx="18"/>
          </p:nvPr>
        </p:nvSpPr>
        <p:spPr>
          <a:xfrm>
            <a:off x="270000" y="1296000"/>
            <a:ext cx="5646601" cy="585713"/>
          </a:xfrm>
        </p:spPr>
        <p:txBody>
          <a:bodyPr/>
          <a:lstStyle/>
          <a:p>
            <a:endParaRPr lang="de-DE" dirty="0"/>
          </a:p>
        </p:txBody>
      </p:sp>
      <p:sp>
        <p:nvSpPr>
          <p:cNvPr id="12" name="Textplatzhalter 17">
            <a:extLst>
              <a:ext uri="{FF2B5EF4-FFF2-40B4-BE49-F238E27FC236}">
                <a16:creationId xmlns:a16="http://schemas.microsoft.com/office/drawing/2014/main" id="{5FF8A264-794E-45B1-A549-AD3AD03960D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69998" y="4097666"/>
            <a:ext cx="5646602" cy="369900"/>
          </a:xfrm>
        </p:spPr>
        <p:txBody>
          <a:bodyPr anchor="b"/>
          <a:lstStyle>
            <a:lvl1pPr algn="l">
              <a:spcBef>
                <a:spcPts val="0"/>
              </a:spcBef>
              <a:defRPr sz="900" b="0">
                <a:solidFill>
                  <a:schemeClr val="tx1"/>
                </a:solidFill>
              </a:defRPr>
            </a:lvl1pPr>
            <a:lvl2pPr>
              <a:defRPr sz="1050"/>
            </a:lvl2pPr>
            <a:lvl3pPr marL="0" indent="0">
              <a:buNone/>
              <a:defRPr sz="1050" b="0">
                <a:solidFill>
                  <a:srgbClr val="2C2E2E"/>
                </a:solidFill>
              </a:defRPr>
            </a:lvl3pPr>
            <a:lvl4pPr>
              <a:spcBef>
                <a:spcPts val="0"/>
              </a:spcBef>
              <a:defRPr sz="1050" b="0">
                <a:solidFill>
                  <a:srgbClr val="2C2E2E"/>
                </a:solidFill>
              </a:defRPr>
            </a:lvl4pPr>
            <a:lvl5pPr>
              <a:spcBef>
                <a:spcPts val="0"/>
              </a:spcBef>
              <a:defRPr sz="1050" b="0">
                <a:solidFill>
                  <a:srgbClr val="2C2E2E"/>
                </a:solidFill>
              </a:defRPr>
            </a:lvl5pPr>
            <a:lvl6pPr>
              <a:lnSpc>
                <a:spcPct val="110000"/>
              </a:lnSpc>
              <a:spcBef>
                <a:spcPts val="0"/>
              </a:spcBef>
              <a:defRPr sz="1050" b="0">
                <a:solidFill>
                  <a:srgbClr val="2C2E2E"/>
                </a:solidFill>
              </a:defRPr>
            </a:lvl6pPr>
            <a:lvl7pPr>
              <a:lnSpc>
                <a:spcPct val="110000"/>
              </a:lnSpc>
              <a:spcBef>
                <a:spcPts val="0"/>
              </a:spcBef>
              <a:defRPr sz="1050" b="0">
                <a:solidFill>
                  <a:srgbClr val="2C2E2E"/>
                </a:solidFill>
                <a:latin typeface="+mn-lt"/>
              </a:defRPr>
            </a:lvl7pPr>
            <a:lvl8pPr>
              <a:lnSpc>
                <a:spcPct val="110000"/>
              </a:lnSpc>
              <a:spcBef>
                <a:spcPts val="0"/>
              </a:spcBef>
              <a:defRPr sz="1050" b="0">
                <a:solidFill>
                  <a:srgbClr val="2C2E2E"/>
                </a:solidFill>
                <a:latin typeface="+mn-lt"/>
              </a:defRPr>
            </a:lvl8pPr>
            <a:lvl9pPr>
              <a:spcBef>
                <a:spcPts val="0"/>
              </a:spcBef>
              <a:defRPr sz="1050" b="0">
                <a:solidFill>
                  <a:srgbClr val="2C2E2E"/>
                </a:solidFill>
              </a:defRPr>
            </a:lvl9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C96CA32A-ADBA-47A3-8757-69DCD77F6EE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186600" y="1296000"/>
            <a:ext cx="2688300" cy="3172500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396748481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le und Text auf wei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9591944-6061-4359-A642-BF8A239B26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8" name="Tabellenplatzhalter 7">
            <a:extLst>
              <a:ext uri="{FF2B5EF4-FFF2-40B4-BE49-F238E27FC236}">
                <a16:creationId xmlns:a16="http://schemas.microsoft.com/office/drawing/2014/main" id="{F255DF77-CD01-4D1B-BC9A-507F01212649}"/>
              </a:ext>
            </a:extLst>
          </p:cNvPr>
          <p:cNvSpPr>
            <a:spLocks noGrp="1"/>
          </p:cNvSpPr>
          <p:nvPr>
            <p:ph type="tbl" sz="quarter" idx="17"/>
          </p:nvPr>
        </p:nvSpPr>
        <p:spPr>
          <a:xfrm>
            <a:off x="270000" y="2155533"/>
            <a:ext cx="5646601" cy="1744284"/>
          </a:xfrm>
        </p:spPr>
        <p:txBody>
          <a:bodyPr/>
          <a:lstStyle>
            <a:lvl1pPr>
              <a:defRPr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1pPr>
          </a:lstStyle>
          <a:p>
            <a:endParaRPr lang="de-DE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E1A042D-D00A-488B-B800-3BB1279684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00.00.2020</a:t>
            </a:r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7B713B8-12EB-4C04-9B73-0F40C27848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SRH Unternehmen  –  Max Mustermann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6CB8D8A-0190-4905-BE9D-E7A8085E0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B144D-941B-4DFC-AF5F-0416193D12EC}" type="slidenum">
              <a:rPr lang="de-DE" smtClean="0"/>
              <a:t>‹#›</a:t>
            </a:fld>
            <a:endParaRPr lang="de-DE"/>
          </a:p>
        </p:txBody>
      </p:sp>
      <p:sp>
        <p:nvSpPr>
          <p:cNvPr id="7" name="Tabellenplatzhalter 6">
            <a:extLst>
              <a:ext uri="{FF2B5EF4-FFF2-40B4-BE49-F238E27FC236}">
                <a16:creationId xmlns:a16="http://schemas.microsoft.com/office/drawing/2014/main" id="{8722EC19-EBD0-46D7-BE18-A0FF5FD1E390}"/>
              </a:ext>
            </a:extLst>
          </p:cNvPr>
          <p:cNvSpPr>
            <a:spLocks noGrp="1"/>
          </p:cNvSpPr>
          <p:nvPr>
            <p:ph type="tbl" sz="quarter" idx="18"/>
          </p:nvPr>
        </p:nvSpPr>
        <p:spPr>
          <a:xfrm>
            <a:off x="270000" y="1296000"/>
            <a:ext cx="5646601" cy="585713"/>
          </a:xfrm>
        </p:spPr>
        <p:txBody>
          <a:bodyPr/>
          <a:lstStyle>
            <a:lvl1pPr>
              <a:defRPr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1pPr>
          </a:lstStyle>
          <a:p>
            <a:endParaRPr lang="de-DE" dirty="0"/>
          </a:p>
        </p:txBody>
      </p:sp>
      <p:sp>
        <p:nvSpPr>
          <p:cNvPr id="12" name="Textplatzhalter 17">
            <a:extLst>
              <a:ext uri="{FF2B5EF4-FFF2-40B4-BE49-F238E27FC236}">
                <a16:creationId xmlns:a16="http://schemas.microsoft.com/office/drawing/2014/main" id="{5FF8A264-794E-45B1-A549-AD3AD03960D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69998" y="4097666"/>
            <a:ext cx="5646602" cy="369900"/>
          </a:xfrm>
        </p:spPr>
        <p:txBody>
          <a:bodyPr anchor="b"/>
          <a:lstStyle>
            <a:lvl1pPr algn="l">
              <a:spcBef>
                <a:spcPts val="0"/>
              </a:spcBef>
              <a:defRPr sz="900" b="0">
                <a:solidFill>
                  <a:schemeClr val="tx1"/>
                </a:solidFill>
              </a:defRPr>
            </a:lvl1pPr>
            <a:lvl2pPr>
              <a:defRPr sz="1050"/>
            </a:lvl2pPr>
            <a:lvl3pPr marL="0" indent="0">
              <a:buNone/>
              <a:defRPr sz="1050" b="0">
                <a:solidFill>
                  <a:srgbClr val="2C2E2E"/>
                </a:solidFill>
              </a:defRPr>
            </a:lvl3pPr>
            <a:lvl4pPr>
              <a:spcBef>
                <a:spcPts val="0"/>
              </a:spcBef>
              <a:defRPr sz="1050" b="0">
                <a:solidFill>
                  <a:srgbClr val="2C2E2E"/>
                </a:solidFill>
              </a:defRPr>
            </a:lvl4pPr>
            <a:lvl5pPr>
              <a:spcBef>
                <a:spcPts val="0"/>
              </a:spcBef>
              <a:defRPr sz="1050" b="0">
                <a:solidFill>
                  <a:srgbClr val="2C2E2E"/>
                </a:solidFill>
              </a:defRPr>
            </a:lvl5pPr>
            <a:lvl6pPr>
              <a:lnSpc>
                <a:spcPct val="110000"/>
              </a:lnSpc>
              <a:spcBef>
                <a:spcPts val="0"/>
              </a:spcBef>
              <a:defRPr sz="1050" b="0">
                <a:solidFill>
                  <a:srgbClr val="2C2E2E"/>
                </a:solidFill>
              </a:defRPr>
            </a:lvl6pPr>
            <a:lvl7pPr>
              <a:lnSpc>
                <a:spcPct val="110000"/>
              </a:lnSpc>
              <a:spcBef>
                <a:spcPts val="0"/>
              </a:spcBef>
              <a:defRPr sz="1050" b="0">
                <a:solidFill>
                  <a:srgbClr val="2C2E2E"/>
                </a:solidFill>
                <a:latin typeface="+mn-lt"/>
              </a:defRPr>
            </a:lvl7pPr>
            <a:lvl8pPr>
              <a:lnSpc>
                <a:spcPct val="110000"/>
              </a:lnSpc>
              <a:spcBef>
                <a:spcPts val="0"/>
              </a:spcBef>
              <a:defRPr sz="1050" b="0">
                <a:solidFill>
                  <a:srgbClr val="2C2E2E"/>
                </a:solidFill>
                <a:latin typeface="+mn-lt"/>
              </a:defRPr>
            </a:lvl8pPr>
            <a:lvl9pPr>
              <a:spcBef>
                <a:spcPts val="0"/>
              </a:spcBef>
              <a:defRPr sz="1050" b="0">
                <a:solidFill>
                  <a:srgbClr val="2C2E2E"/>
                </a:solidFill>
              </a:defRPr>
            </a:lvl9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C96CA32A-ADBA-47A3-8757-69DCD77F6EE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186600" y="1296000"/>
            <a:ext cx="2688300" cy="3172500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19866835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5000F0B-E229-41CB-A4F2-F8C9A63978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A62F7646-8D03-45EC-8E97-CDD3EE9FD5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00.00.2020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016804B-B392-4877-981F-8DAC2CB200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SRH Unternehmen  –  Max Mustermann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5AD5931-23CA-4583-B798-7C917D232C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B144D-941B-4DFC-AF5F-0416193D12E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7561026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425968DE-F36C-4FC2-B96E-EE16AB84E8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00.00.2020</a:t>
            </a:r>
            <a:endParaRPr lang="de-DE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DBB7D1E0-A9A8-430A-94AC-B3DAE8624E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SRH Unternehmen  –  Max Mustermann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5FDE75B-FF1F-416F-A307-21032D7416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B144D-941B-4DFC-AF5F-0416193D12E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348440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ntakt wei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ihandform: Form 10">
            <a:extLst>
              <a:ext uri="{FF2B5EF4-FFF2-40B4-BE49-F238E27FC236}">
                <a16:creationId xmlns:a16="http://schemas.microsoft.com/office/drawing/2014/main" id="{A89DF183-E411-4BC5-A0BE-9BB3970575D4}"/>
              </a:ext>
            </a:extLst>
          </p:cNvPr>
          <p:cNvSpPr/>
          <p:nvPr userDrawn="1"/>
        </p:nvSpPr>
        <p:spPr>
          <a:xfrm>
            <a:off x="6152091" y="2101529"/>
            <a:ext cx="2991910" cy="3041972"/>
          </a:xfrm>
          <a:custGeom>
            <a:avLst/>
            <a:gdLst>
              <a:gd name="connsiteX0" fmla="*/ 3989213 w 3989213"/>
              <a:gd name="connsiteY0" fmla="*/ 0 h 4055962"/>
              <a:gd name="connsiteX1" fmla="*/ 3989213 w 3989213"/>
              <a:gd name="connsiteY1" fmla="*/ 2389338 h 4055962"/>
              <a:gd name="connsiteX2" fmla="*/ 3858525 w 3989213"/>
              <a:gd name="connsiteY2" fmla="*/ 2411278 h 4055962"/>
              <a:gd name="connsiteX3" fmla="*/ 2529280 w 3989213"/>
              <a:gd name="connsiteY3" fmla="*/ 3871987 h 4055962"/>
              <a:gd name="connsiteX4" fmla="*/ 2507974 w 3989213"/>
              <a:gd name="connsiteY4" fmla="*/ 4055962 h 4055962"/>
              <a:gd name="connsiteX5" fmla="*/ 0 w 3989213"/>
              <a:gd name="connsiteY5" fmla="*/ 4055962 h 4055962"/>
              <a:gd name="connsiteX6" fmla="*/ 22942 w 3989213"/>
              <a:gd name="connsiteY6" fmla="*/ 3789041 h 4055962"/>
              <a:gd name="connsiteX7" fmla="*/ 3885074 w 3989213"/>
              <a:gd name="connsiteY7" fmla="*/ 4662 h 4055962"/>
              <a:gd name="connsiteX8" fmla="*/ 3957883 w 3989213"/>
              <a:gd name="connsiteY8" fmla="*/ 933 h 4055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89213" h="4055962">
                <a:moveTo>
                  <a:pt x="3989213" y="0"/>
                </a:moveTo>
                <a:lnTo>
                  <a:pt x="3989213" y="2389338"/>
                </a:lnTo>
                <a:lnTo>
                  <a:pt x="3858525" y="2411278"/>
                </a:lnTo>
                <a:cubicBezTo>
                  <a:pt x="2993398" y="2575443"/>
                  <a:pt x="2647939" y="3036171"/>
                  <a:pt x="2529280" y="3871987"/>
                </a:cubicBezTo>
                <a:lnTo>
                  <a:pt x="2507974" y="4055962"/>
                </a:lnTo>
                <a:lnTo>
                  <a:pt x="0" y="4055962"/>
                </a:lnTo>
                <a:lnTo>
                  <a:pt x="22942" y="3789041"/>
                </a:lnTo>
                <a:cubicBezTo>
                  <a:pt x="290736" y="1521935"/>
                  <a:pt x="1510333" y="126899"/>
                  <a:pt x="3885074" y="4662"/>
                </a:cubicBezTo>
                <a:cubicBezTo>
                  <a:pt x="3906982" y="3233"/>
                  <a:pt x="3931449" y="1983"/>
                  <a:pt x="3957883" y="933"/>
                </a:cubicBez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de-DE" sz="1350"/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148E321B-0FFD-42B0-B89F-0A148F81F82A}"/>
              </a:ext>
            </a:extLst>
          </p:cNvPr>
          <p:cNvSpPr txBox="1"/>
          <p:nvPr userDrawn="1"/>
        </p:nvSpPr>
        <p:spPr>
          <a:xfrm>
            <a:off x="270000" y="1418897"/>
            <a:ext cx="5591649" cy="156078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de-DE" sz="3600" b="1" dirty="0">
                <a:solidFill>
                  <a:schemeClr val="tx1"/>
                </a:solidFill>
                <a:latin typeface="SRH Headline" panose="020B0603020204020204" pitchFamily="34" charset="0"/>
                <a:ea typeface="SRH Headline" panose="020B0603020204020204" pitchFamily="34" charset="0"/>
                <a:cs typeface="SRH Headline" panose="020B0603020204020204" pitchFamily="34" charset="0"/>
              </a:rPr>
              <a:t>Vielen Dank für Ihre </a:t>
            </a:r>
            <a:br>
              <a:rPr lang="de-DE" sz="3600" b="1" dirty="0">
                <a:solidFill>
                  <a:schemeClr val="tx1"/>
                </a:solidFill>
                <a:latin typeface="SRH Headline" panose="020B0603020204020204" pitchFamily="34" charset="0"/>
                <a:ea typeface="SRH Headline" panose="020B0603020204020204" pitchFamily="34" charset="0"/>
                <a:cs typeface="SRH Headline" panose="020B0603020204020204" pitchFamily="34" charset="0"/>
              </a:rPr>
            </a:br>
            <a:r>
              <a:rPr lang="de-DE" sz="3600" b="1" dirty="0">
                <a:solidFill>
                  <a:schemeClr val="tx1"/>
                </a:solidFill>
                <a:latin typeface="SRH Headline" panose="020B0603020204020204" pitchFamily="34" charset="0"/>
                <a:ea typeface="SRH Headline" panose="020B0603020204020204" pitchFamily="34" charset="0"/>
                <a:cs typeface="SRH Headline" panose="020B0603020204020204" pitchFamily="34" charset="0"/>
              </a:rPr>
              <a:t>Aufmerksamkeit!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4089409A-B58C-4672-A297-06D68AFA2FF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0000" y="3661077"/>
            <a:ext cx="3473196" cy="954022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900" b="1">
                <a:solidFill>
                  <a:schemeClr val="tx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900" b="1"/>
            </a:lvl2pPr>
            <a:lvl3pPr marL="0" indent="0">
              <a:lnSpc>
                <a:spcPct val="100000"/>
              </a:lnSpc>
              <a:buNone/>
              <a:defRPr sz="900" b="1">
                <a:solidFill>
                  <a:srgbClr val="2C2E2E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900">
                <a:solidFill>
                  <a:srgbClr val="2C2E2E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900">
                <a:solidFill>
                  <a:srgbClr val="2C2E2E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900">
                <a:solidFill>
                  <a:srgbClr val="2C2E2E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900">
                <a:solidFill>
                  <a:srgbClr val="2C2E2E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900">
                <a:solidFill>
                  <a:srgbClr val="2C2E2E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900" b="1">
                <a:solidFill>
                  <a:srgbClr val="2C2E2E"/>
                </a:solidFill>
              </a:defRPr>
            </a:lvl9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71301159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ontakt Farb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feld 11">
            <a:extLst>
              <a:ext uri="{FF2B5EF4-FFF2-40B4-BE49-F238E27FC236}">
                <a16:creationId xmlns:a16="http://schemas.microsoft.com/office/drawing/2014/main" id="{148E321B-0FFD-42B0-B89F-0A148F81F82A}"/>
              </a:ext>
            </a:extLst>
          </p:cNvPr>
          <p:cNvSpPr txBox="1"/>
          <p:nvPr userDrawn="1"/>
        </p:nvSpPr>
        <p:spPr>
          <a:xfrm>
            <a:off x="270000" y="1418897"/>
            <a:ext cx="5591649" cy="156078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de-DE" sz="3600" b="1" dirty="0">
                <a:solidFill>
                  <a:schemeClr val="bg1"/>
                </a:solidFill>
                <a:latin typeface="SRH Headline" panose="020B0603020204020204" pitchFamily="34" charset="0"/>
                <a:ea typeface="SRH Headline" panose="020B0603020204020204" pitchFamily="34" charset="0"/>
                <a:cs typeface="SRH Headline" panose="020B0603020204020204" pitchFamily="34" charset="0"/>
              </a:rPr>
              <a:t>Vielen Dank für Ihre </a:t>
            </a:r>
            <a:br>
              <a:rPr lang="de-DE" sz="3600" b="1" dirty="0">
                <a:solidFill>
                  <a:schemeClr val="bg1"/>
                </a:solidFill>
                <a:latin typeface="SRH Headline" panose="020B0603020204020204" pitchFamily="34" charset="0"/>
                <a:ea typeface="SRH Headline" panose="020B0603020204020204" pitchFamily="34" charset="0"/>
                <a:cs typeface="SRH Headline" panose="020B0603020204020204" pitchFamily="34" charset="0"/>
              </a:rPr>
            </a:br>
            <a:r>
              <a:rPr lang="de-DE" sz="3600" b="1" dirty="0">
                <a:solidFill>
                  <a:schemeClr val="bg1"/>
                </a:solidFill>
                <a:latin typeface="SRH Headline" panose="020B0603020204020204" pitchFamily="34" charset="0"/>
                <a:ea typeface="SRH Headline" panose="020B0603020204020204" pitchFamily="34" charset="0"/>
                <a:cs typeface="SRH Headline" panose="020B0603020204020204" pitchFamily="34" charset="0"/>
              </a:rPr>
              <a:t>Aufmerksamkeit!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4089409A-B58C-4672-A297-06D68AFA2FF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0000" y="3661076"/>
            <a:ext cx="3473196" cy="9531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900" b="1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buNone/>
              <a:defRPr sz="900" b="1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9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9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9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9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9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900" b="1">
                <a:solidFill>
                  <a:schemeClr val="bg1"/>
                </a:solidFill>
              </a:defRPr>
            </a:lvl9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6" name="Freihandform: Form 5">
            <a:extLst>
              <a:ext uri="{FF2B5EF4-FFF2-40B4-BE49-F238E27FC236}">
                <a16:creationId xmlns:a16="http://schemas.microsoft.com/office/drawing/2014/main" id="{AD93ACF1-E5AA-4FCA-9C8B-47AAB1BA68EF}"/>
              </a:ext>
            </a:extLst>
          </p:cNvPr>
          <p:cNvSpPr/>
          <p:nvPr userDrawn="1"/>
        </p:nvSpPr>
        <p:spPr>
          <a:xfrm>
            <a:off x="6159018" y="2101529"/>
            <a:ext cx="2991910" cy="3041972"/>
          </a:xfrm>
          <a:custGeom>
            <a:avLst/>
            <a:gdLst>
              <a:gd name="connsiteX0" fmla="*/ 3989213 w 3989213"/>
              <a:gd name="connsiteY0" fmla="*/ 0 h 4055962"/>
              <a:gd name="connsiteX1" fmla="*/ 3989213 w 3989213"/>
              <a:gd name="connsiteY1" fmla="*/ 2389338 h 4055962"/>
              <a:gd name="connsiteX2" fmla="*/ 3858525 w 3989213"/>
              <a:gd name="connsiteY2" fmla="*/ 2411278 h 4055962"/>
              <a:gd name="connsiteX3" fmla="*/ 2529280 w 3989213"/>
              <a:gd name="connsiteY3" fmla="*/ 3871987 h 4055962"/>
              <a:gd name="connsiteX4" fmla="*/ 2507974 w 3989213"/>
              <a:gd name="connsiteY4" fmla="*/ 4055962 h 4055962"/>
              <a:gd name="connsiteX5" fmla="*/ 0 w 3989213"/>
              <a:gd name="connsiteY5" fmla="*/ 4055962 h 4055962"/>
              <a:gd name="connsiteX6" fmla="*/ 22942 w 3989213"/>
              <a:gd name="connsiteY6" fmla="*/ 3789041 h 4055962"/>
              <a:gd name="connsiteX7" fmla="*/ 3885074 w 3989213"/>
              <a:gd name="connsiteY7" fmla="*/ 4662 h 4055962"/>
              <a:gd name="connsiteX8" fmla="*/ 3957883 w 3989213"/>
              <a:gd name="connsiteY8" fmla="*/ 933 h 4055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89213" h="4055962">
                <a:moveTo>
                  <a:pt x="3989213" y="0"/>
                </a:moveTo>
                <a:lnTo>
                  <a:pt x="3989213" y="2389338"/>
                </a:lnTo>
                <a:lnTo>
                  <a:pt x="3858525" y="2411278"/>
                </a:lnTo>
                <a:cubicBezTo>
                  <a:pt x="2993398" y="2575443"/>
                  <a:pt x="2647939" y="3036171"/>
                  <a:pt x="2529280" y="3871987"/>
                </a:cubicBezTo>
                <a:lnTo>
                  <a:pt x="2507974" y="4055962"/>
                </a:lnTo>
                <a:lnTo>
                  <a:pt x="0" y="4055962"/>
                </a:lnTo>
                <a:lnTo>
                  <a:pt x="22942" y="3789041"/>
                </a:lnTo>
                <a:cubicBezTo>
                  <a:pt x="290736" y="1521935"/>
                  <a:pt x="1510333" y="126899"/>
                  <a:pt x="3885074" y="4662"/>
                </a:cubicBezTo>
                <a:cubicBezTo>
                  <a:pt x="3906982" y="3233"/>
                  <a:pt x="3931449" y="1983"/>
                  <a:pt x="3957883" y="933"/>
                </a:cubicBezTo>
                <a:close/>
              </a:path>
            </a:pathLst>
          </a:custGeom>
          <a:solidFill>
            <a:schemeClr val="bg2">
              <a:lumMod val="20000"/>
              <a:lumOff val="80000"/>
              <a:alpha val="20000"/>
            </a:schemeClr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de-DE" sz="135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6E066742-228D-427F-905A-967890648B2D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158019" y="269227"/>
            <a:ext cx="712992" cy="552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42235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1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15.xml"/><Relationship Id="rId21" Type="http://schemas.openxmlformats.org/officeDocument/2006/relationships/slideLayout" Target="../slideLayouts/slideLayout33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17" Type="http://schemas.openxmlformats.org/officeDocument/2006/relationships/slideLayout" Target="../slideLayouts/slideLayout29.xml"/><Relationship Id="rId2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28.xml"/><Relationship Id="rId20" Type="http://schemas.openxmlformats.org/officeDocument/2006/relationships/slideLayout" Target="../slideLayouts/slideLayout32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24" Type="http://schemas.openxmlformats.org/officeDocument/2006/relationships/theme" Target="../theme/theme2.xml"/><Relationship Id="rId5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27.xml"/><Relationship Id="rId23" Type="http://schemas.openxmlformats.org/officeDocument/2006/relationships/slideLayout" Target="../slideLayouts/slideLayout35.xml"/><Relationship Id="rId10" Type="http://schemas.openxmlformats.org/officeDocument/2006/relationships/slideLayout" Target="../slideLayouts/slideLayout22.xml"/><Relationship Id="rId19" Type="http://schemas.openxmlformats.org/officeDocument/2006/relationships/slideLayout" Target="../slideLayouts/slideLayout31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Relationship Id="rId22" Type="http://schemas.openxmlformats.org/officeDocument/2006/relationships/slideLayout" Target="../slideLayouts/slideLayout3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604838" y="1377554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sp>
        <p:nvSpPr>
          <p:cNvPr id="9" name="Titelplatzhalter 1"/>
          <p:cNvSpPr>
            <a:spLocks noGrp="1"/>
          </p:cNvSpPr>
          <p:nvPr>
            <p:ph type="title"/>
          </p:nvPr>
        </p:nvSpPr>
        <p:spPr>
          <a:xfrm>
            <a:off x="604838" y="242047"/>
            <a:ext cx="8094662" cy="956912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de-DE" dirty="0"/>
              <a:t>Titelmasterformat durch Klicken bearbeiten</a:t>
            </a:r>
            <a:endParaRPr lang="en-US" dirty="0"/>
          </a:p>
        </p:txBody>
      </p:sp>
      <p:sp>
        <p:nvSpPr>
          <p:cNvPr id="10" name="Datumsplatzhalter 4"/>
          <p:cNvSpPr txBox="1">
            <a:spLocks/>
          </p:cNvSpPr>
          <p:nvPr userDrawn="1"/>
        </p:nvSpPr>
        <p:spPr>
          <a:xfrm>
            <a:off x="473946" y="4905242"/>
            <a:ext cx="2133600" cy="273844"/>
          </a:xfrm>
          <a:prstGeom prst="rect">
            <a:avLst/>
          </a:prstGeom>
        </p:spPr>
        <p:txBody>
          <a:bodyPr anchor="ctr" anchorCtr="0"/>
          <a:lstStyle>
            <a:lvl1pPr>
              <a:defRPr sz="900" kern="1000" baseline="0">
                <a:solidFill>
                  <a:schemeClr val="bg1"/>
                </a:solidFill>
                <a:latin typeface="Frutiger LT Std 45 Ligh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497E831-7BC6-3E4C-AECC-E9FA8FBA2FB6}" type="datetime1">
              <a:rPr kumimoji="0" lang="de-DE" sz="900" b="0" i="0" u="none" strike="noStrike" kern="10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Frutiger LT Std 45 Ligh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13.04.26</a:t>
            </a:fld>
            <a:r>
              <a:rPr kumimoji="0" lang="en-US" sz="900" b="0" i="0" u="none" strike="noStrike" kern="10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Frutiger LT Std 45 Light"/>
                <a:ea typeface="+mn-ea"/>
                <a:cs typeface="+mn-cs"/>
              </a:rPr>
              <a:t> </a:t>
            </a:r>
            <a:r>
              <a:rPr kumimoji="0" lang="de-DE" sz="900" b="0" i="0" u="none" strike="noStrike" kern="10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Frutiger LT Std 45 Light"/>
                <a:ea typeface="+mn-ea"/>
                <a:cs typeface="+mn-cs"/>
              </a:rPr>
              <a:t>Seite </a:t>
            </a:r>
            <a:fld id="{B0EC0A60-F7A1-4071-A771-7EB6B88B79FF}" type="slidenum">
              <a:rPr kumimoji="0" lang="en-US" sz="900" b="0" i="0" u="none" strike="noStrike" kern="10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Frutiger LT Std 45 Ligh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0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Frutiger LT Std 45 Light"/>
              <a:ea typeface="+mn-ea"/>
              <a:cs typeface="+mn-cs"/>
            </a:endParaRPr>
          </a:p>
        </p:txBody>
      </p:sp>
      <p:sp>
        <p:nvSpPr>
          <p:cNvPr id="12" name="Datumsplatzhalter 4"/>
          <p:cNvSpPr txBox="1">
            <a:spLocks/>
          </p:cNvSpPr>
          <p:nvPr userDrawn="1"/>
        </p:nvSpPr>
        <p:spPr>
          <a:xfrm>
            <a:off x="626346" y="4940414"/>
            <a:ext cx="2133600" cy="273844"/>
          </a:xfrm>
          <a:prstGeom prst="rect">
            <a:avLst/>
          </a:prstGeom>
        </p:spPr>
        <p:txBody>
          <a:bodyPr anchor="ctr" anchorCtr="0"/>
          <a:lstStyle>
            <a:lvl1pPr>
              <a:defRPr sz="900" kern="1000" baseline="0">
                <a:solidFill>
                  <a:schemeClr val="bg1"/>
                </a:solidFill>
                <a:latin typeface="Frutiger LT Std 45 Ligh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497E831-7BC6-3E4C-AECC-E9FA8FBA2FB6}" type="datetime1">
              <a:rPr kumimoji="0" lang="de-DE" sz="900" b="0" i="0" u="none" strike="noStrike" kern="10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Frutiger LT Std 45 Ligh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13.04.26</a:t>
            </a:fld>
            <a:r>
              <a:rPr kumimoji="0" lang="en-US" sz="900" b="0" i="0" u="none" strike="noStrike" kern="10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Frutiger LT Std 45 Light"/>
                <a:ea typeface="+mn-ea"/>
                <a:cs typeface="+mn-cs"/>
              </a:rPr>
              <a:t> </a:t>
            </a:r>
            <a:r>
              <a:rPr kumimoji="0" lang="de-DE" sz="900" b="0" i="0" u="none" strike="noStrike" kern="10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Frutiger LT Std 45 Light"/>
                <a:ea typeface="+mn-ea"/>
                <a:cs typeface="+mn-cs"/>
              </a:rPr>
              <a:t>Seite </a:t>
            </a:r>
            <a:fld id="{B0EC0A60-F7A1-4071-A771-7EB6B88B79FF}" type="slidenum">
              <a:rPr kumimoji="0" lang="en-US" sz="900" b="0" i="0" u="none" strike="noStrike" kern="10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Frutiger LT Std 45 Ligh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0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Frutiger LT Std 45 Light"/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683" r:id="rId2"/>
    <p:sldLayoutId id="2147483743" r:id="rId3"/>
    <p:sldLayoutId id="2147483716" r:id="rId4"/>
    <p:sldLayoutId id="2147483739" r:id="rId5"/>
    <p:sldLayoutId id="2147483750" r:id="rId6"/>
    <p:sldLayoutId id="2147483749" r:id="rId7"/>
    <p:sldLayoutId id="2147483752" r:id="rId8"/>
    <p:sldLayoutId id="2147483748" r:id="rId9"/>
    <p:sldLayoutId id="2147483751" r:id="rId10"/>
    <p:sldLayoutId id="2147483753" r:id="rId11"/>
    <p:sldLayoutId id="2147483745" r:id="rId12"/>
  </p:sldLayoutIdLst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hf hdr="0" dt="0"/>
  <p:txStyles>
    <p:titleStyle>
      <a:lvl1pPr algn="l" defTabSz="914400" rtl="0" eaLnBrk="1" latinLnBrk="0" hangingPunct="1">
        <a:spcBef>
          <a:spcPct val="0"/>
        </a:spcBef>
        <a:buNone/>
        <a:defRPr lang="en-US" sz="2400" b="0" kern="1200" cap="all" baseline="0" dirty="0">
          <a:solidFill>
            <a:srgbClr val="86A315"/>
          </a:solidFill>
          <a:latin typeface="Frutiger 45 light" pitchFamily="34" charset="0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chemeClr val="accent2"/>
        </a:buClr>
        <a:buFont typeface="Frutiger 45 light" pitchFamily="34" charset="0"/>
        <a:buChar char="&gt;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&gt;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&gt;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&gt;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&gt;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072B7B4-27E0-4F7C-BEF9-A2BE5E461A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60053" y="4773693"/>
            <a:ext cx="510064" cy="27384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163" b="1">
                <a:solidFill>
                  <a:srgbClr val="6D7373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1pPr>
          </a:lstStyle>
          <a:p>
            <a:fld id="{075B144D-941B-4DFC-AF5F-0416193D12EC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9DB9242-2198-4F50-9940-0EBA7C6A7F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75734" y="4767263"/>
            <a:ext cx="655919" cy="27384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75" b="1">
                <a:solidFill>
                  <a:srgbClr val="6D7373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1pPr>
          </a:lstStyle>
          <a:p>
            <a:r>
              <a:rPr lang="de-DE"/>
              <a:t>00.00.2020</a:t>
            </a:r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DAD1664-878F-4F30-B2A4-1377B1AD93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89881" y="4767263"/>
            <a:ext cx="4871768" cy="27384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75" b="1">
                <a:solidFill>
                  <a:srgbClr val="6D7373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1pPr>
          </a:lstStyle>
          <a:p>
            <a:r>
              <a:rPr lang="de-DE"/>
              <a:t>SRH Unternehmen  –  Max Mustermann</a:t>
            </a:r>
            <a:endParaRPr lang="de-DE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3CA1C0B-8B72-4C84-BAB1-FEBDDAC945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9550" y="1296000"/>
            <a:ext cx="6868247" cy="31725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dirty="0" err="1"/>
              <a:t>Copy</a:t>
            </a:r>
            <a:r>
              <a:rPr lang="de-DE" dirty="0"/>
              <a:t> 18 Pt.</a:t>
            </a:r>
          </a:p>
          <a:p>
            <a:pPr lvl="1"/>
            <a:r>
              <a:rPr lang="de-DE" dirty="0" err="1"/>
              <a:t>Copy</a:t>
            </a:r>
            <a:r>
              <a:rPr lang="de-DE" dirty="0"/>
              <a:t> mit </a:t>
            </a:r>
            <a:r>
              <a:rPr lang="de-DE" dirty="0" err="1"/>
              <a:t>Bulletpoint</a:t>
            </a:r>
            <a:r>
              <a:rPr lang="de-DE" dirty="0"/>
              <a:t> 18 Pt.</a:t>
            </a:r>
          </a:p>
          <a:p>
            <a:pPr lvl="2"/>
            <a:r>
              <a:rPr lang="de-DE" dirty="0" err="1"/>
              <a:t>Copy</a:t>
            </a:r>
            <a:r>
              <a:rPr lang="de-DE" dirty="0"/>
              <a:t> mit </a:t>
            </a:r>
            <a:r>
              <a:rPr lang="de-DE" dirty="0" err="1"/>
              <a:t>Bulletpoint</a:t>
            </a:r>
            <a:r>
              <a:rPr lang="de-DE" dirty="0"/>
              <a:t>, eingerückt 16 Pt.</a:t>
            </a:r>
          </a:p>
          <a:p>
            <a:pPr lvl="3"/>
            <a:r>
              <a:rPr lang="de-DE" dirty="0"/>
              <a:t>Zwischenüberschrift 20 Pt. </a:t>
            </a:r>
            <a:r>
              <a:rPr lang="de-DE" dirty="0" err="1"/>
              <a:t>Bold</a:t>
            </a:r>
            <a:endParaRPr lang="de-DE" dirty="0"/>
          </a:p>
          <a:p>
            <a:pPr lvl="4"/>
            <a:r>
              <a:rPr lang="de-DE" dirty="0"/>
              <a:t>Einleitungstext 20 Pt. </a:t>
            </a:r>
            <a:r>
              <a:rPr lang="de-DE" dirty="0" err="1"/>
              <a:t>Bold</a:t>
            </a:r>
            <a:endParaRPr lang="de-DE" dirty="0"/>
          </a:p>
          <a:p>
            <a:pPr lvl="5"/>
            <a:r>
              <a:rPr lang="de-DE" dirty="0" err="1"/>
              <a:t>Subline</a:t>
            </a:r>
            <a:r>
              <a:rPr lang="de-DE" dirty="0"/>
              <a:t> 24 Pt.</a:t>
            </a:r>
          </a:p>
          <a:p>
            <a:pPr lvl="6"/>
            <a:r>
              <a:rPr lang="de-DE" dirty="0"/>
              <a:t>Statements!</a:t>
            </a:r>
          </a:p>
          <a:p>
            <a:pPr lvl="7"/>
            <a:r>
              <a:rPr lang="de-DE" dirty="0"/>
              <a:t>SRH </a:t>
            </a:r>
          </a:p>
          <a:p>
            <a:pPr lvl="8"/>
            <a:r>
              <a:rPr lang="de-DE" dirty="0"/>
              <a:t>Quelle</a:t>
            </a:r>
          </a:p>
        </p:txBody>
      </p:sp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92B4C745-B760-4320-98AD-BE2F6A54EB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001" y="269227"/>
            <a:ext cx="6868247" cy="62632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12" name="Freihandform: Form 11">
            <a:extLst>
              <a:ext uri="{FF2B5EF4-FFF2-40B4-BE49-F238E27FC236}">
                <a16:creationId xmlns:a16="http://schemas.microsoft.com/office/drawing/2014/main" id="{E5453D28-3A12-4B40-BDC5-01A066B0461A}"/>
              </a:ext>
            </a:extLst>
          </p:cNvPr>
          <p:cNvSpPr/>
          <p:nvPr/>
        </p:nvSpPr>
        <p:spPr>
          <a:xfrm>
            <a:off x="8158917" y="270868"/>
            <a:ext cx="711251" cy="550361"/>
          </a:xfrm>
          <a:custGeom>
            <a:avLst/>
            <a:gdLst>
              <a:gd name="connsiteX0" fmla="*/ 619905 w 948335"/>
              <a:gd name="connsiteY0" fmla="*/ 599045 h 733815"/>
              <a:gd name="connsiteX1" fmla="*/ 708360 w 948335"/>
              <a:gd name="connsiteY1" fmla="*/ 599045 h 733815"/>
              <a:gd name="connsiteX2" fmla="*/ 708360 w 948335"/>
              <a:gd name="connsiteY2" fmla="*/ 175 h 733815"/>
              <a:gd name="connsiteX3" fmla="*/ 619905 w 948335"/>
              <a:gd name="connsiteY3" fmla="*/ 175 h 733815"/>
              <a:gd name="connsiteX4" fmla="*/ 619905 w 948335"/>
              <a:gd name="connsiteY4" fmla="*/ 599045 h 733815"/>
              <a:gd name="connsiteX5" fmla="*/ 811823 w 948335"/>
              <a:gd name="connsiteY5" fmla="*/ 196963 h 733815"/>
              <a:gd name="connsiteX6" fmla="*/ 753805 w 948335"/>
              <a:gd name="connsiteY6" fmla="*/ 199399 h 733815"/>
              <a:gd name="connsiteX7" fmla="*/ 753805 w 948335"/>
              <a:gd name="connsiteY7" fmla="*/ 281323 h 733815"/>
              <a:gd name="connsiteX8" fmla="*/ 860105 w 948335"/>
              <a:gd name="connsiteY8" fmla="*/ 364907 h 733815"/>
              <a:gd name="connsiteX9" fmla="*/ 860105 w 948335"/>
              <a:gd name="connsiteY9" fmla="*/ 599045 h 733815"/>
              <a:gd name="connsiteX10" fmla="*/ 948560 w 948335"/>
              <a:gd name="connsiteY10" fmla="*/ 599045 h 733815"/>
              <a:gd name="connsiteX11" fmla="*/ 948560 w 948335"/>
              <a:gd name="connsiteY11" fmla="*/ 353981 h 733815"/>
              <a:gd name="connsiteX12" fmla="*/ 811823 w 948335"/>
              <a:gd name="connsiteY12" fmla="*/ 196963 h 733815"/>
              <a:gd name="connsiteX13" fmla="*/ 208777 w 948335"/>
              <a:gd name="connsiteY13" fmla="*/ 199800 h 733815"/>
              <a:gd name="connsiteX14" fmla="*/ 72849 w 948335"/>
              <a:gd name="connsiteY14" fmla="*/ 366560 h 733815"/>
              <a:gd name="connsiteX15" fmla="*/ 72849 w 948335"/>
              <a:gd name="connsiteY15" fmla="*/ 567022 h 733815"/>
              <a:gd name="connsiteX16" fmla="*/ 225 w 948335"/>
              <a:gd name="connsiteY16" fmla="*/ 651830 h 733815"/>
              <a:gd name="connsiteX17" fmla="*/ 225 w 948335"/>
              <a:gd name="connsiteY17" fmla="*/ 732932 h 733815"/>
              <a:gd name="connsiteX18" fmla="*/ 25376 w 948335"/>
              <a:gd name="connsiteY18" fmla="*/ 733742 h 733815"/>
              <a:gd name="connsiteX19" fmla="*/ 161297 w 948335"/>
              <a:gd name="connsiteY19" fmla="*/ 566989 h 733815"/>
              <a:gd name="connsiteX20" fmla="*/ 161297 w 948335"/>
              <a:gd name="connsiteY20" fmla="*/ 366527 h 733815"/>
              <a:gd name="connsiteX21" fmla="*/ 233520 w 948335"/>
              <a:gd name="connsiteY21" fmla="*/ 281732 h 733815"/>
              <a:gd name="connsiteX22" fmla="*/ 233520 w 948335"/>
              <a:gd name="connsiteY22" fmla="*/ 200209 h 733815"/>
              <a:gd name="connsiteX23" fmla="*/ 208777 w 948335"/>
              <a:gd name="connsiteY23" fmla="*/ 199800 h 733815"/>
              <a:gd name="connsiteX24" fmla="*/ 480210 w 948335"/>
              <a:gd name="connsiteY24" fmla="*/ 199800 h 733815"/>
              <a:gd name="connsiteX25" fmla="*/ 344283 w 948335"/>
              <a:gd name="connsiteY25" fmla="*/ 366560 h 733815"/>
              <a:gd name="connsiteX26" fmla="*/ 344283 w 948335"/>
              <a:gd name="connsiteY26" fmla="*/ 599045 h 733815"/>
              <a:gd name="connsiteX27" fmla="*/ 432731 w 948335"/>
              <a:gd name="connsiteY27" fmla="*/ 599045 h 733815"/>
              <a:gd name="connsiteX28" fmla="*/ 432731 w 948335"/>
              <a:gd name="connsiteY28" fmla="*/ 366527 h 733815"/>
              <a:gd name="connsiteX29" fmla="*/ 505362 w 948335"/>
              <a:gd name="connsiteY29" fmla="*/ 281732 h 733815"/>
              <a:gd name="connsiteX30" fmla="*/ 505362 w 948335"/>
              <a:gd name="connsiteY30" fmla="*/ 200209 h 733815"/>
              <a:gd name="connsiteX31" fmla="*/ 480210 w 948335"/>
              <a:gd name="connsiteY31" fmla="*/ 199800 h 7338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948335" h="733815">
                <a:moveTo>
                  <a:pt x="619905" y="599045"/>
                </a:moveTo>
                <a:lnTo>
                  <a:pt x="708360" y="599045"/>
                </a:lnTo>
                <a:lnTo>
                  <a:pt x="708360" y="175"/>
                </a:lnTo>
                <a:lnTo>
                  <a:pt x="619905" y="175"/>
                </a:lnTo>
                <a:lnTo>
                  <a:pt x="619905" y="599045"/>
                </a:lnTo>
                <a:close/>
                <a:moveTo>
                  <a:pt x="811823" y="196963"/>
                </a:moveTo>
                <a:cubicBezTo>
                  <a:pt x="795196" y="196154"/>
                  <a:pt x="774500" y="196963"/>
                  <a:pt x="753805" y="199399"/>
                </a:cubicBezTo>
                <a:lnTo>
                  <a:pt x="753805" y="281323"/>
                </a:lnTo>
                <a:cubicBezTo>
                  <a:pt x="831702" y="281323"/>
                  <a:pt x="860105" y="292732"/>
                  <a:pt x="860105" y="364907"/>
                </a:cubicBezTo>
                <a:lnTo>
                  <a:pt x="860105" y="599045"/>
                </a:lnTo>
                <a:lnTo>
                  <a:pt x="948560" y="599045"/>
                </a:lnTo>
                <a:lnTo>
                  <a:pt x="948560" y="353981"/>
                </a:lnTo>
                <a:cubicBezTo>
                  <a:pt x="948560" y="263505"/>
                  <a:pt x="897033" y="200209"/>
                  <a:pt x="811823" y="196963"/>
                </a:cubicBezTo>
                <a:close/>
                <a:moveTo>
                  <a:pt x="208777" y="199800"/>
                </a:moveTo>
                <a:cubicBezTo>
                  <a:pt x="114634" y="204671"/>
                  <a:pt x="72849" y="267152"/>
                  <a:pt x="72849" y="366560"/>
                </a:cubicBezTo>
                <a:lnTo>
                  <a:pt x="72849" y="567022"/>
                </a:lnTo>
                <a:cubicBezTo>
                  <a:pt x="72849" y="625455"/>
                  <a:pt x="61073" y="650613"/>
                  <a:pt x="225" y="651830"/>
                </a:cubicBezTo>
                <a:lnTo>
                  <a:pt x="225" y="732932"/>
                </a:lnTo>
                <a:cubicBezTo>
                  <a:pt x="7525" y="734156"/>
                  <a:pt x="19288" y="734156"/>
                  <a:pt x="25376" y="733742"/>
                </a:cubicBezTo>
                <a:cubicBezTo>
                  <a:pt x="119907" y="728068"/>
                  <a:pt x="161297" y="665179"/>
                  <a:pt x="161297" y="566989"/>
                </a:cubicBezTo>
                <a:lnTo>
                  <a:pt x="161297" y="366527"/>
                </a:lnTo>
                <a:cubicBezTo>
                  <a:pt x="161297" y="307693"/>
                  <a:pt x="172257" y="282943"/>
                  <a:pt x="233520" y="281732"/>
                </a:cubicBezTo>
                <a:lnTo>
                  <a:pt x="233520" y="200209"/>
                </a:lnTo>
                <a:cubicBezTo>
                  <a:pt x="226622" y="199399"/>
                  <a:pt x="214859" y="199399"/>
                  <a:pt x="208777" y="199800"/>
                </a:cubicBezTo>
                <a:close/>
                <a:moveTo>
                  <a:pt x="480210" y="199800"/>
                </a:moveTo>
                <a:cubicBezTo>
                  <a:pt x="386483" y="204671"/>
                  <a:pt x="344283" y="267560"/>
                  <a:pt x="344283" y="366560"/>
                </a:cubicBezTo>
                <a:lnTo>
                  <a:pt x="344283" y="599045"/>
                </a:lnTo>
                <a:lnTo>
                  <a:pt x="432731" y="599045"/>
                </a:lnTo>
                <a:lnTo>
                  <a:pt x="432731" y="366527"/>
                </a:lnTo>
                <a:cubicBezTo>
                  <a:pt x="432731" y="308094"/>
                  <a:pt x="444507" y="282943"/>
                  <a:pt x="505362" y="281732"/>
                </a:cubicBezTo>
                <a:lnTo>
                  <a:pt x="505362" y="200209"/>
                </a:lnTo>
                <a:cubicBezTo>
                  <a:pt x="498055" y="199399"/>
                  <a:pt x="486292" y="199399"/>
                  <a:pt x="480210" y="199800"/>
                </a:cubicBezTo>
                <a:close/>
              </a:path>
            </a:pathLst>
          </a:custGeom>
          <a:solidFill>
            <a:schemeClr val="accent1"/>
          </a:solidFill>
          <a:ln w="6638" cap="flat">
            <a:noFill/>
            <a:prstDash val="solid"/>
            <a:round/>
          </a:ln>
        </p:spPr>
        <p:txBody>
          <a:bodyPr rtlCol="0" anchor="ctr"/>
          <a:lstStyle/>
          <a:p>
            <a:endParaRPr lang="de-DE" sz="1350"/>
          </a:p>
        </p:txBody>
      </p:sp>
    </p:spTree>
    <p:extLst>
      <p:ext uri="{BB962C8B-B14F-4D97-AF65-F5344CB8AC3E}">
        <p14:creationId xmlns:p14="http://schemas.microsoft.com/office/powerpoint/2010/main" val="38972077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5" r:id="rId1"/>
    <p:sldLayoutId id="2147483756" r:id="rId2"/>
    <p:sldLayoutId id="2147483757" r:id="rId3"/>
    <p:sldLayoutId id="2147483758" r:id="rId4"/>
    <p:sldLayoutId id="2147483759" r:id="rId5"/>
    <p:sldLayoutId id="2147483760" r:id="rId6"/>
    <p:sldLayoutId id="2147483761" r:id="rId7"/>
    <p:sldLayoutId id="2147483762" r:id="rId8"/>
    <p:sldLayoutId id="2147483763" r:id="rId9"/>
    <p:sldLayoutId id="2147483764" r:id="rId10"/>
    <p:sldLayoutId id="2147483765" r:id="rId11"/>
    <p:sldLayoutId id="2147483766" r:id="rId12"/>
    <p:sldLayoutId id="2147483767" r:id="rId13"/>
    <p:sldLayoutId id="2147483768" r:id="rId14"/>
    <p:sldLayoutId id="2147483769" r:id="rId15"/>
    <p:sldLayoutId id="2147483770" r:id="rId16"/>
    <p:sldLayoutId id="2147483771" r:id="rId17"/>
    <p:sldLayoutId id="2147483772" r:id="rId18"/>
    <p:sldLayoutId id="2147483773" r:id="rId19"/>
    <p:sldLayoutId id="2147483774" r:id="rId20"/>
    <p:sldLayoutId id="2147483775" r:id="rId21"/>
    <p:sldLayoutId id="2147483776" r:id="rId22"/>
    <p:sldLayoutId id="2147483777" r:id="rId23"/>
  </p:sldLayoutIdLst>
  <p:hf hdr="0"/>
  <p:txStyles>
    <p:titleStyle>
      <a:lvl1pPr algn="l" defTabSz="685800" rtl="0" eaLnBrk="1" latinLnBrk="0" hangingPunct="1">
        <a:lnSpc>
          <a:spcPct val="100000"/>
        </a:lnSpc>
        <a:spcBef>
          <a:spcPct val="0"/>
        </a:spcBef>
        <a:buNone/>
        <a:defRPr sz="2250" b="1" kern="1200">
          <a:solidFill>
            <a:schemeClr val="tx1"/>
          </a:solidFill>
          <a:latin typeface="SRH Headline" panose="020B0603020204020204" pitchFamily="34" charset="0"/>
          <a:ea typeface="SRH Headline" panose="020B0603020204020204" pitchFamily="34" charset="0"/>
          <a:cs typeface="SRH Headline" panose="020B0603020204020204" pitchFamily="34" charset="0"/>
        </a:defRPr>
      </a:lvl1pPr>
    </p:titleStyle>
    <p:bodyStyle>
      <a:lvl1pPr marL="0" indent="0" algn="l" defTabSz="685800" rtl="0" eaLnBrk="1" latinLnBrk="0" hangingPunct="1">
        <a:lnSpc>
          <a:spcPct val="110000"/>
        </a:lnSpc>
        <a:spcBef>
          <a:spcPts val="900"/>
        </a:spcBef>
        <a:buFont typeface="Arial" panose="020B0604020202020204" pitchFamily="34" charset="0"/>
        <a:buNone/>
        <a:defRPr sz="1350" b="0" kern="1200">
          <a:solidFill>
            <a:schemeClr val="tx1"/>
          </a:solidFill>
          <a:latin typeface="SRH Text" panose="020B0503020204020204" pitchFamily="34" charset="0"/>
          <a:ea typeface="SRH Text" panose="020B0503020204020204" pitchFamily="34" charset="0"/>
          <a:cs typeface="SRH Text" panose="020B0503020204020204" pitchFamily="34" charset="0"/>
        </a:defRPr>
      </a:lvl1pPr>
      <a:lvl2pPr marL="270000" indent="-270000" algn="l" defTabSz="685800" rtl="0" eaLnBrk="1" latinLnBrk="0" hangingPunct="1">
        <a:lnSpc>
          <a:spcPct val="110000"/>
        </a:lnSpc>
        <a:spcBef>
          <a:spcPts val="900"/>
        </a:spcBef>
        <a:spcAft>
          <a:spcPts val="0"/>
        </a:spcAft>
        <a:buClr>
          <a:schemeClr val="accent1"/>
        </a:buClr>
        <a:buFont typeface="SRH" panose="020B0503020204020204" pitchFamily="34" charset="0"/>
        <a:buChar char="—"/>
        <a:defRPr sz="1350" b="0" kern="1200">
          <a:solidFill>
            <a:schemeClr val="tx1"/>
          </a:solidFill>
          <a:latin typeface="SRH Text" panose="020B0503020204020204" pitchFamily="34" charset="0"/>
          <a:ea typeface="SRH Text" panose="020B0503020204020204" pitchFamily="34" charset="0"/>
          <a:cs typeface="SRH Text" panose="020B0503020204020204" pitchFamily="34" charset="0"/>
        </a:defRPr>
      </a:lvl2pPr>
      <a:lvl3pPr marL="540000" indent="-270000" algn="l" defTabSz="685800" rtl="0" eaLnBrk="1" latinLnBrk="0" hangingPunct="1">
        <a:lnSpc>
          <a:spcPct val="110000"/>
        </a:lnSpc>
        <a:spcBef>
          <a:spcPts val="0"/>
        </a:spcBef>
        <a:buClr>
          <a:schemeClr val="accent1"/>
        </a:buClr>
        <a:buFont typeface="SRH" panose="020B0503020204020204" pitchFamily="34" charset="0"/>
        <a:buChar char="—"/>
        <a:defRPr sz="1200" b="0" kern="1200">
          <a:solidFill>
            <a:schemeClr val="tx1"/>
          </a:solidFill>
          <a:latin typeface="SRH Text" panose="020B0503020204020204" pitchFamily="34" charset="0"/>
          <a:ea typeface="SRH Text" panose="020B0503020204020204" pitchFamily="34" charset="0"/>
          <a:cs typeface="SRH Text" panose="020B0503020204020204" pitchFamily="34" charset="0"/>
        </a:defRPr>
      </a:lvl3pPr>
      <a:lvl4pPr marL="0" indent="0" algn="l" defTabSz="685800" rtl="0" eaLnBrk="1" latinLnBrk="0" hangingPunct="1">
        <a:lnSpc>
          <a:spcPct val="110000"/>
        </a:lnSpc>
        <a:spcBef>
          <a:spcPts val="1800"/>
        </a:spcBef>
        <a:buFont typeface="SRH" panose="020B0503020204020204" pitchFamily="34" charset="0"/>
        <a:buNone/>
        <a:defRPr sz="1500" b="1" kern="1200">
          <a:solidFill>
            <a:schemeClr val="accent1"/>
          </a:solidFill>
          <a:latin typeface="SRH Text" panose="020B0503020204020204" pitchFamily="34" charset="0"/>
          <a:ea typeface="SRH Text" panose="020B0503020204020204" pitchFamily="34" charset="0"/>
          <a:cs typeface="SRH Text" panose="020B0503020204020204" pitchFamily="34" charset="0"/>
        </a:defRPr>
      </a:lvl4pPr>
      <a:lvl5pPr marL="0" indent="0" algn="l" defTabSz="685800" rtl="0" eaLnBrk="1" latinLnBrk="0" hangingPunct="1">
        <a:lnSpc>
          <a:spcPct val="110000"/>
        </a:lnSpc>
        <a:spcBef>
          <a:spcPts val="900"/>
        </a:spcBef>
        <a:buFont typeface="SRH" panose="020B0503020204020204" pitchFamily="34" charset="0"/>
        <a:buNone/>
        <a:defRPr sz="1500" b="1" kern="1200">
          <a:solidFill>
            <a:schemeClr val="tx1"/>
          </a:solidFill>
          <a:latin typeface="SRH Headline" panose="020B0603020204020204" pitchFamily="34" charset="0"/>
          <a:ea typeface="SRH Headline" panose="020B0603020204020204" pitchFamily="34" charset="0"/>
          <a:cs typeface="SRH Headline" panose="020B0603020204020204" pitchFamily="34" charset="0"/>
        </a:defRPr>
      </a:lvl5pPr>
      <a:lvl6pPr marL="0" indent="0" algn="l" defTabSz="685800" rtl="0" eaLnBrk="1" latinLnBrk="0" hangingPunct="1">
        <a:lnSpc>
          <a:spcPct val="110000"/>
        </a:lnSpc>
        <a:spcBef>
          <a:spcPts val="900"/>
        </a:spcBef>
        <a:buFont typeface="Arial" panose="020B0604020202020204" pitchFamily="34" charset="0"/>
        <a:buNone/>
        <a:defRPr sz="1800" b="0" kern="1200">
          <a:solidFill>
            <a:schemeClr val="tx1"/>
          </a:solidFill>
          <a:latin typeface="SRH Headline" panose="020B0603020204020204" pitchFamily="34" charset="0"/>
          <a:ea typeface="SRH Headline" panose="020B0603020204020204" pitchFamily="34" charset="0"/>
          <a:cs typeface="SRH Headline" panose="020B0603020204020204" pitchFamily="34" charset="0"/>
        </a:defRPr>
      </a:lvl6pPr>
      <a:lvl7pPr marL="0" indent="0" algn="l" defTabSz="685800" rtl="0" eaLnBrk="1" latinLnBrk="0" hangingPunct="1">
        <a:lnSpc>
          <a:spcPct val="98000"/>
        </a:lnSpc>
        <a:spcBef>
          <a:spcPts val="900"/>
        </a:spcBef>
        <a:buFont typeface="Arial" panose="020B0604020202020204" pitchFamily="34" charset="0"/>
        <a:buNone/>
        <a:defRPr sz="3600" b="1" kern="1200">
          <a:solidFill>
            <a:schemeClr val="accent1"/>
          </a:solidFill>
          <a:latin typeface="SRH Headline" panose="020B0603020204020204" pitchFamily="34" charset="0"/>
          <a:ea typeface="SRH Headline" panose="020B0603020204020204" pitchFamily="34" charset="0"/>
          <a:cs typeface="SRH Headline" panose="020B0603020204020204" pitchFamily="34" charset="0"/>
        </a:defRPr>
      </a:lvl7pPr>
      <a:lvl8pPr marL="0" indent="0" algn="l" defTabSz="685800" rtl="0" eaLnBrk="1" latinLnBrk="0" hangingPunct="1">
        <a:lnSpc>
          <a:spcPct val="98000"/>
        </a:lnSpc>
        <a:spcBef>
          <a:spcPts val="900"/>
        </a:spcBef>
        <a:buFont typeface="Arial" panose="020B0604020202020204" pitchFamily="34" charset="0"/>
        <a:buNone/>
        <a:defRPr sz="1500" b="1" kern="1200">
          <a:solidFill>
            <a:schemeClr val="tx1"/>
          </a:solidFill>
          <a:latin typeface="SRH Text" panose="020B0503020204020204" pitchFamily="34" charset="0"/>
          <a:ea typeface="SRH Text" panose="020B0503020204020204" pitchFamily="34" charset="0"/>
          <a:cs typeface="SRH Text" panose="020B0503020204020204" pitchFamily="34" charset="0"/>
        </a:defRPr>
      </a:lvl8pPr>
      <a:lvl9pPr marL="0" indent="0" algn="l" defTabSz="685800" rtl="0" eaLnBrk="1" latinLnBrk="0" hangingPunct="1">
        <a:lnSpc>
          <a:spcPct val="110000"/>
        </a:lnSpc>
        <a:spcBef>
          <a:spcPts val="450"/>
        </a:spcBef>
        <a:buFont typeface="Arial" panose="020B0604020202020204" pitchFamily="34" charset="0"/>
        <a:buNone/>
        <a:defRPr sz="900" b="0" kern="1200">
          <a:solidFill>
            <a:schemeClr val="tx1"/>
          </a:solidFill>
          <a:latin typeface="SRH Text" panose="020B0503020204020204" pitchFamily="34" charset="0"/>
          <a:ea typeface="SRH Text" panose="020B0503020204020204" pitchFamily="34" charset="0"/>
          <a:cs typeface="SRH Text" panose="020B0503020204020204" pitchFamily="34" charset="0"/>
        </a:defRPr>
      </a:lvl9pPr>
    </p:bodyStyle>
    <p:otherStyle>
      <a:defPPr>
        <a:defRPr lang="de-DE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>
          <p15:clr>
            <a:srgbClr val="F26B43"/>
          </p15:clr>
        </p15:guide>
        <p15:guide id="2" pos="7680">
          <p15:clr>
            <a:srgbClr val="F26B43"/>
          </p15:clr>
        </p15:guide>
        <p15:guide id="3" pos="226">
          <p15:clr>
            <a:srgbClr val="F26B43"/>
          </p15:clr>
        </p15:guide>
        <p15:guide id="4" pos="7453">
          <p15:clr>
            <a:srgbClr val="F26B43"/>
          </p15:clr>
        </p15:guide>
        <p15:guide id="5" orient="horz">
          <p15:clr>
            <a:srgbClr val="F26B43"/>
          </p15:clr>
        </p15:guide>
        <p15:guide id="6" orient="horz" pos="4320">
          <p15:clr>
            <a:srgbClr val="F26B43"/>
          </p15:clr>
        </p15:guide>
        <p15:guide id="7" orient="horz" pos="1088">
          <p15:clr>
            <a:srgbClr val="F26B43"/>
          </p15:clr>
        </p15:guide>
        <p15:guide id="8" orient="horz" pos="3753">
          <p15:clr>
            <a:srgbClr val="F26B43"/>
          </p15:clr>
        </p15:guide>
        <p15:guide id="9" orient="horz" pos="690">
          <p15:clr>
            <a:srgbClr val="F26B43"/>
          </p15:clr>
        </p15:guide>
        <p15:guide id="10" pos="5995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2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el 8">
            <a:extLst>
              <a:ext uri="{FF2B5EF4-FFF2-40B4-BE49-F238E27FC236}">
                <a16:creationId xmlns:a16="http://schemas.microsoft.com/office/drawing/2014/main" id="{C7B85632-E4AE-45C1-B77F-DC305DB7A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000" y="1643386"/>
            <a:ext cx="8312488" cy="1153080"/>
          </a:xfrm>
        </p:spPr>
        <p:txBody>
          <a:bodyPr/>
          <a:lstStyle/>
          <a:p>
            <a:r>
              <a:rPr lang="de-DE" dirty="0" err="1"/>
              <a:t>Introduction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programming</a:t>
            </a:r>
            <a:br>
              <a:rPr lang="de-DE" dirty="0"/>
            </a:br>
            <a:endParaRPr lang="de-DE" dirty="0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9E1104D1-BC8B-4CDA-80E7-378C65BBEE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01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F6E6FC4-C5A8-42EB-8C76-017ABA498F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800"/>
            <a:r>
              <a:rPr lang="de-DE" dirty="0">
                <a:solidFill>
                  <a:prstClr val="white"/>
                </a:solidFill>
              </a:rPr>
              <a:t>SRH Unternehmen  –  Anil Keshav </a:t>
            </a:r>
            <a:r>
              <a:rPr lang="de-DE" dirty="0" err="1">
                <a:solidFill>
                  <a:prstClr val="white"/>
                </a:solidFill>
              </a:rPr>
              <a:t>and</a:t>
            </a:r>
            <a:r>
              <a:rPr lang="de-DE" dirty="0">
                <a:solidFill>
                  <a:prstClr val="white"/>
                </a:solidFill>
              </a:rPr>
              <a:t> Ashish Chouhan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A0FAC48-550F-4F0D-BB5A-FF464BF5DA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/>
            <a:fld id="{075B144D-941B-4DFC-AF5F-0416193D12EC}" type="slidenum">
              <a:rPr lang="de-DE">
                <a:solidFill>
                  <a:prstClr val="white"/>
                </a:solidFill>
              </a:rPr>
              <a:pPr defTabSz="685800"/>
              <a:t>1</a:t>
            </a:fld>
            <a:endParaRPr lang="de-DE">
              <a:solidFill>
                <a:prstClr val="white"/>
              </a:solidFill>
            </a:endParaRPr>
          </a:p>
        </p:txBody>
      </p:sp>
      <p:sp>
        <p:nvSpPr>
          <p:cNvPr id="8" name="Datumsplatzhalter 3">
            <a:extLst>
              <a:ext uri="{FF2B5EF4-FFF2-40B4-BE49-F238E27FC236}">
                <a16:creationId xmlns:a16="http://schemas.microsoft.com/office/drawing/2014/main" id="{306B53E0-C7A6-41DE-9F7D-422FA52AB2C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75734" y="4767263"/>
            <a:ext cx="655919" cy="273844"/>
          </a:xfrm>
        </p:spPr>
        <p:txBody>
          <a:bodyPr/>
          <a:lstStyle/>
          <a:p>
            <a:pPr defTabSz="685800"/>
            <a:r>
              <a:rPr lang="de-DE" dirty="0"/>
              <a:t>07.06.2022</a:t>
            </a:r>
          </a:p>
        </p:txBody>
      </p:sp>
    </p:spTree>
    <p:extLst>
      <p:ext uri="{BB962C8B-B14F-4D97-AF65-F5344CB8AC3E}">
        <p14:creationId xmlns:p14="http://schemas.microsoft.com/office/powerpoint/2010/main" val="9810571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A4A1FFF-CF92-4430-936D-95E35768C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  <a:br>
              <a:rPr lang="de-DE" dirty="0"/>
            </a:b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0769096-EEEB-4D17-A80B-D1BB815A8B2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pPr lvl="1"/>
            <a:r>
              <a:rPr lang="de-DE" dirty="0" err="1"/>
              <a:t>What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a </a:t>
            </a:r>
            <a:r>
              <a:rPr lang="de-DE" dirty="0" err="1"/>
              <a:t>program</a:t>
            </a:r>
            <a:r>
              <a:rPr lang="de-DE" dirty="0"/>
              <a:t> ? </a:t>
            </a:r>
          </a:p>
          <a:p>
            <a:pPr lvl="1"/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operating</a:t>
            </a:r>
            <a:r>
              <a:rPr lang="de-DE" dirty="0"/>
              <a:t> </a:t>
            </a:r>
            <a:r>
              <a:rPr lang="de-DE" dirty="0" err="1"/>
              <a:t>system</a:t>
            </a:r>
            <a:r>
              <a:rPr lang="de-DE" dirty="0"/>
              <a:t> a </a:t>
            </a:r>
            <a:r>
              <a:rPr lang="de-DE" dirty="0" err="1"/>
              <a:t>program</a:t>
            </a:r>
            <a:r>
              <a:rPr lang="de-DE" dirty="0"/>
              <a:t> ?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71690A7-6358-4F92-9827-47885152E1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/>
            <a:r>
              <a:rPr lang="de-DE" dirty="0"/>
              <a:t>07.06.2022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FDD7C0D-3639-4435-BF2E-54E74AFA9F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800"/>
            <a:r>
              <a:rPr lang="de-DE" dirty="0"/>
              <a:t>SRH Unternehmen  –  Anil Keshav &amp; Ashish Chouhan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37E79E0-2715-4D89-B222-037FEF3EC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/>
            <a:fld id="{075B144D-941B-4DFC-AF5F-0416193D12EC}" type="slidenum">
              <a:rPr lang="de-DE"/>
              <a:pPr defTabSz="68580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39447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A4A1FFF-CF92-4430-936D-95E35768C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How</a:t>
            </a:r>
            <a:r>
              <a:rPr lang="de-DE" dirty="0"/>
              <a:t> </a:t>
            </a:r>
            <a:r>
              <a:rPr lang="de-DE" dirty="0" err="1"/>
              <a:t>does</a:t>
            </a:r>
            <a:r>
              <a:rPr lang="de-DE" dirty="0"/>
              <a:t> </a:t>
            </a:r>
            <a:r>
              <a:rPr lang="de-DE" dirty="0" err="1"/>
              <a:t>any</a:t>
            </a:r>
            <a:r>
              <a:rPr lang="de-DE" dirty="0"/>
              <a:t> </a:t>
            </a:r>
            <a:r>
              <a:rPr lang="de-DE" dirty="0" err="1"/>
              <a:t>program</a:t>
            </a:r>
            <a:r>
              <a:rPr lang="de-DE" dirty="0"/>
              <a:t> </a:t>
            </a:r>
            <a:r>
              <a:rPr lang="de-DE" dirty="0" err="1"/>
              <a:t>execute</a:t>
            </a:r>
            <a:br>
              <a:rPr lang="de-DE" dirty="0"/>
            </a:br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FDD7C0D-3639-4435-BF2E-54E74AFA9F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800"/>
            <a:r>
              <a:rPr lang="de-DE" dirty="0"/>
              <a:t>SRH Unternehmen  –  Anil Keshav &amp; Ashish Chouhan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37E79E0-2715-4D89-B222-037FEF3EC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/>
            <a:fld id="{075B144D-941B-4DFC-AF5F-0416193D12EC}" type="slidenum">
              <a:rPr lang="de-DE"/>
              <a:pPr defTabSz="685800"/>
              <a:t>3</a:t>
            </a:fld>
            <a:endParaRPr lang="de-DE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D42ECBC-B0C1-41F4-9A5F-DF523D6A20DA}"/>
              </a:ext>
            </a:extLst>
          </p:cNvPr>
          <p:cNvSpPr/>
          <p:nvPr/>
        </p:nvSpPr>
        <p:spPr>
          <a:xfrm>
            <a:off x="604838" y="1177126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CPU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3AE4AB2-17BE-475A-834C-16F81984757B}"/>
              </a:ext>
            </a:extLst>
          </p:cNvPr>
          <p:cNvSpPr txBox="1"/>
          <p:nvPr/>
        </p:nvSpPr>
        <p:spPr>
          <a:xfrm>
            <a:off x="1519238" y="4387611"/>
            <a:ext cx="71442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Can only execute a set of instruction called instruction set</a:t>
            </a:r>
            <a:endParaRPr lang="en-DE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69FB319-D210-4FE8-9D79-A03BA1245D6D}"/>
              </a:ext>
            </a:extLst>
          </p:cNvPr>
          <p:cNvSpPr/>
          <p:nvPr/>
        </p:nvSpPr>
        <p:spPr>
          <a:xfrm>
            <a:off x="7020856" y="4110612"/>
            <a:ext cx="110479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DE" dirty="0">
                <a:solidFill>
                  <a:schemeClr val="bg1"/>
                </a:solidFill>
              </a:rPr>
              <a:t> push </a:t>
            </a:r>
            <a:r>
              <a:rPr lang="en-DE" dirty="0" err="1">
                <a:solidFill>
                  <a:schemeClr val="bg1"/>
                </a:solidFill>
              </a:rPr>
              <a:t>ebp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 1011 111</a:t>
            </a:r>
            <a:endParaRPr lang="en-DE" dirty="0">
              <a:solidFill>
                <a:schemeClr val="bg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CC2D546-F1C7-4007-9591-F616AB6DCF82}"/>
              </a:ext>
            </a:extLst>
          </p:cNvPr>
          <p:cNvSpPr/>
          <p:nvPr/>
        </p:nvSpPr>
        <p:spPr>
          <a:xfrm>
            <a:off x="6917447" y="3560340"/>
            <a:ext cx="156004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 mov </a:t>
            </a:r>
            <a:r>
              <a:rPr lang="en-US" dirty="0" err="1">
                <a:solidFill>
                  <a:schemeClr val="bg1"/>
                </a:solidFill>
              </a:rPr>
              <a:t>ebp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lang="en-US" dirty="0" err="1">
                <a:solidFill>
                  <a:schemeClr val="bg1"/>
                </a:solidFill>
              </a:rPr>
              <a:t>esp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  111  101, 001</a:t>
            </a:r>
            <a:endParaRPr lang="en-DE" dirty="0">
              <a:solidFill>
                <a:schemeClr val="bg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B1E3B85-0836-4BC3-BB28-A812824B6523}"/>
              </a:ext>
            </a:extLst>
          </p:cNvPr>
          <p:cNvSpPr/>
          <p:nvPr/>
        </p:nvSpPr>
        <p:spPr>
          <a:xfrm>
            <a:off x="6917447" y="3048636"/>
            <a:ext cx="156004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  sub </a:t>
            </a:r>
            <a:r>
              <a:rPr lang="en-US" dirty="0" err="1">
                <a:solidFill>
                  <a:schemeClr val="bg1"/>
                </a:solidFill>
              </a:rPr>
              <a:t>esp</a:t>
            </a:r>
            <a:r>
              <a:rPr lang="en-US" dirty="0">
                <a:solidFill>
                  <a:schemeClr val="bg1"/>
                </a:solidFill>
              </a:rPr>
              <a:t>, 0x20</a:t>
            </a:r>
          </a:p>
          <a:p>
            <a:r>
              <a:rPr lang="en-US" dirty="0">
                <a:solidFill>
                  <a:schemeClr val="bg1"/>
                </a:solidFill>
              </a:rPr>
              <a:t>  111  101, 001</a:t>
            </a:r>
            <a:endParaRPr lang="en-DE" dirty="0">
              <a:solidFill>
                <a:schemeClr val="bg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A1538A8-AEF9-45C7-A395-471C22D8539B}"/>
              </a:ext>
            </a:extLst>
          </p:cNvPr>
          <p:cNvSpPr/>
          <p:nvPr/>
        </p:nvSpPr>
        <p:spPr>
          <a:xfrm>
            <a:off x="7020856" y="2517648"/>
            <a:ext cx="161294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jne</a:t>
            </a:r>
            <a:r>
              <a:rPr lang="en-US" dirty="0">
                <a:solidFill>
                  <a:schemeClr val="bg1"/>
                </a:solidFill>
              </a:rPr>
              <a:t> 0x401489</a:t>
            </a:r>
          </a:p>
          <a:p>
            <a:r>
              <a:rPr lang="en-US" dirty="0">
                <a:solidFill>
                  <a:schemeClr val="bg1"/>
                </a:solidFill>
              </a:rPr>
              <a:t>  111 0x401489</a:t>
            </a:r>
            <a:endParaRPr lang="en-DE" dirty="0">
              <a:solidFill>
                <a:schemeClr val="bg1"/>
              </a:solidFill>
            </a:endParaRPr>
          </a:p>
        </p:txBody>
      </p:sp>
      <p:sp>
        <p:nvSpPr>
          <p:cNvPr id="16" name="Datumsplatzhalter 3">
            <a:extLst>
              <a:ext uri="{FF2B5EF4-FFF2-40B4-BE49-F238E27FC236}">
                <a16:creationId xmlns:a16="http://schemas.microsoft.com/office/drawing/2014/main" id="{0D15A22A-1569-4323-B168-D7FA688931D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75734" y="4767263"/>
            <a:ext cx="655919" cy="273844"/>
          </a:xfrm>
        </p:spPr>
        <p:txBody>
          <a:bodyPr/>
          <a:lstStyle/>
          <a:p>
            <a:pPr defTabSz="685800"/>
            <a:r>
              <a:rPr lang="de-DE" dirty="0"/>
              <a:t>07.06.2022</a:t>
            </a:r>
          </a:p>
        </p:txBody>
      </p:sp>
    </p:spTree>
    <p:extLst>
      <p:ext uri="{BB962C8B-B14F-4D97-AF65-F5344CB8AC3E}">
        <p14:creationId xmlns:p14="http://schemas.microsoft.com/office/powerpoint/2010/main" val="29883341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A4A1FFF-CF92-4430-936D-95E35768C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How</a:t>
            </a:r>
            <a:r>
              <a:rPr lang="de-DE" dirty="0"/>
              <a:t> </a:t>
            </a:r>
            <a:r>
              <a:rPr lang="de-DE" dirty="0" err="1"/>
              <a:t>does</a:t>
            </a:r>
            <a:r>
              <a:rPr lang="de-DE" dirty="0"/>
              <a:t> </a:t>
            </a:r>
            <a:r>
              <a:rPr lang="de-DE" dirty="0" err="1"/>
              <a:t>any</a:t>
            </a:r>
            <a:r>
              <a:rPr lang="de-DE" dirty="0"/>
              <a:t> </a:t>
            </a:r>
            <a:r>
              <a:rPr lang="de-DE" dirty="0" err="1"/>
              <a:t>program</a:t>
            </a:r>
            <a:r>
              <a:rPr lang="de-DE" dirty="0"/>
              <a:t> </a:t>
            </a:r>
            <a:r>
              <a:rPr lang="de-DE" dirty="0" err="1"/>
              <a:t>execute</a:t>
            </a:r>
            <a:br>
              <a:rPr lang="de-DE" dirty="0"/>
            </a:br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FDD7C0D-3639-4435-BF2E-54E74AFA9F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800"/>
            <a:r>
              <a:rPr lang="de-DE" dirty="0"/>
              <a:t>SRH Unternehmen  –  Anil Keshav &amp; Ashish Chouhan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37E79E0-2715-4D89-B222-037FEF3EC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/>
            <a:fld id="{075B144D-941B-4DFC-AF5F-0416193D12EC}" type="slidenum">
              <a:rPr lang="de-DE"/>
              <a:pPr defTabSz="685800"/>
              <a:t>4</a:t>
            </a:fld>
            <a:endParaRPr lang="de-DE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D42ECBC-B0C1-41F4-9A5F-DF523D6A20DA}"/>
              </a:ext>
            </a:extLst>
          </p:cNvPr>
          <p:cNvSpPr/>
          <p:nvPr/>
        </p:nvSpPr>
        <p:spPr>
          <a:xfrm>
            <a:off x="604838" y="1177126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CPU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3AE4AB2-17BE-475A-834C-16F81984757B}"/>
              </a:ext>
            </a:extLst>
          </p:cNvPr>
          <p:cNvSpPr txBox="1"/>
          <p:nvPr/>
        </p:nvSpPr>
        <p:spPr>
          <a:xfrm>
            <a:off x="1519238" y="4387611"/>
            <a:ext cx="71442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Can only execute a set of instruction called instruction set</a:t>
            </a:r>
            <a:endParaRPr lang="en-DE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69FB319-D210-4FE8-9D79-A03BA1245D6D}"/>
              </a:ext>
            </a:extLst>
          </p:cNvPr>
          <p:cNvSpPr/>
          <p:nvPr/>
        </p:nvSpPr>
        <p:spPr>
          <a:xfrm>
            <a:off x="7020856" y="4110612"/>
            <a:ext cx="110479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DE" dirty="0">
                <a:solidFill>
                  <a:schemeClr val="bg1"/>
                </a:solidFill>
              </a:rPr>
              <a:t> push </a:t>
            </a:r>
            <a:r>
              <a:rPr lang="en-DE" dirty="0" err="1">
                <a:solidFill>
                  <a:schemeClr val="bg1"/>
                </a:solidFill>
              </a:rPr>
              <a:t>ebp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 1011 111</a:t>
            </a:r>
            <a:endParaRPr lang="en-DE" dirty="0">
              <a:solidFill>
                <a:schemeClr val="bg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CC2D546-F1C7-4007-9591-F616AB6DCF82}"/>
              </a:ext>
            </a:extLst>
          </p:cNvPr>
          <p:cNvSpPr/>
          <p:nvPr/>
        </p:nvSpPr>
        <p:spPr>
          <a:xfrm>
            <a:off x="6917447" y="3560340"/>
            <a:ext cx="156004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 mov </a:t>
            </a:r>
            <a:r>
              <a:rPr lang="en-US" dirty="0" err="1">
                <a:solidFill>
                  <a:schemeClr val="bg1"/>
                </a:solidFill>
              </a:rPr>
              <a:t>ebp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lang="en-US" dirty="0" err="1">
                <a:solidFill>
                  <a:schemeClr val="bg1"/>
                </a:solidFill>
              </a:rPr>
              <a:t>esp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  111  101, 001</a:t>
            </a:r>
            <a:endParaRPr lang="en-DE" dirty="0">
              <a:solidFill>
                <a:schemeClr val="bg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B1E3B85-0836-4BC3-BB28-A812824B6523}"/>
              </a:ext>
            </a:extLst>
          </p:cNvPr>
          <p:cNvSpPr/>
          <p:nvPr/>
        </p:nvSpPr>
        <p:spPr>
          <a:xfrm>
            <a:off x="6917447" y="3048636"/>
            <a:ext cx="156004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  sub </a:t>
            </a:r>
            <a:r>
              <a:rPr lang="en-US" dirty="0" err="1">
                <a:solidFill>
                  <a:schemeClr val="bg1"/>
                </a:solidFill>
              </a:rPr>
              <a:t>esp</a:t>
            </a:r>
            <a:r>
              <a:rPr lang="en-US" dirty="0">
                <a:solidFill>
                  <a:schemeClr val="bg1"/>
                </a:solidFill>
              </a:rPr>
              <a:t>, 0x20</a:t>
            </a:r>
          </a:p>
          <a:p>
            <a:r>
              <a:rPr lang="en-US" dirty="0">
                <a:solidFill>
                  <a:schemeClr val="bg1"/>
                </a:solidFill>
              </a:rPr>
              <a:t>  111  101, 001</a:t>
            </a:r>
            <a:endParaRPr lang="en-DE" dirty="0">
              <a:solidFill>
                <a:schemeClr val="bg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A1538A8-AEF9-45C7-A395-471C22D8539B}"/>
              </a:ext>
            </a:extLst>
          </p:cNvPr>
          <p:cNvSpPr/>
          <p:nvPr/>
        </p:nvSpPr>
        <p:spPr>
          <a:xfrm>
            <a:off x="1519238" y="1455515"/>
            <a:ext cx="161294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 </a:t>
            </a:r>
            <a:r>
              <a:rPr lang="en-US" dirty="0" err="1"/>
              <a:t>jne</a:t>
            </a:r>
            <a:r>
              <a:rPr lang="en-US" dirty="0"/>
              <a:t> 0x401489</a:t>
            </a:r>
          </a:p>
          <a:p>
            <a:r>
              <a:rPr lang="en-US" dirty="0"/>
              <a:t>  111 0x401489</a:t>
            </a:r>
            <a:endParaRPr lang="en-DE" dirty="0"/>
          </a:p>
        </p:txBody>
      </p:sp>
      <p:sp>
        <p:nvSpPr>
          <p:cNvPr id="16" name="Datumsplatzhalter 3">
            <a:extLst>
              <a:ext uri="{FF2B5EF4-FFF2-40B4-BE49-F238E27FC236}">
                <a16:creationId xmlns:a16="http://schemas.microsoft.com/office/drawing/2014/main" id="{176459D8-0024-4CC5-9A30-9A9557D5E6F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75734" y="4767263"/>
            <a:ext cx="655919" cy="273844"/>
          </a:xfrm>
        </p:spPr>
        <p:txBody>
          <a:bodyPr/>
          <a:lstStyle/>
          <a:p>
            <a:pPr defTabSz="685800"/>
            <a:r>
              <a:rPr lang="de-DE" dirty="0"/>
              <a:t>07.06.2022</a:t>
            </a:r>
          </a:p>
        </p:txBody>
      </p:sp>
    </p:spTree>
    <p:extLst>
      <p:ext uri="{BB962C8B-B14F-4D97-AF65-F5344CB8AC3E}">
        <p14:creationId xmlns:p14="http://schemas.microsoft.com/office/powerpoint/2010/main" val="11151032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A4A1FFF-CF92-4430-936D-95E35768C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How</a:t>
            </a:r>
            <a:r>
              <a:rPr lang="de-DE" dirty="0"/>
              <a:t> </a:t>
            </a:r>
            <a:r>
              <a:rPr lang="de-DE" dirty="0" err="1"/>
              <a:t>does</a:t>
            </a:r>
            <a:r>
              <a:rPr lang="de-DE" dirty="0"/>
              <a:t> </a:t>
            </a:r>
            <a:r>
              <a:rPr lang="de-DE" dirty="0" err="1"/>
              <a:t>any</a:t>
            </a:r>
            <a:r>
              <a:rPr lang="de-DE" dirty="0"/>
              <a:t> </a:t>
            </a:r>
            <a:r>
              <a:rPr lang="de-DE" dirty="0" err="1"/>
              <a:t>program</a:t>
            </a:r>
            <a:r>
              <a:rPr lang="de-DE" dirty="0"/>
              <a:t> </a:t>
            </a:r>
            <a:r>
              <a:rPr lang="de-DE" dirty="0" err="1"/>
              <a:t>execute</a:t>
            </a:r>
            <a:br>
              <a:rPr lang="de-DE" dirty="0"/>
            </a:br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FDD7C0D-3639-4435-BF2E-54E74AFA9F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800"/>
            <a:r>
              <a:rPr lang="de-DE" dirty="0"/>
              <a:t>SRH Unternehmen  –  Anil Keshav &amp; Ashish Chouhan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37E79E0-2715-4D89-B222-037FEF3EC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/>
            <a:fld id="{075B144D-941B-4DFC-AF5F-0416193D12EC}" type="slidenum">
              <a:rPr lang="de-DE"/>
              <a:pPr defTabSz="685800"/>
              <a:t>5</a:t>
            </a:fld>
            <a:endParaRPr lang="de-DE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D42ECBC-B0C1-41F4-9A5F-DF523D6A20DA}"/>
              </a:ext>
            </a:extLst>
          </p:cNvPr>
          <p:cNvSpPr/>
          <p:nvPr/>
        </p:nvSpPr>
        <p:spPr>
          <a:xfrm>
            <a:off x="604838" y="1177126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CPU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3AE4AB2-17BE-475A-834C-16F81984757B}"/>
              </a:ext>
            </a:extLst>
          </p:cNvPr>
          <p:cNvSpPr txBox="1"/>
          <p:nvPr/>
        </p:nvSpPr>
        <p:spPr>
          <a:xfrm>
            <a:off x="1519238" y="4387611"/>
            <a:ext cx="71442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Can only execute a set of instruction called instruction set</a:t>
            </a:r>
            <a:endParaRPr lang="en-DE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69FB319-D210-4FE8-9D79-A03BA1245D6D}"/>
              </a:ext>
            </a:extLst>
          </p:cNvPr>
          <p:cNvSpPr/>
          <p:nvPr/>
        </p:nvSpPr>
        <p:spPr>
          <a:xfrm>
            <a:off x="7020856" y="4110612"/>
            <a:ext cx="110479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DE" dirty="0">
                <a:solidFill>
                  <a:schemeClr val="bg1"/>
                </a:solidFill>
              </a:rPr>
              <a:t> push </a:t>
            </a:r>
            <a:r>
              <a:rPr lang="en-DE" dirty="0" err="1">
                <a:solidFill>
                  <a:schemeClr val="bg1"/>
                </a:solidFill>
              </a:rPr>
              <a:t>ebp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 1011 111</a:t>
            </a:r>
            <a:endParaRPr lang="en-DE" dirty="0">
              <a:solidFill>
                <a:schemeClr val="bg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CC2D546-F1C7-4007-9591-F616AB6DCF82}"/>
              </a:ext>
            </a:extLst>
          </p:cNvPr>
          <p:cNvSpPr/>
          <p:nvPr/>
        </p:nvSpPr>
        <p:spPr>
          <a:xfrm>
            <a:off x="6917447" y="3560340"/>
            <a:ext cx="156004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 mov </a:t>
            </a:r>
            <a:r>
              <a:rPr lang="en-US" dirty="0" err="1">
                <a:solidFill>
                  <a:schemeClr val="bg1"/>
                </a:solidFill>
              </a:rPr>
              <a:t>ebp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lang="en-US" dirty="0" err="1">
                <a:solidFill>
                  <a:schemeClr val="bg1"/>
                </a:solidFill>
              </a:rPr>
              <a:t>esp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  111  101, 001</a:t>
            </a:r>
            <a:endParaRPr lang="en-DE" dirty="0">
              <a:solidFill>
                <a:schemeClr val="bg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B1E3B85-0836-4BC3-BB28-A812824B6523}"/>
              </a:ext>
            </a:extLst>
          </p:cNvPr>
          <p:cNvSpPr/>
          <p:nvPr/>
        </p:nvSpPr>
        <p:spPr>
          <a:xfrm>
            <a:off x="1436127" y="1455515"/>
            <a:ext cx="156004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  sub </a:t>
            </a:r>
            <a:r>
              <a:rPr lang="en-US" dirty="0" err="1"/>
              <a:t>esp</a:t>
            </a:r>
            <a:r>
              <a:rPr lang="en-US" dirty="0"/>
              <a:t>, 0x20</a:t>
            </a:r>
          </a:p>
          <a:p>
            <a:r>
              <a:rPr lang="en-US" dirty="0"/>
              <a:t>  111  101, 001</a:t>
            </a:r>
            <a:endParaRPr lang="en-DE" dirty="0"/>
          </a:p>
        </p:txBody>
      </p:sp>
      <p:sp>
        <p:nvSpPr>
          <p:cNvPr id="16" name="Datumsplatzhalter 3">
            <a:extLst>
              <a:ext uri="{FF2B5EF4-FFF2-40B4-BE49-F238E27FC236}">
                <a16:creationId xmlns:a16="http://schemas.microsoft.com/office/drawing/2014/main" id="{846B3B87-8469-4219-9D18-B7097C106E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75734" y="4767263"/>
            <a:ext cx="655919" cy="273844"/>
          </a:xfrm>
        </p:spPr>
        <p:txBody>
          <a:bodyPr/>
          <a:lstStyle/>
          <a:p>
            <a:pPr defTabSz="685800"/>
            <a:r>
              <a:rPr lang="de-DE" dirty="0"/>
              <a:t>07.06.2022</a:t>
            </a:r>
          </a:p>
        </p:txBody>
      </p:sp>
    </p:spTree>
    <p:extLst>
      <p:ext uri="{BB962C8B-B14F-4D97-AF65-F5344CB8AC3E}">
        <p14:creationId xmlns:p14="http://schemas.microsoft.com/office/powerpoint/2010/main" val="33343974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A4A1FFF-CF92-4430-936D-95E35768C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How</a:t>
            </a:r>
            <a:r>
              <a:rPr lang="de-DE" dirty="0"/>
              <a:t> </a:t>
            </a:r>
            <a:r>
              <a:rPr lang="de-DE" dirty="0" err="1"/>
              <a:t>does</a:t>
            </a:r>
            <a:r>
              <a:rPr lang="de-DE" dirty="0"/>
              <a:t> </a:t>
            </a:r>
            <a:r>
              <a:rPr lang="de-DE" dirty="0" err="1"/>
              <a:t>any</a:t>
            </a:r>
            <a:r>
              <a:rPr lang="de-DE" dirty="0"/>
              <a:t> </a:t>
            </a:r>
            <a:r>
              <a:rPr lang="de-DE" dirty="0" err="1"/>
              <a:t>program</a:t>
            </a:r>
            <a:r>
              <a:rPr lang="de-DE" dirty="0"/>
              <a:t> </a:t>
            </a:r>
            <a:r>
              <a:rPr lang="de-DE" dirty="0" err="1"/>
              <a:t>execute</a:t>
            </a:r>
            <a:br>
              <a:rPr lang="de-DE" dirty="0"/>
            </a:br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FDD7C0D-3639-4435-BF2E-54E74AFA9F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800"/>
            <a:r>
              <a:rPr lang="de-DE" dirty="0"/>
              <a:t>SRH Unternehmen  –  Anil Keshav &amp; Ashish Chouhan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37E79E0-2715-4D89-B222-037FEF3EC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/>
            <a:fld id="{075B144D-941B-4DFC-AF5F-0416193D12EC}" type="slidenum">
              <a:rPr lang="de-DE"/>
              <a:pPr defTabSz="685800"/>
              <a:t>6</a:t>
            </a:fld>
            <a:endParaRPr lang="de-DE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D42ECBC-B0C1-41F4-9A5F-DF523D6A20DA}"/>
              </a:ext>
            </a:extLst>
          </p:cNvPr>
          <p:cNvSpPr/>
          <p:nvPr/>
        </p:nvSpPr>
        <p:spPr>
          <a:xfrm>
            <a:off x="604838" y="1177126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CPU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3AE4AB2-17BE-475A-834C-16F81984757B}"/>
              </a:ext>
            </a:extLst>
          </p:cNvPr>
          <p:cNvSpPr txBox="1"/>
          <p:nvPr/>
        </p:nvSpPr>
        <p:spPr>
          <a:xfrm>
            <a:off x="1519238" y="4387611"/>
            <a:ext cx="71442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Can only execute a set of instruction called instruction set</a:t>
            </a:r>
            <a:endParaRPr lang="en-DE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69FB319-D210-4FE8-9D79-A03BA1245D6D}"/>
              </a:ext>
            </a:extLst>
          </p:cNvPr>
          <p:cNvSpPr/>
          <p:nvPr/>
        </p:nvSpPr>
        <p:spPr>
          <a:xfrm>
            <a:off x="7020856" y="4110612"/>
            <a:ext cx="110479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DE" dirty="0">
                <a:solidFill>
                  <a:schemeClr val="bg1"/>
                </a:solidFill>
              </a:rPr>
              <a:t> push </a:t>
            </a:r>
            <a:r>
              <a:rPr lang="en-DE" dirty="0" err="1">
                <a:solidFill>
                  <a:schemeClr val="bg1"/>
                </a:solidFill>
              </a:rPr>
              <a:t>ebp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 1011 111</a:t>
            </a:r>
            <a:endParaRPr lang="en-DE" dirty="0">
              <a:solidFill>
                <a:schemeClr val="bg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CC2D546-F1C7-4007-9591-F616AB6DCF82}"/>
              </a:ext>
            </a:extLst>
          </p:cNvPr>
          <p:cNvSpPr/>
          <p:nvPr/>
        </p:nvSpPr>
        <p:spPr>
          <a:xfrm>
            <a:off x="1481847" y="1672082"/>
            <a:ext cx="156004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 mov </a:t>
            </a:r>
            <a:r>
              <a:rPr lang="en-US" dirty="0" err="1"/>
              <a:t>ebp</a:t>
            </a:r>
            <a:r>
              <a:rPr lang="en-US" dirty="0"/>
              <a:t>, </a:t>
            </a:r>
            <a:r>
              <a:rPr lang="en-US" dirty="0" err="1"/>
              <a:t>esp</a:t>
            </a:r>
            <a:endParaRPr lang="en-US" dirty="0"/>
          </a:p>
          <a:p>
            <a:r>
              <a:rPr lang="en-US" dirty="0"/>
              <a:t>  111  101, 001</a:t>
            </a:r>
            <a:endParaRPr lang="en-DE" dirty="0"/>
          </a:p>
        </p:txBody>
      </p:sp>
      <p:sp>
        <p:nvSpPr>
          <p:cNvPr id="15" name="Datumsplatzhalter 3">
            <a:extLst>
              <a:ext uri="{FF2B5EF4-FFF2-40B4-BE49-F238E27FC236}">
                <a16:creationId xmlns:a16="http://schemas.microsoft.com/office/drawing/2014/main" id="{721226A3-DD85-43B6-9C12-D3C224E37B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75734" y="4767263"/>
            <a:ext cx="655919" cy="273844"/>
          </a:xfrm>
        </p:spPr>
        <p:txBody>
          <a:bodyPr/>
          <a:lstStyle/>
          <a:p>
            <a:pPr defTabSz="685800"/>
            <a:r>
              <a:rPr lang="de-DE" dirty="0"/>
              <a:t>07.06.2022</a:t>
            </a:r>
          </a:p>
        </p:txBody>
      </p:sp>
    </p:spTree>
    <p:extLst>
      <p:ext uri="{BB962C8B-B14F-4D97-AF65-F5344CB8AC3E}">
        <p14:creationId xmlns:p14="http://schemas.microsoft.com/office/powerpoint/2010/main" val="9681335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A4A1FFF-CF92-4430-936D-95E35768C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How</a:t>
            </a:r>
            <a:r>
              <a:rPr lang="de-DE" dirty="0"/>
              <a:t> </a:t>
            </a:r>
            <a:r>
              <a:rPr lang="de-DE" dirty="0" err="1"/>
              <a:t>does</a:t>
            </a:r>
            <a:r>
              <a:rPr lang="de-DE" dirty="0"/>
              <a:t> </a:t>
            </a:r>
            <a:r>
              <a:rPr lang="de-DE" dirty="0" err="1"/>
              <a:t>any</a:t>
            </a:r>
            <a:r>
              <a:rPr lang="de-DE" dirty="0"/>
              <a:t> </a:t>
            </a:r>
            <a:r>
              <a:rPr lang="de-DE" dirty="0" err="1"/>
              <a:t>program</a:t>
            </a:r>
            <a:r>
              <a:rPr lang="de-DE" dirty="0"/>
              <a:t> </a:t>
            </a:r>
            <a:r>
              <a:rPr lang="de-DE" dirty="0" err="1"/>
              <a:t>execute</a:t>
            </a:r>
            <a:br>
              <a:rPr lang="de-DE" dirty="0"/>
            </a:br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FDD7C0D-3639-4435-BF2E-54E74AFA9F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800"/>
            <a:r>
              <a:rPr lang="de-DE" dirty="0"/>
              <a:t>SRH Unternehmen  –  Anil Keshav &amp; Ashish Chouhan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37E79E0-2715-4D89-B222-037FEF3EC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/>
            <a:fld id="{075B144D-941B-4DFC-AF5F-0416193D12EC}" type="slidenum">
              <a:rPr lang="de-DE"/>
              <a:pPr defTabSz="685800"/>
              <a:t>7</a:t>
            </a:fld>
            <a:endParaRPr lang="de-DE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D42ECBC-B0C1-41F4-9A5F-DF523D6A20DA}"/>
              </a:ext>
            </a:extLst>
          </p:cNvPr>
          <p:cNvSpPr/>
          <p:nvPr/>
        </p:nvSpPr>
        <p:spPr>
          <a:xfrm>
            <a:off x="604838" y="1177126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CPU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3AE4AB2-17BE-475A-834C-16F81984757B}"/>
              </a:ext>
            </a:extLst>
          </p:cNvPr>
          <p:cNvSpPr txBox="1"/>
          <p:nvPr/>
        </p:nvSpPr>
        <p:spPr>
          <a:xfrm>
            <a:off x="1519238" y="4387611"/>
            <a:ext cx="71442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Can only execute a set of instruction called instruction set</a:t>
            </a:r>
            <a:endParaRPr lang="en-DE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69FB319-D210-4FE8-9D79-A03BA1245D6D}"/>
              </a:ext>
            </a:extLst>
          </p:cNvPr>
          <p:cNvSpPr/>
          <p:nvPr/>
        </p:nvSpPr>
        <p:spPr>
          <a:xfrm>
            <a:off x="1519238" y="1514602"/>
            <a:ext cx="110479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DE" dirty="0"/>
              <a:t> push </a:t>
            </a:r>
            <a:r>
              <a:rPr lang="en-DE" dirty="0" err="1"/>
              <a:t>ebp</a:t>
            </a:r>
            <a:endParaRPr lang="en-US" dirty="0"/>
          </a:p>
          <a:p>
            <a:r>
              <a:rPr lang="en-US" dirty="0"/>
              <a:t> 1011 111</a:t>
            </a:r>
            <a:endParaRPr lang="en-DE" dirty="0"/>
          </a:p>
        </p:txBody>
      </p:sp>
      <p:sp>
        <p:nvSpPr>
          <p:cNvPr id="14" name="Datumsplatzhalter 3">
            <a:extLst>
              <a:ext uri="{FF2B5EF4-FFF2-40B4-BE49-F238E27FC236}">
                <a16:creationId xmlns:a16="http://schemas.microsoft.com/office/drawing/2014/main" id="{BC9C0BE7-607F-4DE2-ADC2-7AC6EAD215F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75734" y="4767263"/>
            <a:ext cx="655919" cy="273844"/>
          </a:xfrm>
        </p:spPr>
        <p:txBody>
          <a:bodyPr/>
          <a:lstStyle/>
          <a:p>
            <a:pPr defTabSz="685800"/>
            <a:r>
              <a:rPr lang="de-DE" dirty="0"/>
              <a:t>07.06.2022</a:t>
            </a:r>
          </a:p>
        </p:txBody>
      </p:sp>
    </p:spTree>
    <p:extLst>
      <p:ext uri="{BB962C8B-B14F-4D97-AF65-F5344CB8AC3E}">
        <p14:creationId xmlns:p14="http://schemas.microsoft.com/office/powerpoint/2010/main" val="2648303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A4A1FFF-CF92-4430-936D-95E35768C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How</a:t>
            </a:r>
            <a:r>
              <a:rPr lang="de-DE" dirty="0"/>
              <a:t> </a:t>
            </a:r>
            <a:r>
              <a:rPr lang="de-DE" dirty="0" err="1"/>
              <a:t>does</a:t>
            </a:r>
            <a:r>
              <a:rPr lang="de-DE" dirty="0"/>
              <a:t> </a:t>
            </a:r>
            <a:r>
              <a:rPr lang="de-DE" dirty="0" err="1"/>
              <a:t>any</a:t>
            </a:r>
            <a:r>
              <a:rPr lang="de-DE" dirty="0"/>
              <a:t> </a:t>
            </a:r>
            <a:r>
              <a:rPr lang="de-DE" dirty="0" err="1"/>
              <a:t>program</a:t>
            </a:r>
            <a:r>
              <a:rPr lang="de-DE" dirty="0"/>
              <a:t> </a:t>
            </a:r>
            <a:r>
              <a:rPr lang="de-DE" dirty="0" err="1"/>
              <a:t>execute</a:t>
            </a:r>
            <a:br>
              <a:rPr lang="de-DE" dirty="0"/>
            </a:br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FDD7C0D-3639-4435-BF2E-54E74AFA9F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800"/>
            <a:r>
              <a:rPr lang="de-DE" dirty="0"/>
              <a:t>SRH Unternehmen  –  Anil Keshav &amp; Ashish Chouhan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37E79E0-2715-4D89-B222-037FEF3EC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/>
            <a:fld id="{075B144D-941B-4DFC-AF5F-0416193D12EC}" type="slidenum">
              <a:rPr lang="de-DE"/>
              <a:pPr defTabSz="685800"/>
              <a:t>8</a:t>
            </a:fld>
            <a:endParaRPr lang="de-DE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B6AF99B-EDE0-492A-8165-E6125CB22A23}"/>
              </a:ext>
            </a:extLst>
          </p:cNvPr>
          <p:cNvSpPr/>
          <p:nvPr/>
        </p:nvSpPr>
        <p:spPr>
          <a:xfrm>
            <a:off x="6269232" y="726504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CPU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F4D4EBE-3AD1-431F-9EC2-F5B6514E5292}"/>
              </a:ext>
            </a:extLst>
          </p:cNvPr>
          <p:cNvSpPr/>
          <p:nvPr/>
        </p:nvSpPr>
        <p:spPr>
          <a:xfrm>
            <a:off x="772964" y="3552247"/>
            <a:ext cx="6489608" cy="94071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RAM</a:t>
            </a:r>
            <a:endParaRPr lang="en-DE" dirty="0"/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9756A75B-D0F9-4949-ABF6-3CD25C54937A}"/>
              </a:ext>
            </a:extLst>
          </p:cNvPr>
          <p:cNvCxnSpPr>
            <a:cxnSpLocks/>
          </p:cNvCxnSpPr>
          <p:nvPr/>
        </p:nvCxnSpPr>
        <p:spPr>
          <a:xfrm>
            <a:off x="1543050" y="3608490"/>
            <a:ext cx="0" cy="94071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1521C0DD-10A9-4B8E-925B-2093BD57FF03}"/>
              </a:ext>
            </a:extLst>
          </p:cNvPr>
          <p:cNvCxnSpPr>
            <a:cxnSpLocks/>
          </p:cNvCxnSpPr>
          <p:nvPr/>
        </p:nvCxnSpPr>
        <p:spPr>
          <a:xfrm>
            <a:off x="2293844" y="3608490"/>
            <a:ext cx="0" cy="94071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4C4E5D90-DE56-4C98-BB56-4D8FAE28E60F}"/>
              </a:ext>
            </a:extLst>
          </p:cNvPr>
          <p:cNvCxnSpPr>
            <a:cxnSpLocks/>
          </p:cNvCxnSpPr>
          <p:nvPr/>
        </p:nvCxnSpPr>
        <p:spPr>
          <a:xfrm>
            <a:off x="2974041" y="3608490"/>
            <a:ext cx="0" cy="94071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37DCCCA8-C05B-4AF4-ABED-389729FEE69D}"/>
              </a:ext>
            </a:extLst>
          </p:cNvPr>
          <p:cNvCxnSpPr>
            <a:cxnSpLocks/>
          </p:cNvCxnSpPr>
          <p:nvPr/>
        </p:nvCxnSpPr>
        <p:spPr>
          <a:xfrm>
            <a:off x="3570194" y="3608490"/>
            <a:ext cx="0" cy="94071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C93C3B76-0B82-42A9-BB4E-77EC4E20B029}"/>
              </a:ext>
            </a:extLst>
          </p:cNvPr>
          <p:cNvCxnSpPr>
            <a:cxnSpLocks/>
          </p:cNvCxnSpPr>
          <p:nvPr/>
        </p:nvCxnSpPr>
        <p:spPr>
          <a:xfrm>
            <a:off x="4368053" y="3608490"/>
            <a:ext cx="0" cy="94071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73874F5D-D277-40CC-A88E-38AADE79BC49}"/>
              </a:ext>
            </a:extLst>
          </p:cNvPr>
          <p:cNvCxnSpPr>
            <a:cxnSpLocks/>
          </p:cNvCxnSpPr>
          <p:nvPr/>
        </p:nvCxnSpPr>
        <p:spPr>
          <a:xfrm>
            <a:off x="5021356" y="3608490"/>
            <a:ext cx="0" cy="94071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67692605-52C8-45FF-9BDD-5355CC7C2C03}"/>
              </a:ext>
            </a:extLst>
          </p:cNvPr>
          <p:cNvCxnSpPr>
            <a:cxnSpLocks/>
          </p:cNvCxnSpPr>
          <p:nvPr/>
        </p:nvCxnSpPr>
        <p:spPr>
          <a:xfrm>
            <a:off x="5701553" y="3608490"/>
            <a:ext cx="0" cy="94071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76A383B2-2D84-40E9-BC92-9978B10774A9}"/>
              </a:ext>
            </a:extLst>
          </p:cNvPr>
          <p:cNvCxnSpPr>
            <a:cxnSpLocks/>
          </p:cNvCxnSpPr>
          <p:nvPr/>
        </p:nvCxnSpPr>
        <p:spPr>
          <a:xfrm>
            <a:off x="6341409" y="3608490"/>
            <a:ext cx="0" cy="94071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angle 40">
            <a:extLst>
              <a:ext uri="{FF2B5EF4-FFF2-40B4-BE49-F238E27FC236}">
                <a16:creationId xmlns:a16="http://schemas.microsoft.com/office/drawing/2014/main" id="{1AE9A4EC-A93F-4954-94A5-1B8D6924554B}"/>
              </a:ext>
            </a:extLst>
          </p:cNvPr>
          <p:cNvSpPr/>
          <p:nvPr/>
        </p:nvSpPr>
        <p:spPr>
          <a:xfrm>
            <a:off x="772964" y="4022604"/>
            <a:ext cx="753732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DE" sz="1100" dirty="0">
                <a:solidFill>
                  <a:schemeClr val="bg1"/>
                </a:solidFill>
              </a:rPr>
              <a:t> push </a:t>
            </a:r>
            <a:r>
              <a:rPr lang="en-DE" sz="1100" dirty="0" err="1">
                <a:solidFill>
                  <a:schemeClr val="bg1"/>
                </a:solidFill>
              </a:rPr>
              <a:t>ebp</a:t>
            </a:r>
            <a:endParaRPr lang="en-US" sz="1100" dirty="0">
              <a:solidFill>
                <a:schemeClr val="bg1"/>
              </a:solidFill>
            </a:endParaRPr>
          </a:p>
          <a:p>
            <a:r>
              <a:rPr lang="en-US" sz="1100" dirty="0">
                <a:solidFill>
                  <a:schemeClr val="bg1"/>
                </a:solidFill>
              </a:rPr>
              <a:t> 1011 111</a:t>
            </a:r>
            <a:endParaRPr lang="en-DE" sz="1100" dirty="0">
              <a:solidFill>
                <a:schemeClr val="bg1"/>
              </a:solidFill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DC435C99-4288-4DCE-9B9C-8A6986906ED2}"/>
              </a:ext>
            </a:extLst>
          </p:cNvPr>
          <p:cNvSpPr/>
          <p:nvPr/>
        </p:nvSpPr>
        <p:spPr>
          <a:xfrm>
            <a:off x="1458903" y="4053381"/>
            <a:ext cx="86914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  sub </a:t>
            </a:r>
            <a:r>
              <a:rPr lang="en-US" sz="900" dirty="0" err="1">
                <a:solidFill>
                  <a:schemeClr val="bg1"/>
                </a:solidFill>
              </a:rPr>
              <a:t>esp</a:t>
            </a:r>
            <a:r>
              <a:rPr lang="en-US" sz="900" dirty="0">
                <a:solidFill>
                  <a:schemeClr val="bg1"/>
                </a:solidFill>
              </a:rPr>
              <a:t>, 0x20</a:t>
            </a:r>
          </a:p>
          <a:p>
            <a:r>
              <a:rPr lang="en-US" sz="900" dirty="0">
                <a:solidFill>
                  <a:schemeClr val="bg1"/>
                </a:solidFill>
              </a:rPr>
              <a:t>  111  101, 001</a:t>
            </a:r>
            <a:endParaRPr lang="en-DE" sz="900" dirty="0">
              <a:solidFill>
                <a:schemeClr val="bg1"/>
              </a:solidFill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E7C237C8-65A9-4F2B-B979-B28F9C89105B}"/>
              </a:ext>
            </a:extLst>
          </p:cNvPr>
          <p:cNvSpPr/>
          <p:nvPr/>
        </p:nvSpPr>
        <p:spPr>
          <a:xfrm>
            <a:off x="2872385" y="4069494"/>
            <a:ext cx="80983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800" dirty="0">
                <a:solidFill>
                  <a:schemeClr val="bg1"/>
                </a:solidFill>
              </a:rPr>
              <a:t> </a:t>
            </a:r>
            <a:r>
              <a:rPr lang="en-US" sz="800" dirty="0" err="1">
                <a:solidFill>
                  <a:schemeClr val="bg1"/>
                </a:solidFill>
              </a:rPr>
              <a:t>jne</a:t>
            </a:r>
            <a:r>
              <a:rPr lang="en-US" sz="800" dirty="0">
                <a:solidFill>
                  <a:schemeClr val="bg1"/>
                </a:solidFill>
              </a:rPr>
              <a:t> 0x401489</a:t>
            </a:r>
          </a:p>
          <a:p>
            <a:r>
              <a:rPr lang="en-US" sz="800" dirty="0">
                <a:solidFill>
                  <a:schemeClr val="bg1"/>
                </a:solidFill>
              </a:rPr>
              <a:t>  111 0x401489</a:t>
            </a:r>
            <a:endParaRPr lang="en-DE" sz="800" dirty="0">
              <a:solidFill>
                <a:schemeClr val="bg1"/>
              </a:solidFill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443ADDD4-C6CD-4793-B253-48B23B33611D}"/>
              </a:ext>
            </a:extLst>
          </p:cNvPr>
          <p:cNvSpPr/>
          <p:nvPr/>
        </p:nvSpPr>
        <p:spPr>
          <a:xfrm>
            <a:off x="2206892" y="4053381"/>
            <a:ext cx="86113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 mov </a:t>
            </a:r>
            <a:r>
              <a:rPr lang="en-US" sz="900" dirty="0" err="1">
                <a:solidFill>
                  <a:schemeClr val="bg1"/>
                </a:solidFill>
              </a:rPr>
              <a:t>ebp</a:t>
            </a:r>
            <a:r>
              <a:rPr lang="en-US" sz="900" dirty="0">
                <a:solidFill>
                  <a:schemeClr val="bg1"/>
                </a:solidFill>
              </a:rPr>
              <a:t>, </a:t>
            </a:r>
            <a:r>
              <a:rPr lang="en-US" sz="900" dirty="0" err="1">
                <a:solidFill>
                  <a:schemeClr val="bg1"/>
                </a:solidFill>
              </a:rPr>
              <a:t>esp</a:t>
            </a:r>
            <a:endParaRPr lang="en-US" sz="900" dirty="0">
              <a:solidFill>
                <a:schemeClr val="bg1"/>
              </a:solidFill>
            </a:endParaRPr>
          </a:p>
          <a:p>
            <a:r>
              <a:rPr lang="en-US" sz="900" dirty="0">
                <a:solidFill>
                  <a:schemeClr val="bg1"/>
                </a:solidFill>
              </a:rPr>
              <a:t>  111  101, 001</a:t>
            </a:r>
            <a:endParaRPr lang="en-DE" sz="900" dirty="0">
              <a:solidFill>
                <a:schemeClr val="bg1"/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A658BB8-5B69-4B3E-84F7-16CA0A1A14E2}"/>
              </a:ext>
            </a:extLst>
          </p:cNvPr>
          <p:cNvSpPr txBox="1"/>
          <p:nvPr/>
        </p:nvSpPr>
        <p:spPr>
          <a:xfrm>
            <a:off x="759307" y="3201379"/>
            <a:ext cx="783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Byte 1</a:t>
            </a:r>
            <a:endParaRPr lang="en-DE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2455C65-8F40-4867-AEE2-33ED721B6C36}"/>
              </a:ext>
            </a:extLst>
          </p:cNvPr>
          <p:cNvSpPr txBox="1"/>
          <p:nvPr/>
        </p:nvSpPr>
        <p:spPr>
          <a:xfrm>
            <a:off x="1526696" y="3182489"/>
            <a:ext cx="783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Byte 2</a:t>
            </a:r>
            <a:endParaRPr lang="en-DE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BC8E9E7-3F3F-4452-AA0E-39EDD8FDA774}"/>
              </a:ext>
            </a:extLst>
          </p:cNvPr>
          <p:cNvSpPr txBox="1"/>
          <p:nvPr/>
        </p:nvSpPr>
        <p:spPr>
          <a:xfrm>
            <a:off x="2245586" y="3182489"/>
            <a:ext cx="783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Byte 3</a:t>
            </a:r>
            <a:endParaRPr lang="en-DE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E7536D6-D591-4F77-A8CB-0CF66A249308}"/>
              </a:ext>
            </a:extLst>
          </p:cNvPr>
          <p:cNvSpPr txBox="1"/>
          <p:nvPr/>
        </p:nvSpPr>
        <p:spPr>
          <a:xfrm>
            <a:off x="2981598" y="3166613"/>
            <a:ext cx="783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Byte 4</a:t>
            </a:r>
            <a:endParaRPr lang="en-DE" dirty="0"/>
          </a:p>
        </p:txBody>
      </p:sp>
      <p:sp>
        <p:nvSpPr>
          <p:cNvPr id="49" name="Datumsplatzhalter 3">
            <a:extLst>
              <a:ext uri="{FF2B5EF4-FFF2-40B4-BE49-F238E27FC236}">
                <a16:creationId xmlns:a16="http://schemas.microsoft.com/office/drawing/2014/main" id="{43D8B3F0-DB71-45B1-BBD0-891D16DA27C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75734" y="4767263"/>
            <a:ext cx="655919" cy="273844"/>
          </a:xfrm>
        </p:spPr>
        <p:txBody>
          <a:bodyPr/>
          <a:lstStyle/>
          <a:p>
            <a:pPr defTabSz="685800"/>
            <a:r>
              <a:rPr lang="de-DE" dirty="0"/>
              <a:t>07.06.2022</a:t>
            </a:r>
          </a:p>
        </p:txBody>
      </p:sp>
    </p:spTree>
    <p:extLst>
      <p:ext uri="{BB962C8B-B14F-4D97-AF65-F5344CB8AC3E}">
        <p14:creationId xmlns:p14="http://schemas.microsoft.com/office/powerpoint/2010/main" val="31022310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A4A1FFF-CF92-4430-936D-95E35768C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How</a:t>
            </a:r>
            <a:r>
              <a:rPr lang="de-DE" dirty="0"/>
              <a:t> </a:t>
            </a:r>
            <a:r>
              <a:rPr lang="de-DE" dirty="0" err="1"/>
              <a:t>does</a:t>
            </a:r>
            <a:r>
              <a:rPr lang="de-DE" dirty="0"/>
              <a:t> </a:t>
            </a:r>
            <a:r>
              <a:rPr lang="de-DE" dirty="0" err="1"/>
              <a:t>any</a:t>
            </a:r>
            <a:r>
              <a:rPr lang="de-DE" dirty="0"/>
              <a:t> </a:t>
            </a:r>
            <a:r>
              <a:rPr lang="de-DE" dirty="0" err="1"/>
              <a:t>program</a:t>
            </a:r>
            <a:r>
              <a:rPr lang="de-DE" dirty="0"/>
              <a:t> </a:t>
            </a:r>
            <a:r>
              <a:rPr lang="de-DE" dirty="0" err="1"/>
              <a:t>execute</a:t>
            </a:r>
            <a:br>
              <a:rPr lang="de-DE" dirty="0"/>
            </a:br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FDD7C0D-3639-4435-BF2E-54E74AFA9F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800"/>
            <a:r>
              <a:rPr lang="de-DE" dirty="0"/>
              <a:t>SRH Unternehmen  –  Anil Keshav &amp; Ashish Chouhan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37E79E0-2715-4D89-B222-037FEF3EC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/>
            <a:fld id="{075B144D-941B-4DFC-AF5F-0416193D12EC}" type="slidenum">
              <a:rPr lang="de-DE"/>
              <a:pPr defTabSz="685800"/>
              <a:t>9</a:t>
            </a:fld>
            <a:endParaRPr lang="de-DE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B6AF99B-EDE0-492A-8165-E6125CB22A23}"/>
              </a:ext>
            </a:extLst>
          </p:cNvPr>
          <p:cNvSpPr/>
          <p:nvPr/>
        </p:nvSpPr>
        <p:spPr>
          <a:xfrm>
            <a:off x="6269232" y="726504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CPU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F4D4EBE-3AD1-431F-9EC2-F5B6514E5292}"/>
              </a:ext>
            </a:extLst>
          </p:cNvPr>
          <p:cNvSpPr/>
          <p:nvPr/>
        </p:nvSpPr>
        <p:spPr>
          <a:xfrm>
            <a:off x="772964" y="3552247"/>
            <a:ext cx="6489608" cy="94071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RAM</a:t>
            </a:r>
            <a:endParaRPr lang="en-DE" dirty="0"/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9756A75B-D0F9-4949-ABF6-3CD25C54937A}"/>
              </a:ext>
            </a:extLst>
          </p:cNvPr>
          <p:cNvCxnSpPr>
            <a:cxnSpLocks/>
          </p:cNvCxnSpPr>
          <p:nvPr/>
        </p:nvCxnSpPr>
        <p:spPr>
          <a:xfrm>
            <a:off x="1543050" y="3608490"/>
            <a:ext cx="0" cy="94071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1521C0DD-10A9-4B8E-925B-2093BD57FF03}"/>
              </a:ext>
            </a:extLst>
          </p:cNvPr>
          <p:cNvCxnSpPr>
            <a:cxnSpLocks/>
          </p:cNvCxnSpPr>
          <p:nvPr/>
        </p:nvCxnSpPr>
        <p:spPr>
          <a:xfrm>
            <a:off x="2293844" y="3608490"/>
            <a:ext cx="0" cy="94071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4C4E5D90-DE56-4C98-BB56-4D8FAE28E60F}"/>
              </a:ext>
            </a:extLst>
          </p:cNvPr>
          <p:cNvCxnSpPr>
            <a:cxnSpLocks/>
          </p:cNvCxnSpPr>
          <p:nvPr/>
        </p:nvCxnSpPr>
        <p:spPr>
          <a:xfrm>
            <a:off x="2974041" y="3608490"/>
            <a:ext cx="0" cy="94071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37DCCCA8-C05B-4AF4-ABED-389729FEE69D}"/>
              </a:ext>
            </a:extLst>
          </p:cNvPr>
          <p:cNvCxnSpPr>
            <a:cxnSpLocks/>
          </p:cNvCxnSpPr>
          <p:nvPr/>
        </p:nvCxnSpPr>
        <p:spPr>
          <a:xfrm>
            <a:off x="3570194" y="3608490"/>
            <a:ext cx="0" cy="94071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C93C3B76-0B82-42A9-BB4E-77EC4E20B029}"/>
              </a:ext>
            </a:extLst>
          </p:cNvPr>
          <p:cNvCxnSpPr>
            <a:cxnSpLocks/>
          </p:cNvCxnSpPr>
          <p:nvPr/>
        </p:nvCxnSpPr>
        <p:spPr>
          <a:xfrm>
            <a:off x="4368053" y="3608490"/>
            <a:ext cx="0" cy="94071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73874F5D-D277-40CC-A88E-38AADE79BC49}"/>
              </a:ext>
            </a:extLst>
          </p:cNvPr>
          <p:cNvCxnSpPr>
            <a:cxnSpLocks/>
          </p:cNvCxnSpPr>
          <p:nvPr/>
        </p:nvCxnSpPr>
        <p:spPr>
          <a:xfrm>
            <a:off x="5021356" y="3608490"/>
            <a:ext cx="0" cy="94071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67692605-52C8-45FF-9BDD-5355CC7C2C03}"/>
              </a:ext>
            </a:extLst>
          </p:cNvPr>
          <p:cNvCxnSpPr>
            <a:cxnSpLocks/>
          </p:cNvCxnSpPr>
          <p:nvPr/>
        </p:nvCxnSpPr>
        <p:spPr>
          <a:xfrm>
            <a:off x="5701553" y="3608490"/>
            <a:ext cx="0" cy="94071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76A383B2-2D84-40E9-BC92-9978B10774A9}"/>
              </a:ext>
            </a:extLst>
          </p:cNvPr>
          <p:cNvCxnSpPr>
            <a:cxnSpLocks/>
          </p:cNvCxnSpPr>
          <p:nvPr/>
        </p:nvCxnSpPr>
        <p:spPr>
          <a:xfrm>
            <a:off x="6341409" y="3608490"/>
            <a:ext cx="0" cy="94071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angle 40">
            <a:extLst>
              <a:ext uri="{FF2B5EF4-FFF2-40B4-BE49-F238E27FC236}">
                <a16:creationId xmlns:a16="http://schemas.microsoft.com/office/drawing/2014/main" id="{1AE9A4EC-A93F-4954-94A5-1B8D6924554B}"/>
              </a:ext>
            </a:extLst>
          </p:cNvPr>
          <p:cNvSpPr/>
          <p:nvPr/>
        </p:nvSpPr>
        <p:spPr>
          <a:xfrm>
            <a:off x="772964" y="4022604"/>
            <a:ext cx="753732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DE" sz="1100" dirty="0">
                <a:solidFill>
                  <a:schemeClr val="bg1"/>
                </a:solidFill>
              </a:rPr>
              <a:t> push </a:t>
            </a:r>
            <a:r>
              <a:rPr lang="en-DE" sz="1100" dirty="0" err="1">
                <a:solidFill>
                  <a:schemeClr val="bg1"/>
                </a:solidFill>
              </a:rPr>
              <a:t>ebp</a:t>
            </a:r>
            <a:endParaRPr lang="en-US" sz="1100" dirty="0">
              <a:solidFill>
                <a:schemeClr val="bg1"/>
              </a:solidFill>
            </a:endParaRPr>
          </a:p>
          <a:p>
            <a:r>
              <a:rPr lang="en-US" sz="1100" dirty="0">
                <a:solidFill>
                  <a:schemeClr val="bg1"/>
                </a:solidFill>
              </a:rPr>
              <a:t> 1011 111</a:t>
            </a:r>
            <a:endParaRPr lang="en-DE" sz="1100" dirty="0">
              <a:solidFill>
                <a:schemeClr val="bg1"/>
              </a:solidFill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DC435C99-4288-4DCE-9B9C-8A6986906ED2}"/>
              </a:ext>
            </a:extLst>
          </p:cNvPr>
          <p:cNvSpPr/>
          <p:nvPr/>
        </p:nvSpPr>
        <p:spPr>
          <a:xfrm>
            <a:off x="1458903" y="4053381"/>
            <a:ext cx="86914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  sub </a:t>
            </a:r>
            <a:r>
              <a:rPr lang="en-US" sz="900" dirty="0" err="1">
                <a:solidFill>
                  <a:schemeClr val="bg1"/>
                </a:solidFill>
              </a:rPr>
              <a:t>esp</a:t>
            </a:r>
            <a:r>
              <a:rPr lang="en-US" sz="900" dirty="0">
                <a:solidFill>
                  <a:schemeClr val="bg1"/>
                </a:solidFill>
              </a:rPr>
              <a:t>, 0x20</a:t>
            </a:r>
          </a:p>
          <a:p>
            <a:r>
              <a:rPr lang="en-US" sz="900" dirty="0">
                <a:solidFill>
                  <a:schemeClr val="bg1"/>
                </a:solidFill>
              </a:rPr>
              <a:t>  111  101, 001</a:t>
            </a:r>
            <a:endParaRPr lang="en-DE" sz="900" dirty="0">
              <a:solidFill>
                <a:schemeClr val="bg1"/>
              </a:solidFill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E7C237C8-65A9-4F2B-B979-B28F9C89105B}"/>
              </a:ext>
            </a:extLst>
          </p:cNvPr>
          <p:cNvSpPr/>
          <p:nvPr/>
        </p:nvSpPr>
        <p:spPr>
          <a:xfrm>
            <a:off x="2872385" y="4069494"/>
            <a:ext cx="80983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800" dirty="0">
                <a:solidFill>
                  <a:schemeClr val="bg1"/>
                </a:solidFill>
              </a:rPr>
              <a:t> </a:t>
            </a:r>
            <a:r>
              <a:rPr lang="en-US" sz="800" dirty="0" err="1">
                <a:solidFill>
                  <a:schemeClr val="bg1"/>
                </a:solidFill>
              </a:rPr>
              <a:t>jne</a:t>
            </a:r>
            <a:r>
              <a:rPr lang="en-US" sz="800" dirty="0">
                <a:solidFill>
                  <a:schemeClr val="bg1"/>
                </a:solidFill>
              </a:rPr>
              <a:t> 0x401489</a:t>
            </a:r>
          </a:p>
          <a:p>
            <a:r>
              <a:rPr lang="en-US" sz="800" dirty="0">
                <a:solidFill>
                  <a:schemeClr val="bg1"/>
                </a:solidFill>
              </a:rPr>
              <a:t>  111 0x401489</a:t>
            </a:r>
            <a:endParaRPr lang="en-DE" sz="800" dirty="0">
              <a:solidFill>
                <a:schemeClr val="bg1"/>
              </a:solidFill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443ADDD4-C6CD-4793-B253-48B23B33611D}"/>
              </a:ext>
            </a:extLst>
          </p:cNvPr>
          <p:cNvSpPr/>
          <p:nvPr/>
        </p:nvSpPr>
        <p:spPr>
          <a:xfrm>
            <a:off x="2206892" y="4053381"/>
            <a:ext cx="86113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 mov </a:t>
            </a:r>
            <a:r>
              <a:rPr lang="en-US" sz="900" dirty="0" err="1">
                <a:solidFill>
                  <a:schemeClr val="bg1"/>
                </a:solidFill>
              </a:rPr>
              <a:t>ebp</a:t>
            </a:r>
            <a:r>
              <a:rPr lang="en-US" sz="900" dirty="0">
                <a:solidFill>
                  <a:schemeClr val="bg1"/>
                </a:solidFill>
              </a:rPr>
              <a:t>, </a:t>
            </a:r>
            <a:r>
              <a:rPr lang="en-US" sz="900" dirty="0" err="1">
                <a:solidFill>
                  <a:schemeClr val="bg1"/>
                </a:solidFill>
              </a:rPr>
              <a:t>esp</a:t>
            </a:r>
            <a:endParaRPr lang="en-US" sz="900" dirty="0">
              <a:solidFill>
                <a:schemeClr val="bg1"/>
              </a:solidFill>
            </a:endParaRPr>
          </a:p>
          <a:p>
            <a:r>
              <a:rPr lang="en-US" sz="900" dirty="0">
                <a:solidFill>
                  <a:schemeClr val="bg1"/>
                </a:solidFill>
              </a:rPr>
              <a:t>  111  101, 001</a:t>
            </a:r>
            <a:endParaRPr lang="en-DE" sz="900" dirty="0">
              <a:solidFill>
                <a:schemeClr val="bg1"/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A658BB8-5B69-4B3E-84F7-16CA0A1A14E2}"/>
              </a:ext>
            </a:extLst>
          </p:cNvPr>
          <p:cNvSpPr txBox="1"/>
          <p:nvPr/>
        </p:nvSpPr>
        <p:spPr>
          <a:xfrm>
            <a:off x="759307" y="3201379"/>
            <a:ext cx="783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Byte 1</a:t>
            </a:r>
            <a:endParaRPr lang="en-DE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2455C65-8F40-4867-AEE2-33ED721B6C36}"/>
              </a:ext>
            </a:extLst>
          </p:cNvPr>
          <p:cNvSpPr txBox="1"/>
          <p:nvPr/>
        </p:nvSpPr>
        <p:spPr>
          <a:xfrm>
            <a:off x="1526696" y="3182489"/>
            <a:ext cx="783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Byte 2</a:t>
            </a:r>
            <a:endParaRPr lang="en-DE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BC8E9E7-3F3F-4452-AA0E-39EDD8FDA774}"/>
              </a:ext>
            </a:extLst>
          </p:cNvPr>
          <p:cNvSpPr txBox="1"/>
          <p:nvPr/>
        </p:nvSpPr>
        <p:spPr>
          <a:xfrm>
            <a:off x="2245586" y="3182489"/>
            <a:ext cx="783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Byte 3</a:t>
            </a:r>
            <a:endParaRPr lang="en-DE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E7536D6-D591-4F77-A8CB-0CF66A249308}"/>
              </a:ext>
            </a:extLst>
          </p:cNvPr>
          <p:cNvSpPr txBox="1"/>
          <p:nvPr/>
        </p:nvSpPr>
        <p:spPr>
          <a:xfrm>
            <a:off x="2981598" y="3166613"/>
            <a:ext cx="783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Byte 4</a:t>
            </a:r>
            <a:endParaRPr lang="en-DE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0644DC4-683B-4994-BF18-59AE6EE28509}"/>
              </a:ext>
            </a:extLst>
          </p:cNvPr>
          <p:cNvSpPr/>
          <p:nvPr/>
        </p:nvSpPr>
        <p:spPr>
          <a:xfrm>
            <a:off x="6122995" y="1758524"/>
            <a:ext cx="1206874" cy="35970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Program Counter</a:t>
            </a:r>
          </a:p>
          <a:p>
            <a:pPr algn="ctr"/>
            <a:r>
              <a:rPr lang="en-US" sz="1100" dirty="0"/>
              <a:t>1</a:t>
            </a:r>
            <a:endParaRPr lang="en-DE" sz="1100" dirty="0"/>
          </a:p>
        </p:txBody>
      </p: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F9E4D36E-3294-412A-A24D-43356401C0ED}"/>
              </a:ext>
            </a:extLst>
          </p:cNvPr>
          <p:cNvCxnSpPr/>
          <p:nvPr/>
        </p:nvCxnSpPr>
        <p:spPr>
          <a:xfrm rot="10800000" flipV="1">
            <a:off x="1151180" y="1183703"/>
            <a:ext cx="5118053" cy="201767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A90B34A1-925A-461D-8720-71BC3B38613B}"/>
              </a:ext>
            </a:extLst>
          </p:cNvPr>
          <p:cNvSpPr txBox="1"/>
          <p:nvPr/>
        </p:nvSpPr>
        <p:spPr>
          <a:xfrm>
            <a:off x="5419165" y="910712"/>
            <a:ext cx="120473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Read byte 1</a:t>
            </a:r>
            <a:endParaRPr lang="en-DE" sz="1100" dirty="0"/>
          </a:p>
        </p:txBody>
      </p:sp>
      <p:sp>
        <p:nvSpPr>
          <p:cNvPr id="27" name="Datumsplatzhalter 3">
            <a:extLst>
              <a:ext uri="{FF2B5EF4-FFF2-40B4-BE49-F238E27FC236}">
                <a16:creationId xmlns:a16="http://schemas.microsoft.com/office/drawing/2014/main" id="{D7143270-3F8B-4CF2-BF91-C2DD25ACDD8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75734" y="4767263"/>
            <a:ext cx="655919" cy="273844"/>
          </a:xfrm>
        </p:spPr>
        <p:txBody>
          <a:bodyPr/>
          <a:lstStyle/>
          <a:p>
            <a:pPr defTabSz="685800"/>
            <a:r>
              <a:rPr lang="de-DE" dirty="0"/>
              <a:t>07.06.2022</a:t>
            </a:r>
          </a:p>
        </p:txBody>
      </p:sp>
    </p:spTree>
    <p:extLst>
      <p:ext uri="{BB962C8B-B14F-4D97-AF65-F5344CB8AC3E}">
        <p14:creationId xmlns:p14="http://schemas.microsoft.com/office/powerpoint/2010/main" val="13244153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A4A1FFF-CF92-4430-936D-95E35768C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How</a:t>
            </a:r>
            <a:r>
              <a:rPr lang="de-DE" dirty="0"/>
              <a:t> </a:t>
            </a:r>
            <a:r>
              <a:rPr lang="de-DE" dirty="0" err="1"/>
              <a:t>does</a:t>
            </a:r>
            <a:r>
              <a:rPr lang="de-DE" dirty="0"/>
              <a:t> </a:t>
            </a:r>
            <a:r>
              <a:rPr lang="de-DE" dirty="0" err="1"/>
              <a:t>any</a:t>
            </a:r>
            <a:r>
              <a:rPr lang="de-DE" dirty="0"/>
              <a:t> </a:t>
            </a:r>
            <a:r>
              <a:rPr lang="de-DE" dirty="0" err="1"/>
              <a:t>program</a:t>
            </a:r>
            <a:r>
              <a:rPr lang="de-DE" dirty="0"/>
              <a:t> </a:t>
            </a:r>
            <a:r>
              <a:rPr lang="de-DE" dirty="0" err="1"/>
              <a:t>execute</a:t>
            </a:r>
            <a:br>
              <a:rPr lang="de-DE" dirty="0"/>
            </a:br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FDD7C0D-3639-4435-BF2E-54E74AFA9F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800"/>
            <a:r>
              <a:rPr lang="de-DE" dirty="0"/>
              <a:t>SRH Unternehmen  –  Anil Keshav &amp; Ashish Chouhan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37E79E0-2715-4D89-B222-037FEF3EC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/>
            <a:fld id="{075B144D-941B-4DFC-AF5F-0416193D12EC}" type="slidenum">
              <a:rPr lang="de-DE"/>
              <a:pPr defTabSz="685800"/>
              <a:t>10</a:t>
            </a:fld>
            <a:endParaRPr lang="de-DE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B6AF99B-EDE0-492A-8165-E6125CB22A23}"/>
              </a:ext>
            </a:extLst>
          </p:cNvPr>
          <p:cNvSpPr/>
          <p:nvPr/>
        </p:nvSpPr>
        <p:spPr>
          <a:xfrm>
            <a:off x="6269232" y="726504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CPU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F4D4EBE-3AD1-431F-9EC2-F5B6514E5292}"/>
              </a:ext>
            </a:extLst>
          </p:cNvPr>
          <p:cNvSpPr/>
          <p:nvPr/>
        </p:nvSpPr>
        <p:spPr>
          <a:xfrm>
            <a:off x="772964" y="3552247"/>
            <a:ext cx="6489608" cy="94071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RAM</a:t>
            </a:r>
            <a:endParaRPr lang="en-DE" dirty="0"/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9756A75B-D0F9-4949-ABF6-3CD25C54937A}"/>
              </a:ext>
            </a:extLst>
          </p:cNvPr>
          <p:cNvCxnSpPr>
            <a:cxnSpLocks/>
          </p:cNvCxnSpPr>
          <p:nvPr/>
        </p:nvCxnSpPr>
        <p:spPr>
          <a:xfrm>
            <a:off x="1543050" y="3608490"/>
            <a:ext cx="0" cy="94071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1521C0DD-10A9-4B8E-925B-2093BD57FF03}"/>
              </a:ext>
            </a:extLst>
          </p:cNvPr>
          <p:cNvCxnSpPr>
            <a:cxnSpLocks/>
          </p:cNvCxnSpPr>
          <p:nvPr/>
        </p:nvCxnSpPr>
        <p:spPr>
          <a:xfrm>
            <a:off x="2293844" y="3608490"/>
            <a:ext cx="0" cy="94071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4C4E5D90-DE56-4C98-BB56-4D8FAE28E60F}"/>
              </a:ext>
            </a:extLst>
          </p:cNvPr>
          <p:cNvCxnSpPr>
            <a:cxnSpLocks/>
          </p:cNvCxnSpPr>
          <p:nvPr/>
        </p:nvCxnSpPr>
        <p:spPr>
          <a:xfrm>
            <a:off x="2974041" y="3608490"/>
            <a:ext cx="0" cy="94071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37DCCCA8-C05B-4AF4-ABED-389729FEE69D}"/>
              </a:ext>
            </a:extLst>
          </p:cNvPr>
          <p:cNvCxnSpPr>
            <a:cxnSpLocks/>
          </p:cNvCxnSpPr>
          <p:nvPr/>
        </p:nvCxnSpPr>
        <p:spPr>
          <a:xfrm>
            <a:off x="3570194" y="3608490"/>
            <a:ext cx="0" cy="94071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C93C3B76-0B82-42A9-BB4E-77EC4E20B029}"/>
              </a:ext>
            </a:extLst>
          </p:cNvPr>
          <p:cNvCxnSpPr>
            <a:cxnSpLocks/>
          </p:cNvCxnSpPr>
          <p:nvPr/>
        </p:nvCxnSpPr>
        <p:spPr>
          <a:xfrm>
            <a:off x="4368053" y="3608490"/>
            <a:ext cx="0" cy="94071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73874F5D-D277-40CC-A88E-38AADE79BC49}"/>
              </a:ext>
            </a:extLst>
          </p:cNvPr>
          <p:cNvCxnSpPr>
            <a:cxnSpLocks/>
          </p:cNvCxnSpPr>
          <p:nvPr/>
        </p:nvCxnSpPr>
        <p:spPr>
          <a:xfrm>
            <a:off x="5021356" y="3608490"/>
            <a:ext cx="0" cy="94071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67692605-52C8-45FF-9BDD-5355CC7C2C03}"/>
              </a:ext>
            </a:extLst>
          </p:cNvPr>
          <p:cNvCxnSpPr>
            <a:cxnSpLocks/>
          </p:cNvCxnSpPr>
          <p:nvPr/>
        </p:nvCxnSpPr>
        <p:spPr>
          <a:xfrm>
            <a:off x="5701553" y="3608490"/>
            <a:ext cx="0" cy="94071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76A383B2-2D84-40E9-BC92-9978B10774A9}"/>
              </a:ext>
            </a:extLst>
          </p:cNvPr>
          <p:cNvCxnSpPr>
            <a:cxnSpLocks/>
          </p:cNvCxnSpPr>
          <p:nvPr/>
        </p:nvCxnSpPr>
        <p:spPr>
          <a:xfrm>
            <a:off x="6341409" y="3608490"/>
            <a:ext cx="0" cy="94071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angle 40">
            <a:extLst>
              <a:ext uri="{FF2B5EF4-FFF2-40B4-BE49-F238E27FC236}">
                <a16:creationId xmlns:a16="http://schemas.microsoft.com/office/drawing/2014/main" id="{1AE9A4EC-A93F-4954-94A5-1B8D6924554B}"/>
              </a:ext>
            </a:extLst>
          </p:cNvPr>
          <p:cNvSpPr/>
          <p:nvPr/>
        </p:nvSpPr>
        <p:spPr>
          <a:xfrm>
            <a:off x="772964" y="4022604"/>
            <a:ext cx="753732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DE" sz="1100" dirty="0">
                <a:solidFill>
                  <a:schemeClr val="bg1"/>
                </a:solidFill>
              </a:rPr>
              <a:t> push </a:t>
            </a:r>
            <a:r>
              <a:rPr lang="en-DE" sz="1100" dirty="0" err="1">
                <a:solidFill>
                  <a:schemeClr val="bg1"/>
                </a:solidFill>
              </a:rPr>
              <a:t>ebp</a:t>
            </a:r>
            <a:endParaRPr lang="en-US" sz="1100" dirty="0">
              <a:solidFill>
                <a:schemeClr val="bg1"/>
              </a:solidFill>
            </a:endParaRPr>
          </a:p>
          <a:p>
            <a:r>
              <a:rPr lang="en-US" sz="1100" dirty="0">
                <a:solidFill>
                  <a:schemeClr val="bg1"/>
                </a:solidFill>
              </a:rPr>
              <a:t> 1011 111</a:t>
            </a:r>
            <a:endParaRPr lang="en-DE" sz="1100" dirty="0">
              <a:solidFill>
                <a:schemeClr val="bg1"/>
              </a:solidFill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DC435C99-4288-4DCE-9B9C-8A6986906ED2}"/>
              </a:ext>
            </a:extLst>
          </p:cNvPr>
          <p:cNvSpPr/>
          <p:nvPr/>
        </p:nvSpPr>
        <p:spPr>
          <a:xfrm>
            <a:off x="1458903" y="4053381"/>
            <a:ext cx="86914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  sub </a:t>
            </a:r>
            <a:r>
              <a:rPr lang="en-US" sz="900" dirty="0" err="1">
                <a:solidFill>
                  <a:schemeClr val="bg1"/>
                </a:solidFill>
              </a:rPr>
              <a:t>esp</a:t>
            </a:r>
            <a:r>
              <a:rPr lang="en-US" sz="900" dirty="0">
                <a:solidFill>
                  <a:schemeClr val="bg1"/>
                </a:solidFill>
              </a:rPr>
              <a:t>, 0x20</a:t>
            </a:r>
          </a:p>
          <a:p>
            <a:r>
              <a:rPr lang="en-US" sz="900" dirty="0">
                <a:solidFill>
                  <a:schemeClr val="bg1"/>
                </a:solidFill>
              </a:rPr>
              <a:t>  111  101, 001</a:t>
            </a:r>
            <a:endParaRPr lang="en-DE" sz="900" dirty="0">
              <a:solidFill>
                <a:schemeClr val="bg1"/>
              </a:solidFill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E7C237C8-65A9-4F2B-B979-B28F9C89105B}"/>
              </a:ext>
            </a:extLst>
          </p:cNvPr>
          <p:cNvSpPr/>
          <p:nvPr/>
        </p:nvSpPr>
        <p:spPr>
          <a:xfrm>
            <a:off x="2872385" y="4069494"/>
            <a:ext cx="80983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800" dirty="0">
                <a:solidFill>
                  <a:schemeClr val="bg1"/>
                </a:solidFill>
              </a:rPr>
              <a:t> </a:t>
            </a:r>
            <a:r>
              <a:rPr lang="en-US" sz="800" dirty="0" err="1">
                <a:solidFill>
                  <a:schemeClr val="bg1"/>
                </a:solidFill>
              </a:rPr>
              <a:t>jne</a:t>
            </a:r>
            <a:r>
              <a:rPr lang="en-US" sz="800" dirty="0">
                <a:solidFill>
                  <a:schemeClr val="bg1"/>
                </a:solidFill>
              </a:rPr>
              <a:t> 0x401489</a:t>
            </a:r>
          </a:p>
          <a:p>
            <a:r>
              <a:rPr lang="en-US" sz="800" dirty="0">
                <a:solidFill>
                  <a:schemeClr val="bg1"/>
                </a:solidFill>
              </a:rPr>
              <a:t>  111 0x401489</a:t>
            </a:r>
            <a:endParaRPr lang="en-DE" sz="800" dirty="0">
              <a:solidFill>
                <a:schemeClr val="bg1"/>
              </a:solidFill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443ADDD4-C6CD-4793-B253-48B23B33611D}"/>
              </a:ext>
            </a:extLst>
          </p:cNvPr>
          <p:cNvSpPr/>
          <p:nvPr/>
        </p:nvSpPr>
        <p:spPr>
          <a:xfrm>
            <a:off x="2206892" y="4053381"/>
            <a:ext cx="86113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 mov </a:t>
            </a:r>
            <a:r>
              <a:rPr lang="en-US" sz="900" dirty="0" err="1">
                <a:solidFill>
                  <a:schemeClr val="bg1"/>
                </a:solidFill>
              </a:rPr>
              <a:t>ebp</a:t>
            </a:r>
            <a:r>
              <a:rPr lang="en-US" sz="900" dirty="0">
                <a:solidFill>
                  <a:schemeClr val="bg1"/>
                </a:solidFill>
              </a:rPr>
              <a:t>, </a:t>
            </a:r>
            <a:r>
              <a:rPr lang="en-US" sz="900" dirty="0" err="1">
                <a:solidFill>
                  <a:schemeClr val="bg1"/>
                </a:solidFill>
              </a:rPr>
              <a:t>esp</a:t>
            </a:r>
            <a:endParaRPr lang="en-US" sz="900" dirty="0">
              <a:solidFill>
                <a:schemeClr val="bg1"/>
              </a:solidFill>
            </a:endParaRPr>
          </a:p>
          <a:p>
            <a:r>
              <a:rPr lang="en-US" sz="900" dirty="0">
                <a:solidFill>
                  <a:schemeClr val="bg1"/>
                </a:solidFill>
              </a:rPr>
              <a:t>  111  101, 001</a:t>
            </a:r>
            <a:endParaRPr lang="en-DE" sz="900" dirty="0">
              <a:solidFill>
                <a:schemeClr val="bg1"/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A658BB8-5B69-4B3E-84F7-16CA0A1A14E2}"/>
              </a:ext>
            </a:extLst>
          </p:cNvPr>
          <p:cNvSpPr txBox="1"/>
          <p:nvPr/>
        </p:nvSpPr>
        <p:spPr>
          <a:xfrm>
            <a:off x="759307" y="3201379"/>
            <a:ext cx="783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Byte 1</a:t>
            </a:r>
            <a:endParaRPr lang="en-DE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2455C65-8F40-4867-AEE2-33ED721B6C36}"/>
              </a:ext>
            </a:extLst>
          </p:cNvPr>
          <p:cNvSpPr txBox="1"/>
          <p:nvPr/>
        </p:nvSpPr>
        <p:spPr>
          <a:xfrm>
            <a:off x="1526696" y="3182489"/>
            <a:ext cx="783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Byte 2</a:t>
            </a:r>
            <a:endParaRPr lang="en-DE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BC8E9E7-3F3F-4452-AA0E-39EDD8FDA774}"/>
              </a:ext>
            </a:extLst>
          </p:cNvPr>
          <p:cNvSpPr txBox="1"/>
          <p:nvPr/>
        </p:nvSpPr>
        <p:spPr>
          <a:xfrm>
            <a:off x="2245586" y="3182489"/>
            <a:ext cx="783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Byte 3</a:t>
            </a:r>
            <a:endParaRPr lang="en-DE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E7536D6-D591-4F77-A8CB-0CF66A249308}"/>
              </a:ext>
            </a:extLst>
          </p:cNvPr>
          <p:cNvSpPr txBox="1"/>
          <p:nvPr/>
        </p:nvSpPr>
        <p:spPr>
          <a:xfrm>
            <a:off x="2981598" y="3166613"/>
            <a:ext cx="783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Byte 4</a:t>
            </a:r>
            <a:endParaRPr lang="en-DE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0644DC4-683B-4994-BF18-59AE6EE28509}"/>
              </a:ext>
            </a:extLst>
          </p:cNvPr>
          <p:cNvSpPr/>
          <p:nvPr/>
        </p:nvSpPr>
        <p:spPr>
          <a:xfrm>
            <a:off x="6122995" y="1758524"/>
            <a:ext cx="1206874" cy="35970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Program Counter</a:t>
            </a:r>
          </a:p>
          <a:p>
            <a:pPr algn="ctr"/>
            <a:r>
              <a:rPr lang="en-US" sz="1100" dirty="0"/>
              <a:t>1</a:t>
            </a:r>
            <a:endParaRPr lang="en-DE" sz="1100" dirty="0"/>
          </a:p>
        </p:txBody>
      </p: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F9E4D36E-3294-412A-A24D-43356401C0ED}"/>
              </a:ext>
            </a:extLst>
          </p:cNvPr>
          <p:cNvCxnSpPr/>
          <p:nvPr/>
        </p:nvCxnSpPr>
        <p:spPr>
          <a:xfrm rot="10800000" flipV="1">
            <a:off x="1151180" y="1183703"/>
            <a:ext cx="5118053" cy="201767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A90B34A1-925A-461D-8720-71BC3B38613B}"/>
              </a:ext>
            </a:extLst>
          </p:cNvPr>
          <p:cNvSpPr txBox="1"/>
          <p:nvPr/>
        </p:nvSpPr>
        <p:spPr>
          <a:xfrm>
            <a:off x="1161343" y="2983319"/>
            <a:ext cx="120473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Read byte 1</a:t>
            </a:r>
            <a:endParaRPr lang="en-DE" sz="1100" dirty="0"/>
          </a:p>
        </p:txBody>
      </p:sp>
      <p:sp>
        <p:nvSpPr>
          <p:cNvPr id="27" name="Datumsplatzhalter 3">
            <a:extLst>
              <a:ext uri="{FF2B5EF4-FFF2-40B4-BE49-F238E27FC236}">
                <a16:creationId xmlns:a16="http://schemas.microsoft.com/office/drawing/2014/main" id="{DA9D2E0D-8B28-4EC5-AD9C-81830365D03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75734" y="4767263"/>
            <a:ext cx="655919" cy="273844"/>
          </a:xfrm>
        </p:spPr>
        <p:txBody>
          <a:bodyPr/>
          <a:lstStyle/>
          <a:p>
            <a:pPr defTabSz="685800"/>
            <a:r>
              <a:rPr lang="de-DE" dirty="0"/>
              <a:t>07.06.2022</a:t>
            </a:r>
          </a:p>
        </p:txBody>
      </p:sp>
    </p:spTree>
    <p:extLst>
      <p:ext uri="{BB962C8B-B14F-4D97-AF65-F5344CB8AC3E}">
        <p14:creationId xmlns:p14="http://schemas.microsoft.com/office/powerpoint/2010/main" val="1358564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A4A1FFF-CF92-4430-936D-95E35768C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How</a:t>
            </a:r>
            <a:r>
              <a:rPr lang="de-DE" dirty="0"/>
              <a:t> </a:t>
            </a:r>
            <a:r>
              <a:rPr lang="de-DE" dirty="0" err="1"/>
              <a:t>does</a:t>
            </a:r>
            <a:r>
              <a:rPr lang="de-DE" dirty="0"/>
              <a:t> </a:t>
            </a:r>
            <a:r>
              <a:rPr lang="de-DE" dirty="0" err="1"/>
              <a:t>any</a:t>
            </a:r>
            <a:r>
              <a:rPr lang="de-DE" dirty="0"/>
              <a:t> </a:t>
            </a:r>
            <a:r>
              <a:rPr lang="de-DE" dirty="0" err="1"/>
              <a:t>program</a:t>
            </a:r>
            <a:r>
              <a:rPr lang="de-DE" dirty="0"/>
              <a:t> </a:t>
            </a:r>
            <a:r>
              <a:rPr lang="de-DE" dirty="0" err="1"/>
              <a:t>execute</a:t>
            </a:r>
            <a:br>
              <a:rPr lang="de-DE" dirty="0"/>
            </a:br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FDD7C0D-3639-4435-BF2E-54E74AFA9F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800"/>
            <a:r>
              <a:rPr lang="de-DE" dirty="0"/>
              <a:t>SRH Unternehmen  –  Anil Keshav &amp; Ashish Chouhan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37E79E0-2715-4D89-B222-037FEF3EC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/>
            <a:fld id="{075B144D-941B-4DFC-AF5F-0416193D12EC}" type="slidenum">
              <a:rPr lang="de-DE"/>
              <a:pPr defTabSz="685800"/>
              <a:t>11</a:t>
            </a:fld>
            <a:endParaRPr lang="de-DE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B6AF99B-EDE0-492A-8165-E6125CB22A23}"/>
              </a:ext>
            </a:extLst>
          </p:cNvPr>
          <p:cNvSpPr/>
          <p:nvPr/>
        </p:nvSpPr>
        <p:spPr>
          <a:xfrm>
            <a:off x="6269232" y="726504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CPU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F4D4EBE-3AD1-431F-9EC2-F5B6514E5292}"/>
              </a:ext>
            </a:extLst>
          </p:cNvPr>
          <p:cNvSpPr/>
          <p:nvPr/>
        </p:nvSpPr>
        <p:spPr>
          <a:xfrm>
            <a:off x="772964" y="3552247"/>
            <a:ext cx="6489608" cy="94071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RAM</a:t>
            </a:r>
            <a:endParaRPr lang="en-DE" dirty="0"/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9756A75B-D0F9-4949-ABF6-3CD25C54937A}"/>
              </a:ext>
            </a:extLst>
          </p:cNvPr>
          <p:cNvCxnSpPr>
            <a:cxnSpLocks/>
          </p:cNvCxnSpPr>
          <p:nvPr/>
        </p:nvCxnSpPr>
        <p:spPr>
          <a:xfrm>
            <a:off x="1543050" y="3608490"/>
            <a:ext cx="0" cy="94071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1521C0DD-10A9-4B8E-925B-2093BD57FF03}"/>
              </a:ext>
            </a:extLst>
          </p:cNvPr>
          <p:cNvCxnSpPr>
            <a:cxnSpLocks/>
          </p:cNvCxnSpPr>
          <p:nvPr/>
        </p:nvCxnSpPr>
        <p:spPr>
          <a:xfrm>
            <a:off x="2293844" y="3608490"/>
            <a:ext cx="0" cy="94071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4C4E5D90-DE56-4C98-BB56-4D8FAE28E60F}"/>
              </a:ext>
            </a:extLst>
          </p:cNvPr>
          <p:cNvCxnSpPr>
            <a:cxnSpLocks/>
          </p:cNvCxnSpPr>
          <p:nvPr/>
        </p:nvCxnSpPr>
        <p:spPr>
          <a:xfrm>
            <a:off x="2974041" y="3608490"/>
            <a:ext cx="0" cy="94071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37DCCCA8-C05B-4AF4-ABED-389729FEE69D}"/>
              </a:ext>
            </a:extLst>
          </p:cNvPr>
          <p:cNvCxnSpPr>
            <a:cxnSpLocks/>
          </p:cNvCxnSpPr>
          <p:nvPr/>
        </p:nvCxnSpPr>
        <p:spPr>
          <a:xfrm>
            <a:off x="3570194" y="3608490"/>
            <a:ext cx="0" cy="94071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C93C3B76-0B82-42A9-BB4E-77EC4E20B029}"/>
              </a:ext>
            </a:extLst>
          </p:cNvPr>
          <p:cNvCxnSpPr>
            <a:cxnSpLocks/>
          </p:cNvCxnSpPr>
          <p:nvPr/>
        </p:nvCxnSpPr>
        <p:spPr>
          <a:xfrm>
            <a:off x="4368053" y="3608490"/>
            <a:ext cx="0" cy="94071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73874F5D-D277-40CC-A88E-38AADE79BC49}"/>
              </a:ext>
            </a:extLst>
          </p:cNvPr>
          <p:cNvCxnSpPr>
            <a:cxnSpLocks/>
          </p:cNvCxnSpPr>
          <p:nvPr/>
        </p:nvCxnSpPr>
        <p:spPr>
          <a:xfrm>
            <a:off x="5021356" y="3608490"/>
            <a:ext cx="0" cy="94071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67692605-52C8-45FF-9BDD-5355CC7C2C03}"/>
              </a:ext>
            </a:extLst>
          </p:cNvPr>
          <p:cNvCxnSpPr>
            <a:cxnSpLocks/>
          </p:cNvCxnSpPr>
          <p:nvPr/>
        </p:nvCxnSpPr>
        <p:spPr>
          <a:xfrm>
            <a:off x="5701553" y="3608490"/>
            <a:ext cx="0" cy="94071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76A383B2-2D84-40E9-BC92-9978B10774A9}"/>
              </a:ext>
            </a:extLst>
          </p:cNvPr>
          <p:cNvCxnSpPr>
            <a:cxnSpLocks/>
          </p:cNvCxnSpPr>
          <p:nvPr/>
        </p:nvCxnSpPr>
        <p:spPr>
          <a:xfrm>
            <a:off x="6341409" y="3608490"/>
            <a:ext cx="0" cy="94071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angle 40">
            <a:extLst>
              <a:ext uri="{FF2B5EF4-FFF2-40B4-BE49-F238E27FC236}">
                <a16:creationId xmlns:a16="http://schemas.microsoft.com/office/drawing/2014/main" id="{1AE9A4EC-A93F-4954-94A5-1B8D6924554B}"/>
              </a:ext>
            </a:extLst>
          </p:cNvPr>
          <p:cNvSpPr/>
          <p:nvPr/>
        </p:nvSpPr>
        <p:spPr>
          <a:xfrm>
            <a:off x="772964" y="4022604"/>
            <a:ext cx="753732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DE" sz="1100" dirty="0">
                <a:solidFill>
                  <a:schemeClr val="bg1"/>
                </a:solidFill>
              </a:rPr>
              <a:t> push </a:t>
            </a:r>
            <a:r>
              <a:rPr lang="en-DE" sz="1100" dirty="0" err="1">
                <a:solidFill>
                  <a:schemeClr val="bg1"/>
                </a:solidFill>
              </a:rPr>
              <a:t>ebp</a:t>
            </a:r>
            <a:endParaRPr lang="en-US" sz="1100" dirty="0">
              <a:solidFill>
                <a:schemeClr val="bg1"/>
              </a:solidFill>
            </a:endParaRPr>
          </a:p>
          <a:p>
            <a:r>
              <a:rPr lang="en-US" sz="1100" dirty="0">
                <a:solidFill>
                  <a:schemeClr val="bg1"/>
                </a:solidFill>
              </a:rPr>
              <a:t> 1011 111</a:t>
            </a:r>
            <a:endParaRPr lang="en-DE" sz="1100" dirty="0">
              <a:solidFill>
                <a:schemeClr val="bg1"/>
              </a:solidFill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DC435C99-4288-4DCE-9B9C-8A6986906ED2}"/>
              </a:ext>
            </a:extLst>
          </p:cNvPr>
          <p:cNvSpPr/>
          <p:nvPr/>
        </p:nvSpPr>
        <p:spPr>
          <a:xfrm>
            <a:off x="1458903" y="4053381"/>
            <a:ext cx="86914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  sub </a:t>
            </a:r>
            <a:r>
              <a:rPr lang="en-US" sz="900" dirty="0" err="1">
                <a:solidFill>
                  <a:schemeClr val="bg1"/>
                </a:solidFill>
              </a:rPr>
              <a:t>esp</a:t>
            </a:r>
            <a:r>
              <a:rPr lang="en-US" sz="900" dirty="0">
                <a:solidFill>
                  <a:schemeClr val="bg1"/>
                </a:solidFill>
              </a:rPr>
              <a:t>, 0x20</a:t>
            </a:r>
          </a:p>
          <a:p>
            <a:r>
              <a:rPr lang="en-US" sz="900" dirty="0">
                <a:solidFill>
                  <a:schemeClr val="bg1"/>
                </a:solidFill>
              </a:rPr>
              <a:t>  111  101, 001</a:t>
            </a:r>
            <a:endParaRPr lang="en-DE" sz="900" dirty="0">
              <a:solidFill>
                <a:schemeClr val="bg1"/>
              </a:solidFill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E7C237C8-65A9-4F2B-B979-B28F9C89105B}"/>
              </a:ext>
            </a:extLst>
          </p:cNvPr>
          <p:cNvSpPr/>
          <p:nvPr/>
        </p:nvSpPr>
        <p:spPr>
          <a:xfrm>
            <a:off x="2872385" y="4069494"/>
            <a:ext cx="80983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800" dirty="0">
                <a:solidFill>
                  <a:schemeClr val="bg1"/>
                </a:solidFill>
              </a:rPr>
              <a:t> </a:t>
            </a:r>
            <a:r>
              <a:rPr lang="en-US" sz="800" dirty="0" err="1">
                <a:solidFill>
                  <a:schemeClr val="bg1"/>
                </a:solidFill>
              </a:rPr>
              <a:t>jne</a:t>
            </a:r>
            <a:r>
              <a:rPr lang="en-US" sz="800" dirty="0">
                <a:solidFill>
                  <a:schemeClr val="bg1"/>
                </a:solidFill>
              </a:rPr>
              <a:t> 0x401489</a:t>
            </a:r>
          </a:p>
          <a:p>
            <a:r>
              <a:rPr lang="en-US" sz="800" dirty="0">
                <a:solidFill>
                  <a:schemeClr val="bg1"/>
                </a:solidFill>
              </a:rPr>
              <a:t>  111 0x401489</a:t>
            </a:r>
            <a:endParaRPr lang="en-DE" sz="800" dirty="0">
              <a:solidFill>
                <a:schemeClr val="bg1"/>
              </a:solidFill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443ADDD4-C6CD-4793-B253-48B23B33611D}"/>
              </a:ext>
            </a:extLst>
          </p:cNvPr>
          <p:cNvSpPr/>
          <p:nvPr/>
        </p:nvSpPr>
        <p:spPr>
          <a:xfrm>
            <a:off x="2206892" y="4053381"/>
            <a:ext cx="86113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 mov </a:t>
            </a:r>
            <a:r>
              <a:rPr lang="en-US" sz="900" dirty="0" err="1">
                <a:solidFill>
                  <a:schemeClr val="bg1"/>
                </a:solidFill>
              </a:rPr>
              <a:t>ebp</a:t>
            </a:r>
            <a:r>
              <a:rPr lang="en-US" sz="900" dirty="0">
                <a:solidFill>
                  <a:schemeClr val="bg1"/>
                </a:solidFill>
              </a:rPr>
              <a:t>, </a:t>
            </a:r>
            <a:r>
              <a:rPr lang="en-US" sz="900" dirty="0" err="1">
                <a:solidFill>
                  <a:schemeClr val="bg1"/>
                </a:solidFill>
              </a:rPr>
              <a:t>esp</a:t>
            </a:r>
            <a:endParaRPr lang="en-US" sz="900" dirty="0">
              <a:solidFill>
                <a:schemeClr val="bg1"/>
              </a:solidFill>
            </a:endParaRPr>
          </a:p>
          <a:p>
            <a:r>
              <a:rPr lang="en-US" sz="900" dirty="0">
                <a:solidFill>
                  <a:schemeClr val="bg1"/>
                </a:solidFill>
              </a:rPr>
              <a:t>  111  101, 001</a:t>
            </a:r>
            <a:endParaRPr lang="en-DE" sz="900" dirty="0">
              <a:solidFill>
                <a:schemeClr val="bg1"/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A658BB8-5B69-4B3E-84F7-16CA0A1A14E2}"/>
              </a:ext>
            </a:extLst>
          </p:cNvPr>
          <p:cNvSpPr txBox="1"/>
          <p:nvPr/>
        </p:nvSpPr>
        <p:spPr>
          <a:xfrm>
            <a:off x="759307" y="3201379"/>
            <a:ext cx="783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Byte 1</a:t>
            </a:r>
            <a:endParaRPr lang="en-DE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2455C65-8F40-4867-AEE2-33ED721B6C36}"/>
              </a:ext>
            </a:extLst>
          </p:cNvPr>
          <p:cNvSpPr txBox="1"/>
          <p:nvPr/>
        </p:nvSpPr>
        <p:spPr>
          <a:xfrm>
            <a:off x="1526696" y="3182489"/>
            <a:ext cx="783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Byte 2</a:t>
            </a:r>
            <a:endParaRPr lang="en-DE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BC8E9E7-3F3F-4452-AA0E-39EDD8FDA774}"/>
              </a:ext>
            </a:extLst>
          </p:cNvPr>
          <p:cNvSpPr txBox="1"/>
          <p:nvPr/>
        </p:nvSpPr>
        <p:spPr>
          <a:xfrm>
            <a:off x="2245586" y="3182489"/>
            <a:ext cx="783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Byte 3</a:t>
            </a:r>
            <a:endParaRPr lang="en-DE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E7536D6-D591-4F77-A8CB-0CF66A249308}"/>
              </a:ext>
            </a:extLst>
          </p:cNvPr>
          <p:cNvSpPr txBox="1"/>
          <p:nvPr/>
        </p:nvSpPr>
        <p:spPr>
          <a:xfrm>
            <a:off x="2981598" y="3166613"/>
            <a:ext cx="783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Byte 4</a:t>
            </a:r>
            <a:endParaRPr lang="en-DE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0644DC4-683B-4994-BF18-59AE6EE28509}"/>
              </a:ext>
            </a:extLst>
          </p:cNvPr>
          <p:cNvSpPr/>
          <p:nvPr/>
        </p:nvSpPr>
        <p:spPr>
          <a:xfrm>
            <a:off x="6122995" y="1758524"/>
            <a:ext cx="1206874" cy="35970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Program Counter</a:t>
            </a:r>
          </a:p>
          <a:p>
            <a:pPr algn="ctr"/>
            <a:r>
              <a:rPr lang="en-US" sz="1100" dirty="0"/>
              <a:t>1</a:t>
            </a:r>
            <a:endParaRPr lang="en-DE" sz="1100" dirty="0"/>
          </a:p>
        </p:txBody>
      </p: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F9E4D36E-3294-412A-A24D-43356401C0ED}"/>
              </a:ext>
            </a:extLst>
          </p:cNvPr>
          <p:cNvCxnSpPr/>
          <p:nvPr/>
        </p:nvCxnSpPr>
        <p:spPr>
          <a:xfrm rot="10800000" flipV="1">
            <a:off x="1151180" y="1183703"/>
            <a:ext cx="5118053" cy="201767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E4C6DEF1-3791-4794-A4DB-8A4AB85D2910}"/>
              </a:ext>
            </a:extLst>
          </p:cNvPr>
          <p:cNvSpPr/>
          <p:nvPr/>
        </p:nvSpPr>
        <p:spPr>
          <a:xfrm>
            <a:off x="1212614" y="2822790"/>
            <a:ext cx="753732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DE" sz="1100" dirty="0"/>
              <a:t> push </a:t>
            </a:r>
            <a:r>
              <a:rPr lang="en-DE" sz="1100" dirty="0" err="1"/>
              <a:t>ebp</a:t>
            </a:r>
            <a:endParaRPr lang="en-US" sz="1100" dirty="0"/>
          </a:p>
          <a:p>
            <a:r>
              <a:rPr lang="en-US" sz="1100" dirty="0"/>
              <a:t> 1011 111</a:t>
            </a:r>
            <a:endParaRPr lang="en-DE" sz="1100" dirty="0"/>
          </a:p>
        </p:txBody>
      </p:sp>
      <p:sp>
        <p:nvSpPr>
          <p:cNvPr id="28" name="Datumsplatzhalter 3">
            <a:extLst>
              <a:ext uri="{FF2B5EF4-FFF2-40B4-BE49-F238E27FC236}">
                <a16:creationId xmlns:a16="http://schemas.microsoft.com/office/drawing/2014/main" id="{0154D16C-1DD8-4E45-A799-A88E59DCA2A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75734" y="4767263"/>
            <a:ext cx="655919" cy="273844"/>
          </a:xfrm>
        </p:spPr>
        <p:txBody>
          <a:bodyPr/>
          <a:lstStyle/>
          <a:p>
            <a:pPr defTabSz="685800"/>
            <a:r>
              <a:rPr lang="de-DE" dirty="0"/>
              <a:t>07.06.2022</a:t>
            </a:r>
          </a:p>
        </p:txBody>
      </p:sp>
    </p:spTree>
    <p:extLst>
      <p:ext uri="{BB962C8B-B14F-4D97-AF65-F5344CB8AC3E}">
        <p14:creationId xmlns:p14="http://schemas.microsoft.com/office/powerpoint/2010/main" val="38374633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A4A1FFF-CF92-4430-936D-95E35768C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How</a:t>
            </a:r>
            <a:r>
              <a:rPr lang="de-DE" dirty="0"/>
              <a:t> </a:t>
            </a:r>
            <a:r>
              <a:rPr lang="de-DE" dirty="0" err="1"/>
              <a:t>does</a:t>
            </a:r>
            <a:r>
              <a:rPr lang="de-DE" dirty="0"/>
              <a:t> </a:t>
            </a:r>
            <a:r>
              <a:rPr lang="de-DE" dirty="0" err="1"/>
              <a:t>any</a:t>
            </a:r>
            <a:r>
              <a:rPr lang="de-DE" dirty="0"/>
              <a:t> </a:t>
            </a:r>
            <a:r>
              <a:rPr lang="de-DE" dirty="0" err="1"/>
              <a:t>program</a:t>
            </a:r>
            <a:r>
              <a:rPr lang="de-DE" dirty="0"/>
              <a:t> </a:t>
            </a:r>
            <a:r>
              <a:rPr lang="de-DE" dirty="0" err="1"/>
              <a:t>execute</a:t>
            </a:r>
            <a:br>
              <a:rPr lang="de-DE" dirty="0"/>
            </a:br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FDD7C0D-3639-4435-BF2E-54E74AFA9F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800"/>
            <a:r>
              <a:rPr lang="de-DE" dirty="0"/>
              <a:t>SRH Unternehmen  –  Anil Keshav &amp; Ashish Chouhan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37E79E0-2715-4D89-B222-037FEF3EC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/>
            <a:fld id="{075B144D-941B-4DFC-AF5F-0416193D12EC}" type="slidenum">
              <a:rPr lang="de-DE"/>
              <a:pPr defTabSz="685800"/>
              <a:t>12</a:t>
            </a:fld>
            <a:endParaRPr lang="de-DE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B6AF99B-EDE0-492A-8165-E6125CB22A23}"/>
              </a:ext>
            </a:extLst>
          </p:cNvPr>
          <p:cNvSpPr/>
          <p:nvPr/>
        </p:nvSpPr>
        <p:spPr>
          <a:xfrm>
            <a:off x="6269232" y="726504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CPU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F4D4EBE-3AD1-431F-9EC2-F5B6514E5292}"/>
              </a:ext>
            </a:extLst>
          </p:cNvPr>
          <p:cNvSpPr/>
          <p:nvPr/>
        </p:nvSpPr>
        <p:spPr>
          <a:xfrm>
            <a:off x="772964" y="3552247"/>
            <a:ext cx="6489608" cy="94071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RAM</a:t>
            </a:r>
            <a:endParaRPr lang="en-DE" dirty="0"/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9756A75B-D0F9-4949-ABF6-3CD25C54937A}"/>
              </a:ext>
            </a:extLst>
          </p:cNvPr>
          <p:cNvCxnSpPr>
            <a:cxnSpLocks/>
          </p:cNvCxnSpPr>
          <p:nvPr/>
        </p:nvCxnSpPr>
        <p:spPr>
          <a:xfrm>
            <a:off x="1543050" y="3608490"/>
            <a:ext cx="0" cy="94071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1521C0DD-10A9-4B8E-925B-2093BD57FF03}"/>
              </a:ext>
            </a:extLst>
          </p:cNvPr>
          <p:cNvCxnSpPr>
            <a:cxnSpLocks/>
          </p:cNvCxnSpPr>
          <p:nvPr/>
        </p:nvCxnSpPr>
        <p:spPr>
          <a:xfrm>
            <a:off x="2293844" y="3608490"/>
            <a:ext cx="0" cy="94071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4C4E5D90-DE56-4C98-BB56-4D8FAE28E60F}"/>
              </a:ext>
            </a:extLst>
          </p:cNvPr>
          <p:cNvCxnSpPr>
            <a:cxnSpLocks/>
          </p:cNvCxnSpPr>
          <p:nvPr/>
        </p:nvCxnSpPr>
        <p:spPr>
          <a:xfrm>
            <a:off x="2974041" y="3608490"/>
            <a:ext cx="0" cy="94071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37DCCCA8-C05B-4AF4-ABED-389729FEE69D}"/>
              </a:ext>
            </a:extLst>
          </p:cNvPr>
          <p:cNvCxnSpPr>
            <a:cxnSpLocks/>
          </p:cNvCxnSpPr>
          <p:nvPr/>
        </p:nvCxnSpPr>
        <p:spPr>
          <a:xfrm>
            <a:off x="3570194" y="3608490"/>
            <a:ext cx="0" cy="94071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C93C3B76-0B82-42A9-BB4E-77EC4E20B029}"/>
              </a:ext>
            </a:extLst>
          </p:cNvPr>
          <p:cNvCxnSpPr>
            <a:cxnSpLocks/>
          </p:cNvCxnSpPr>
          <p:nvPr/>
        </p:nvCxnSpPr>
        <p:spPr>
          <a:xfrm>
            <a:off x="4368053" y="3608490"/>
            <a:ext cx="0" cy="94071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73874F5D-D277-40CC-A88E-38AADE79BC49}"/>
              </a:ext>
            </a:extLst>
          </p:cNvPr>
          <p:cNvCxnSpPr>
            <a:cxnSpLocks/>
          </p:cNvCxnSpPr>
          <p:nvPr/>
        </p:nvCxnSpPr>
        <p:spPr>
          <a:xfrm>
            <a:off x="5021356" y="3608490"/>
            <a:ext cx="0" cy="94071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67692605-52C8-45FF-9BDD-5355CC7C2C03}"/>
              </a:ext>
            </a:extLst>
          </p:cNvPr>
          <p:cNvCxnSpPr>
            <a:cxnSpLocks/>
          </p:cNvCxnSpPr>
          <p:nvPr/>
        </p:nvCxnSpPr>
        <p:spPr>
          <a:xfrm>
            <a:off x="5701553" y="3608490"/>
            <a:ext cx="0" cy="94071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76A383B2-2D84-40E9-BC92-9978B10774A9}"/>
              </a:ext>
            </a:extLst>
          </p:cNvPr>
          <p:cNvCxnSpPr>
            <a:cxnSpLocks/>
          </p:cNvCxnSpPr>
          <p:nvPr/>
        </p:nvCxnSpPr>
        <p:spPr>
          <a:xfrm>
            <a:off x="6341409" y="3608490"/>
            <a:ext cx="0" cy="94071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angle 40">
            <a:extLst>
              <a:ext uri="{FF2B5EF4-FFF2-40B4-BE49-F238E27FC236}">
                <a16:creationId xmlns:a16="http://schemas.microsoft.com/office/drawing/2014/main" id="{1AE9A4EC-A93F-4954-94A5-1B8D6924554B}"/>
              </a:ext>
            </a:extLst>
          </p:cNvPr>
          <p:cNvSpPr/>
          <p:nvPr/>
        </p:nvSpPr>
        <p:spPr>
          <a:xfrm>
            <a:off x="772964" y="4022604"/>
            <a:ext cx="753732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DE" sz="1100" dirty="0">
                <a:solidFill>
                  <a:schemeClr val="bg1"/>
                </a:solidFill>
              </a:rPr>
              <a:t> push </a:t>
            </a:r>
            <a:r>
              <a:rPr lang="en-DE" sz="1100" dirty="0" err="1">
                <a:solidFill>
                  <a:schemeClr val="bg1"/>
                </a:solidFill>
              </a:rPr>
              <a:t>ebp</a:t>
            </a:r>
            <a:endParaRPr lang="en-US" sz="1100" dirty="0">
              <a:solidFill>
                <a:schemeClr val="bg1"/>
              </a:solidFill>
            </a:endParaRPr>
          </a:p>
          <a:p>
            <a:r>
              <a:rPr lang="en-US" sz="1100" dirty="0">
                <a:solidFill>
                  <a:schemeClr val="bg1"/>
                </a:solidFill>
              </a:rPr>
              <a:t> 1011 111</a:t>
            </a:r>
            <a:endParaRPr lang="en-DE" sz="1100" dirty="0">
              <a:solidFill>
                <a:schemeClr val="bg1"/>
              </a:solidFill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DC435C99-4288-4DCE-9B9C-8A6986906ED2}"/>
              </a:ext>
            </a:extLst>
          </p:cNvPr>
          <p:cNvSpPr/>
          <p:nvPr/>
        </p:nvSpPr>
        <p:spPr>
          <a:xfrm>
            <a:off x="1458903" y="4053381"/>
            <a:ext cx="86914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  sub </a:t>
            </a:r>
            <a:r>
              <a:rPr lang="en-US" sz="900" dirty="0" err="1">
                <a:solidFill>
                  <a:schemeClr val="bg1"/>
                </a:solidFill>
              </a:rPr>
              <a:t>esp</a:t>
            </a:r>
            <a:r>
              <a:rPr lang="en-US" sz="900" dirty="0">
                <a:solidFill>
                  <a:schemeClr val="bg1"/>
                </a:solidFill>
              </a:rPr>
              <a:t>, 0x20</a:t>
            </a:r>
          </a:p>
          <a:p>
            <a:r>
              <a:rPr lang="en-US" sz="900" dirty="0">
                <a:solidFill>
                  <a:schemeClr val="bg1"/>
                </a:solidFill>
              </a:rPr>
              <a:t>  111  101, 001</a:t>
            </a:r>
            <a:endParaRPr lang="en-DE" sz="900" dirty="0">
              <a:solidFill>
                <a:schemeClr val="bg1"/>
              </a:solidFill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E7C237C8-65A9-4F2B-B979-B28F9C89105B}"/>
              </a:ext>
            </a:extLst>
          </p:cNvPr>
          <p:cNvSpPr/>
          <p:nvPr/>
        </p:nvSpPr>
        <p:spPr>
          <a:xfrm>
            <a:off x="2872385" y="4069494"/>
            <a:ext cx="80983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800" dirty="0">
                <a:solidFill>
                  <a:schemeClr val="bg1"/>
                </a:solidFill>
              </a:rPr>
              <a:t> </a:t>
            </a:r>
            <a:r>
              <a:rPr lang="en-US" sz="800" dirty="0" err="1">
                <a:solidFill>
                  <a:schemeClr val="bg1"/>
                </a:solidFill>
              </a:rPr>
              <a:t>jne</a:t>
            </a:r>
            <a:r>
              <a:rPr lang="en-US" sz="800" dirty="0">
                <a:solidFill>
                  <a:schemeClr val="bg1"/>
                </a:solidFill>
              </a:rPr>
              <a:t> 0x401489</a:t>
            </a:r>
          </a:p>
          <a:p>
            <a:r>
              <a:rPr lang="en-US" sz="800" dirty="0">
                <a:solidFill>
                  <a:schemeClr val="bg1"/>
                </a:solidFill>
              </a:rPr>
              <a:t>  111 0x401489</a:t>
            </a:r>
            <a:endParaRPr lang="en-DE" sz="800" dirty="0">
              <a:solidFill>
                <a:schemeClr val="bg1"/>
              </a:solidFill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443ADDD4-C6CD-4793-B253-48B23B33611D}"/>
              </a:ext>
            </a:extLst>
          </p:cNvPr>
          <p:cNvSpPr/>
          <p:nvPr/>
        </p:nvSpPr>
        <p:spPr>
          <a:xfrm>
            <a:off x="2206892" y="4053381"/>
            <a:ext cx="86113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 mov </a:t>
            </a:r>
            <a:r>
              <a:rPr lang="en-US" sz="900" dirty="0" err="1">
                <a:solidFill>
                  <a:schemeClr val="bg1"/>
                </a:solidFill>
              </a:rPr>
              <a:t>ebp</a:t>
            </a:r>
            <a:r>
              <a:rPr lang="en-US" sz="900" dirty="0">
                <a:solidFill>
                  <a:schemeClr val="bg1"/>
                </a:solidFill>
              </a:rPr>
              <a:t>, </a:t>
            </a:r>
            <a:r>
              <a:rPr lang="en-US" sz="900" dirty="0" err="1">
                <a:solidFill>
                  <a:schemeClr val="bg1"/>
                </a:solidFill>
              </a:rPr>
              <a:t>esp</a:t>
            </a:r>
            <a:endParaRPr lang="en-US" sz="900" dirty="0">
              <a:solidFill>
                <a:schemeClr val="bg1"/>
              </a:solidFill>
            </a:endParaRPr>
          </a:p>
          <a:p>
            <a:r>
              <a:rPr lang="en-US" sz="900" dirty="0">
                <a:solidFill>
                  <a:schemeClr val="bg1"/>
                </a:solidFill>
              </a:rPr>
              <a:t>  111  101, 001</a:t>
            </a:r>
            <a:endParaRPr lang="en-DE" sz="900" dirty="0">
              <a:solidFill>
                <a:schemeClr val="bg1"/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A658BB8-5B69-4B3E-84F7-16CA0A1A14E2}"/>
              </a:ext>
            </a:extLst>
          </p:cNvPr>
          <p:cNvSpPr txBox="1"/>
          <p:nvPr/>
        </p:nvSpPr>
        <p:spPr>
          <a:xfrm>
            <a:off x="759307" y="3201379"/>
            <a:ext cx="783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Byte 1</a:t>
            </a:r>
            <a:endParaRPr lang="en-DE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2455C65-8F40-4867-AEE2-33ED721B6C36}"/>
              </a:ext>
            </a:extLst>
          </p:cNvPr>
          <p:cNvSpPr txBox="1"/>
          <p:nvPr/>
        </p:nvSpPr>
        <p:spPr>
          <a:xfrm>
            <a:off x="1526696" y="3182489"/>
            <a:ext cx="783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Byte 2</a:t>
            </a:r>
            <a:endParaRPr lang="en-DE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BC8E9E7-3F3F-4452-AA0E-39EDD8FDA774}"/>
              </a:ext>
            </a:extLst>
          </p:cNvPr>
          <p:cNvSpPr txBox="1"/>
          <p:nvPr/>
        </p:nvSpPr>
        <p:spPr>
          <a:xfrm>
            <a:off x="2245586" y="3182489"/>
            <a:ext cx="783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Byte 3</a:t>
            </a:r>
            <a:endParaRPr lang="en-DE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E7536D6-D591-4F77-A8CB-0CF66A249308}"/>
              </a:ext>
            </a:extLst>
          </p:cNvPr>
          <p:cNvSpPr txBox="1"/>
          <p:nvPr/>
        </p:nvSpPr>
        <p:spPr>
          <a:xfrm>
            <a:off x="2981598" y="3166613"/>
            <a:ext cx="783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Byte 4</a:t>
            </a:r>
            <a:endParaRPr lang="en-DE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0644DC4-683B-4994-BF18-59AE6EE28509}"/>
              </a:ext>
            </a:extLst>
          </p:cNvPr>
          <p:cNvSpPr/>
          <p:nvPr/>
        </p:nvSpPr>
        <p:spPr>
          <a:xfrm>
            <a:off x="6122995" y="1758524"/>
            <a:ext cx="1206874" cy="35970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Program Counter</a:t>
            </a:r>
          </a:p>
          <a:p>
            <a:pPr algn="ctr"/>
            <a:r>
              <a:rPr lang="en-US" sz="1100" dirty="0"/>
              <a:t>1</a:t>
            </a:r>
            <a:endParaRPr lang="en-DE" sz="1100" dirty="0"/>
          </a:p>
        </p:txBody>
      </p: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F9E4D36E-3294-412A-A24D-43356401C0ED}"/>
              </a:ext>
            </a:extLst>
          </p:cNvPr>
          <p:cNvCxnSpPr/>
          <p:nvPr/>
        </p:nvCxnSpPr>
        <p:spPr>
          <a:xfrm rot="10800000" flipV="1">
            <a:off x="1151180" y="1183703"/>
            <a:ext cx="5118053" cy="201767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E4C6DEF1-3791-4794-A4DB-8A4AB85D2910}"/>
              </a:ext>
            </a:extLst>
          </p:cNvPr>
          <p:cNvSpPr/>
          <p:nvPr/>
        </p:nvSpPr>
        <p:spPr>
          <a:xfrm>
            <a:off x="5558140" y="726504"/>
            <a:ext cx="753732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DE" sz="1100" dirty="0"/>
              <a:t> push </a:t>
            </a:r>
            <a:r>
              <a:rPr lang="en-DE" sz="1100" dirty="0" err="1"/>
              <a:t>ebp</a:t>
            </a:r>
            <a:endParaRPr lang="en-US" sz="1100" dirty="0"/>
          </a:p>
          <a:p>
            <a:r>
              <a:rPr lang="en-US" sz="1100" dirty="0"/>
              <a:t> 1011 111</a:t>
            </a:r>
            <a:endParaRPr lang="en-DE" sz="1100" dirty="0"/>
          </a:p>
        </p:txBody>
      </p:sp>
      <p:sp>
        <p:nvSpPr>
          <p:cNvPr id="28" name="Datumsplatzhalter 3">
            <a:extLst>
              <a:ext uri="{FF2B5EF4-FFF2-40B4-BE49-F238E27FC236}">
                <a16:creationId xmlns:a16="http://schemas.microsoft.com/office/drawing/2014/main" id="{B6693D76-7C2C-4E28-ACBC-4B71F5760C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75734" y="4767263"/>
            <a:ext cx="655919" cy="273844"/>
          </a:xfrm>
        </p:spPr>
        <p:txBody>
          <a:bodyPr/>
          <a:lstStyle/>
          <a:p>
            <a:pPr defTabSz="685800"/>
            <a:r>
              <a:rPr lang="de-DE" dirty="0"/>
              <a:t>07.06.2022</a:t>
            </a:r>
          </a:p>
        </p:txBody>
      </p:sp>
    </p:spTree>
    <p:extLst>
      <p:ext uri="{BB962C8B-B14F-4D97-AF65-F5344CB8AC3E}">
        <p14:creationId xmlns:p14="http://schemas.microsoft.com/office/powerpoint/2010/main" val="41080177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A4A1FFF-CF92-4430-936D-95E35768C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How</a:t>
            </a:r>
            <a:r>
              <a:rPr lang="de-DE" dirty="0"/>
              <a:t> </a:t>
            </a:r>
            <a:r>
              <a:rPr lang="de-DE" dirty="0" err="1"/>
              <a:t>does</a:t>
            </a:r>
            <a:r>
              <a:rPr lang="de-DE" dirty="0"/>
              <a:t> </a:t>
            </a:r>
            <a:r>
              <a:rPr lang="de-DE" dirty="0" err="1"/>
              <a:t>any</a:t>
            </a:r>
            <a:r>
              <a:rPr lang="de-DE" dirty="0"/>
              <a:t> </a:t>
            </a:r>
            <a:r>
              <a:rPr lang="de-DE" dirty="0" err="1"/>
              <a:t>program</a:t>
            </a:r>
            <a:r>
              <a:rPr lang="de-DE" dirty="0"/>
              <a:t> </a:t>
            </a:r>
            <a:r>
              <a:rPr lang="de-DE" dirty="0" err="1"/>
              <a:t>execute</a:t>
            </a:r>
            <a:br>
              <a:rPr lang="de-DE" dirty="0"/>
            </a:br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FDD7C0D-3639-4435-BF2E-54E74AFA9F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800"/>
            <a:r>
              <a:rPr lang="de-DE" dirty="0"/>
              <a:t>SRH Unternehmen  –  Anil Keshav &amp; Ashish Chouhan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37E79E0-2715-4D89-B222-037FEF3EC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/>
            <a:fld id="{075B144D-941B-4DFC-AF5F-0416193D12EC}" type="slidenum">
              <a:rPr lang="de-DE"/>
              <a:pPr defTabSz="685800"/>
              <a:t>13</a:t>
            </a:fld>
            <a:endParaRPr lang="de-DE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B6AF99B-EDE0-492A-8165-E6125CB22A23}"/>
              </a:ext>
            </a:extLst>
          </p:cNvPr>
          <p:cNvSpPr/>
          <p:nvPr/>
        </p:nvSpPr>
        <p:spPr>
          <a:xfrm>
            <a:off x="6269232" y="726504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CPU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F4D4EBE-3AD1-431F-9EC2-F5B6514E5292}"/>
              </a:ext>
            </a:extLst>
          </p:cNvPr>
          <p:cNvSpPr/>
          <p:nvPr/>
        </p:nvSpPr>
        <p:spPr>
          <a:xfrm>
            <a:off x="772964" y="3552247"/>
            <a:ext cx="6489608" cy="94071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RAM</a:t>
            </a:r>
            <a:endParaRPr lang="en-DE" dirty="0"/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9756A75B-D0F9-4949-ABF6-3CD25C54937A}"/>
              </a:ext>
            </a:extLst>
          </p:cNvPr>
          <p:cNvCxnSpPr>
            <a:cxnSpLocks/>
          </p:cNvCxnSpPr>
          <p:nvPr/>
        </p:nvCxnSpPr>
        <p:spPr>
          <a:xfrm>
            <a:off x="1543050" y="3608490"/>
            <a:ext cx="0" cy="94071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1521C0DD-10A9-4B8E-925B-2093BD57FF03}"/>
              </a:ext>
            </a:extLst>
          </p:cNvPr>
          <p:cNvCxnSpPr>
            <a:cxnSpLocks/>
          </p:cNvCxnSpPr>
          <p:nvPr/>
        </p:nvCxnSpPr>
        <p:spPr>
          <a:xfrm>
            <a:off x="2293844" y="3608490"/>
            <a:ext cx="0" cy="94071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4C4E5D90-DE56-4C98-BB56-4D8FAE28E60F}"/>
              </a:ext>
            </a:extLst>
          </p:cNvPr>
          <p:cNvCxnSpPr>
            <a:cxnSpLocks/>
          </p:cNvCxnSpPr>
          <p:nvPr/>
        </p:nvCxnSpPr>
        <p:spPr>
          <a:xfrm>
            <a:off x="2974041" y="3608490"/>
            <a:ext cx="0" cy="94071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37DCCCA8-C05B-4AF4-ABED-389729FEE69D}"/>
              </a:ext>
            </a:extLst>
          </p:cNvPr>
          <p:cNvCxnSpPr>
            <a:cxnSpLocks/>
          </p:cNvCxnSpPr>
          <p:nvPr/>
        </p:nvCxnSpPr>
        <p:spPr>
          <a:xfrm>
            <a:off x="3570194" y="3608490"/>
            <a:ext cx="0" cy="94071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C93C3B76-0B82-42A9-BB4E-77EC4E20B029}"/>
              </a:ext>
            </a:extLst>
          </p:cNvPr>
          <p:cNvCxnSpPr>
            <a:cxnSpLocks/>
          </p:cNvCxnSpPr>
          <p:nvPr/>
        </p:nvCxnSpPr>
        <p:spPr>
          <a:xfrm>
            <a:off x="4368053" y="3608490"/>
            <a:ext cx="0" cy="94071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73874F5D-D277-40CC-A88E-38AADE79BC49}"/>
              </a:ext>
            </a:extLst>
          </p:cNvPr>
          <p:cNvCxnSpPr>
            <a:cxnSpLocks/>
          </p:cNvCxnSpPr>
          <p:nvPr/>
        </p:nvCxnSpPr>
        <p:spPr>
          <a:xfrm>
            <a:off x="5021356" y="3608490"/>
            <a:ext cx="0" cy="94071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67692605-52C8-45FF-9BDD-5355CC7C2C03}"/>
              </a:ext>
            </a:extLst>
          </p:cNvPr>
          <p:cNvCxnSpPr>
            <a:cxnSpLocks/>
          </p:cNvCxnSpPr>
          <p:nvPr/>
        </p:nvCxnSpPr>
        <p:spPr>
          <a:xfrm>
            <a:off x="5701553" y="3608490"/>
            <a:ext cx="0" cy="94071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76A383B2-2D84-40E9-BC92-9978B10774A9}"/>
              </a:ext>
            </a:extLst>
          </p:cNvPr>
          <p:cNvCxnSpPr>
            <a:cxnSpLocks/>
          </p:cNvCxnSpPr>
          <p:nvPr/>
        </p:nvCxnSpPr>
        <p:spPr>
          <a:xfrm>
            <a:off x="6341409" y="3608490"/>
            <a:ext cx="0" cy="94071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angle 40">
            <a:extLst>
              <a:ext uri="{FF2B5EF4-FFF2-40B4-BE49-F238E27FC236}">
                <a16:creationId xmlns:a16="http://schemas.microsoft.com/office/drawing/2014/main" id="{1AE9A4EC-A93F-4954-94A5-1B8D6924554B}"/>
              </a:ext>
            </a:extLst>
          </p:cNvPr>
          <p:cNvSpPr/>
          <p:nvPr/>
        </p:nvSpPr>
        <p:spPr>
          <a:xfrm>
            <a:off x="772964" y="4022604"/>
            <a:ext cx="753732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DE" sz="1100" dirty="0">
                <a:solidFill>
                  <a:schemeClr val="bg1"/>
                </a:solidFill>
              </a:rPr>
              <a:t> push </a:t>
            </a:r>
            <a:r>
              <a:rPr lang="en-DE" sz="1100" dirty="0" err="1">
                <a:solidFill>
                  <a:schemeClr val="bg1"/>
                </a:solidFill>
              </a:rPr>
              <a:t>ebp</a:t>
            </a:r>
            <a:endParaRPr lang="en-US" sz="1100" dirty="0">
              <a:solidFill>
                <a:schemeClr val="bg1"/>
              </a:solidFill>
            </a:endParaRPr>
          </a:p>
          <a:p>
            <a:r>
              <a:rPr lang="en-US" sz="1100" dirty="0">
                <a:solidFill>
                  <a:schemeClr val="bg1"/>
                </a:solidFill>
              </a:rPr>
              <a:t> 1011 111</a:t>
            </a:r>
            <a:endParaRPr lang="en-DE" sz="1100" dirty="0">
              <a:solidFill>
                <a:schemeClr val="bg1"/>
              </a:solidFill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DC435C99-4288-4DCE-9B9C-8A6986906ED2}"/>
              </a:ext>
            </a:extLst>
          </p:cNvPr>
          <p:cNvSpPr/>
          <p:nvPr/>
        </p:nvSpPr>
        <p:spPr>
          <a:xfrm>
            <a:off x="1458903" y="4053381"/>
            <a:ext cx="86914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  sub </a:t>
            </a:r>
            <a:r>
              <a:rPr lang="en-US" sz="900" dirty="0" err="1">
                <a:solidFill>
                  <a:schemeClr val="bg1"/>
                </a:solidFill>
              </a:rPr>
              <a:t>esp</a:t>
            </a:r>
            <a:r>
              <a:rPr lang="en-US" sz="900" dirty="0">
                <a:solidFill>
                  <a:schemeClr val="bg1"/>
                </a:solidFill>
              </a:rPr>
              <a:t>, 0x20</a:t>
            </a:r>
          </a:p>
          <a:p>
            <a:r>
              <a:rPr lang="en-US" sz="900" dirty="0">
                <a:solidFill>
                  <a:schemeClr val="bg1"/>
                </a:solidFill>
              </a:rPr>
              <a:t>  111  101, 001</a:t>
            </a:r>
            <a:endParaRPr lang="en-DE" sz="900" dirty="0">
              <a:solidFill>
                <a:schemeClr val="bg1"/>
              </a:solidFill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E7C237C8-65A9-4F2B-B979-B28F9C89105B}"/>
              </a:ext>
            </a:extLst>
          </p:cNvPr>
          <p:cNvSpPr/>
          <p:nvPr/>
        </p:nvSpPr>
        <p:spPr>
          <a:xfrm>
            <a:off x="2872385" y="4069494"/>
            <a:ext cx="80983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800" dirty="0">
                <a:solidFill>
                  <a:schemeClr val="bg1"/>
                </a:solidFill>
              </a:rPr>
              <a:t> </a:t>
            </a:r>
            <a:r>
              <a:rPr lang="en-US" sz="800" dirty="0" err="1">
                <a:solidFill>
                  <a:schemeClr val="bg1"/>
                </a:solidFill>
              </a:rPr>
              <a:t>jne</a:t>
            </a:r>
            <a:r>
              <a:rPr lang="en-US" sz="800" dirty="0">
                <a:solidFill>
                  <a:schemeClr val="bg1"/>
                </a:solidFill>
              </a:rPr>
              <a:t> 0x401489</a:t>
            </a:r>
          </a:p>
          <a:p>
            <a:r>
              <a:rPr lang="en-US" sz="800" dirty="0">
                <a:solidFill>
                  <a:schemeClr val="bg1"/>
                </a:solidFill>
              </a:rPr>
              <a:t>  111 0x401489</a:t>
            </a:r>
            <a:endParaRPr lang="en-DE" sz="800" dirty="0">
              <a:solidFill>
                <a:schemeClr val="bg1"/>
              </a:solidFill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443ADDD4-C6CD-4793-B253-48B23B33611D}"/>
              </a:ext>
            </a:extLst>
          </p:cNvPr>
          <p:cNvSpPr/>
          <p:nvPr/>
        </p:nvSpPr>
        <p:spPr>
          <a:xfrm>
            <a:off x="2206892" y="4053381"/>
            <a:ext cx="86113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 mov </a:t>
            </a:r>
            <a:r>
              <a:rPr lang="en-US" sz="900" dirty="0" err="1">
                <a:solidFill>
                  <a:schemeClr val="bg1"/>
                </a:solidFill>
              </a:rPr>
              <a:t>ebp</a:t>
            </a:r>
            <a:r>
              <a:rPr lang="en-US" sz="900" dirty="0">
                <a:solidFill>
                  <a:schemeClr val="bg1"/>
                </a:solidFill>
              </a:rPr>
              <a:t>, </a:t>
            </a:r>
            <a:r>
              <a:rPr lang="en-US" sz="900" dirty="0" err="1">
                <a:solidFill>
                  <a:schemeClr val="bg1"/>
                </a:solidFill>
              </a:rPr>
              <a:t>esp</a:t>
            </a:r>
            <a:endParaRPr lang="en-US" sz="900" dirty="0">
              <a:solidFill>
                <a:schemeClr val="bg1"/>
              </a:solidFill>
            </a:endParaRPr>
          </a:p>
          <a:p>
            <a:r>
              <a:rPr lang="en-US" sz="900" dirty="0">
                <a:solidFill>
                  <a:schemeClr val="bg1"/>
                </a:solidFill>
              </a:rPr>
              <a:t>  111  101, 001</a:t>
            </a:r>
            <a:endParaRPr lang="en-DE" sz="900" dirty="0">
              <a:solidFill>
                <a:schemeClr val="bg1"/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A658BB8-5B69-4B3E-84F7-16CA0A1A14E2}"/>
              </a:ext>
            </a:extLst>
          </p:cNvPr>
          <p:cNvSpPr txBox="1"/>
          <p:nvPr/>
        </p:nvSpPr>
        <p:spPr>
          <a:xfrm>
            <a:off x="759307" y="3201379"/>
            <a:ext cx="783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Byte 1</a:t>
            </a:r>
            <a:endParaRPr lang="en-DE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2455C65-8F40-4867-AEE2-33ED721B6C36}"/>
              </a:ext>
            </a:extLst>
          </p:cNvPr>
          <p:cNvSpPr txBox="1"/>
          <p:nvPr/>
        </p:nvSpPr>
        <p:spPr>
          <a:xfrm>
            <a:off x="1526696" y="3182489"/>
            <a:ext cx="783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Byte 2</a:t>
            </a:r>
            <a:endParaRPr lang="en-DE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BC8E9E7-3F3F-4452-AA0E-39EDD8FDA774}"/>
              </a:ext>
            </a:extLst>
          </p:cNvPr>
          <p:cNvSpPr txBox="1"/>
          <p:nvPr/>
        </p:nvSpPr>
        <p:spPr>
          <a:xfrm>
            <a:off x="2245586" y="3182489"/>
            <a:ext cx="783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Byte 3</a:t>
            </a:r>
            <a:endParaRPr lang="en-DE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E7536D6-D591-4F77-A8CB-0CF66A249308}"/>
              </a:ext>
            </a:extLst>
          </p:cNvPr>
          <p:cNvSpPr txBox="1"/>
          <p:nvPr/>
        </p:nvSpPr>
        <p:spPr>
          <a:xfrm>
            <a:off x="2981598" y="3166613"/>
            <a:ext cx="783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Byte 4</a:t>
            </a:r>
            <a:endParaRPr lang="en-DE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0644DC4-683B-4994-BF18-59AE6EE28509}"/>
              </a:ext>
            </a:extLst>
          </p:cNvPr>
          <p:cNvSpPr/>
          <p:nvPr/>
        </p:nvSpPr>
        <p:spPr>
          <a:xfrm>
            <a:off x="6122995" y="1758524"/>
            <a:ext cx="1206874" cy="35970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Program Counter</a:t>
            </a:r>
          </a:p>
          <a:p>
            <a:pPr algn="ctr"/>
            <a:r>
              <a:rPr lang="en-US" sz="1100" dirty="0"/>
              <a:t>2</a:t>
            </a:r>
            <a:endParaRPr lang="en-DE" sz="1100" dirty="0"/>
          </a:p>
        </p:txBody>
      </p: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F9E4D36E-3294-412A-A24D-43356401C0ED}"/>
              </a:ext>
            </a:extLst>
          </p:cNvPr>
          <p:cNvCxnSpPr/>
          <p:nvPr/>
        </p:nvCxnSpPr>
        <p:spPr>
          <a:xfrm rot="10800000" flipV="1">
            <a:off x="1151180" y="1183703"/>
            <a:ext cx="5118053" cy="201767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E4C6DEF1-3791-4794-A4DB-8A4AB85D2910}"/>
              </a:ext>
            </a:extLst>
          </p:cNvPr>
          <p:cNvSpPr/>
          <p:nvPr/>
        </p:nvSpPr>
        <p:spPr>
          <a:xfrm>
            <a:off x="5477070" y="732478"/>
            <a:ext cx="864339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dirty="0"/>
              <a:t>Read byte 2</a:t>
            </a:r>
            <a:endParaRPr lang="en-DE" sz="1100" dirty="0"/>
          </a:p>
        </p:txBody>
      </p:sp>
      <p:sp>
        <p:nvSpPr>
          <p:cNvPr id="28" name="Datumsplatzhalter 3">
            <a:extLst>
              <a:ext uri="{FF2B5EF4-FFF2-40B4-BE49-F238E27FC236}">
                <a16:creationId xmlns:a16="http://schemas.microsoft.com/office/drawing/2014/main" id="{AE531FE5-D325-4661-8975-8E3C9866480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75734" y="4767263"/>
            <a:ext cx="655919" cy="273844"/>
          </a:xfrm>
        </p:spPr>
        <p:txBody>
          <a:bodyPr/>
          <a:lstStyle/>
          <a:p>
            <a:pPr defTabSz="685800"/>
            <a:r>
              <a:rPr lang="de-DE" dirty="0"/>
              <a:t>07.06.2022</a:t>
            </a:r>
          </a:p>
        </p:txBody>
      </p:sp>
    </p:spTree>
    <p:extLst>
      <p:ext uri="{BB962C8B-B14F-4D97-AF65-F5344CB8AC3E}">
        <p14:creationId xmlns:p14="http://schemas.microsoft.com/office/powerpoint/2010/main" val="5960157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A4A1FFF-CF92-4430-936D-95E35768C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How</a:t>
            </a:r>
            <a:r>
              <a:rPr lang="de-DE" dirty="0"/>
              <a:t> </a:t>
            </a:r>
            <a:r>
              <a:rPr lang="de-DE" dirty="0" err="1"/>
              <a:t>does</a:t>
            </a:r>
            <a:r>
              <a:rPr lang="de-DE" dirty="0"/>
              <a:t> </a:t>
            </a:r>
            <a:r>
              <a:rPr lang="de-DE" dirty="0" err="1"/>
              <a:t>any</a:t>
            </a:r>
            <a:r>
              <a:rPr lang="de-DE" dirty="0"/>
              <a:t> </a:t>
            </a:r>
            <a:r>
              <a:rPr lang="de-DE" dirty="0" err="1"/>
              <a:t>program</a:t>
            </a:r>
            <a:r>
              <a:rPr lang="de-DE" dirty="0"/>
              <a:t> </a:t>
            </a:r>
            <a:r>
              <a:rPr lang="de-DE" dirty="0" err="1"/>
              <a:t>execute</a:t>
            </a:r>
            <a:br>
              <a:rPr lang="de-DE" dirty="0"/>
            </a:br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FDD7C0D-3639-4435-BF2E-54E74AFA9F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800"/>
            <a:r>
              <a:rPr lang="de-DE" dirty="0"/>
              <a:t>SRH Unternehmen  –  Anil Keshav &amp; Ashish Chouhan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37E79E0-2715-4D89-B222-037FEF3EC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/>
            <a:fld id="{075B144D-941B-4DFC-AF5F-0416193D12EC}" type="slidenum">
              <a:rPr lang="de-DE"/>
              <a:pPr defTabSz="685800"/>
              <a:t>14</a:t>
            </a:fld>
            <a:endParaRPr lang="de-DE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B6AF99B-EDE0-492A-8165-E6125CB22A23}"/>
              </a:ext>
            </a:extLst>
          </p:cNvPr>
          <p:cNvSpPr/>
          <p:nvPr/>
        </p:nvSpPr>
        <p:spPr>
          <a:xfrm>
            <a:off x="6269232" y="726504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CPU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F4D4EBE-3AD1-431F-9EC2-F5B6514E5292}"/>
              </a:ext>
            </a:extLst>
          </p:cNvPr>
          <p:cNvSpPr/>
          <p:nvPr/>
        </p:nvSpPr>
        <p:spPr>
          <a:xfrm>
            <a:off x="772964" y="3552247"/>
            <a:ext cx="6489608" cy="94071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RAM</a:t>
            </a:r>
            <a:endParaRPr lang="en-DE" dirty="0"/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9756A75B-D0F9-4949-ABF6-3CD25C54937A}"/>
              </a:ext>
            </a:extLst>
          </p:cNvPr>
          <p:cNvCxnSpPr>
            <a:cxnSpLocks/>
          </p:cNvCxnSpPr>
          <p:nvPr/>
        </p:nvCxnSpPr>
        <p:spPr>
          <a:xfrm>
            <a:off x="1543050" y="3608490"/>
            <a:ext cx="0" cy="94071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1521C0DD-10A9-4B8E-925B-2093BD57FF03}"/>
              </a:ext>
            </a:extLst>
          </p:cNvPr>
          <p:cNvCxnSpPr>
            <a:cxnSpLocks/>
          </p:cNvCxnSpPr>
          <p:nvPr/>
        </p:nvCxnSpPr>
        <p:spPr>
          <a:xfrm>
            <a:off x="2293844" y="3608490"/>
            <a:ext cx="0" cy="94071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4C4E5D90-DE56-4C98-BB56-4D8FAE28E60F}"/>
              </a:ext>
            </a:extLst>
          </p:cNvPr>
          <p:cNvCxnSpPr>
            <a:cxnSpLocks/>
          </p:cNvCxnSpPr>
          <p:nvPr/>
        </p:nvCxnSpPr>
        <p:spPr>
          <a:xfrm>
            <a:off x="2974041" y="3608490"/>
            <a:ext cx="0" cy="94071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37DCCCA8-C05B-4AF4-ABED-389729FEE69D}"/>
              </a:ext>
            </a:extLst>
          </p:cNvPr>
          <p:cNvCxnSpPr>
            <a:cxnSpLocks/>
          </p:cNvCxnSpPr>
          <p:nvPr/>
        </p:nvCxnSpPr>
        <p:spPr>
          <a:xfrm>
            <a:off x="3570194" y="3608490"/>
            <a:ext cx="0" cy="94071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C93C3B76-0B82-42A9-BB4E-77EC4E20B029}"/>
              </a:ext>
            </a:extLst>
          </p:cNvPr>
          <p:cNvCxnSpPr>
            <a:cxnSpLocks/>
          </p:cNvCxnSpPr>
          <p:nvPr/>
        </p:nvCxnSpPr>
        <p:spPr>
          <a:xfrm>
            <a:off x="4368053" y="3608490"/>
            <a:ext cx="0" cy="94071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73874F5D-D277-40CC-A88E-38AADE79BC49}"/>
              </a:ext>
            </a:extLst>
          </p:cNvPr>
          <p:cNvCxnSpPr>
            <a:cxnSpLocks/>
          </p:cNvCxnSpPr>
          <p:nvPr/>
        </p:nvCxnSpPr>
        <p:spPr>
          <a:xfrm>
            <a:off x="5021356" y="3608490"/>
            <a:ext cx="0" cy="94071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67692605-52C8-45FF-9BDD-5355CC7C2C03}"/>
              </a:ext>
            </a:extLst>
          </p:cNvPr>
          <p:cNvCxnSpPr>
            <a:cxnSpLocks/>
          </p:cNvCxnSpPr>
          <p:nvPr/>
        </p:nvCxnSpPr>
        <p:spPr>
          <a:xfrm>
            <a:off x="5701553" y="3608490"/>
            <a:ext cx="0" cy="94071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76A383B2-2D84-40E9-BC92-9978B10774A9}"/>
              </a:ext>
            </a:extLst>
          </p:cNvPr>
          <p:cNvCxnSpPr>
            <a:cxnSpLocks/>
          </p:cNvCxnSpPr>
          <p:nvPr/>
        </p:nvCxnSpPr>
        <p:spPr>
          <a:xfrm>
            <a:off x="6341409" y="3608490"/>
            <a:ext cx="0" cy="94071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angle 40">
            <a:extLst>
              <a:ext uri="{FF2B5EF4-FFF2-40B4-BE49-F238E27FC236}">
                <a16:creationId xmlns:a16="http://schemas.microsoft.com/office/drawing/2014/main" id="{1AE9A4EC-A93F-4954-94A5-1B8D6924554B}"/>
              </a:ext>
            </a:extLst>
          </p:cNvPr>
          <p:cNvSpPr/>
          <p:nvPr/>
        </p:nvSpPr>
        <p:spPr>
          <a:xfrm>
            <a:off x="772964" y="4022604"/>
            <a:ext cx="753732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DE" sz="1100" dirty="0">
                <a:solidFill>
                  <a:schemeClr val="bg1"/>
                </a:solidFill>
              </a:rPr>
              <a:t> push </a:t>
            </a:r>
            <a:r>
              <a:rPr lang="en-DE" sz="1100" dirty="0" err="1">
                <a:solidFill>
                  <a:schemeClr val="bg1"/>
                </a:solidFill>
              </a:rPr>
              <a:t>ebp</a:t>
            </a:r>
            <a:endParaRPr lang="en-US" sz="1100" dirty="0">
              <a:solidFill>
                <a:schemeClr val="bg1"/>
              </a:solidFill>
            </a:endParaRPr>
          </a:p>
          <a:p>
            <a:r>
              <a:rPr lang="en-US" sz="1100" dirty="0">
                <a:solidFill>
                  <a:schemeClr val="bg1"/>
                </a:solidFill>
              </a:rPr>
              <a:t> 1011 111</a:t>
            </a:r>
            <a:endParaRPr lang="en-DE" sz="1100" dirty="0">
              <a:solidFill>
                <a:schemeClr val="bg1"/>
              </a:solidFill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DC435C99-4288-4DCE-9B9C-8A6986906ED2}"/>
              </a:ext>
            </a:extLst>
          </p:cNvPr>
          <p:cNvSpPr/>
          <p:nvPr/>
        </p:nvSpPr>
        <p:spPr>
          <a:xfrm>
            <a:off x="1458903" y="4053381"/>
            <a:ext cx="86914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  sub </a:t>
            </a:r>
            <a:r>
              <a:rPr lang="en-US" sz="900" dirty="0" err="1">
                <a:solidFill>
                  <a:schemeClr val="bg1"/>
                </a:solidFill>
              </a:rPr>
              <a:t>esp</a:t>
            </a:r>
            <a:r>
              <a:rPr lang="en-US" sz="900" dirty="0">
                <a:solidFill>
                  <a:schemeClr val="bg1"/>
                </a:solidFill>
              </a:rPr>
              <a:t>, 0x20</a:t>
            </a:r>
          </a:p>
          <a:p>
            <a:r>
              <a:rPr lang="en-US" sz="900" dirty="0">
                <a:solidFill>
                  <a:schemeClr val="bg1"/>
                </a:solidFill>
              </a:rPr>
              <a:t>  111  101, 001</a:t>
            </a:r>
            <a:endParaRPr lang="en-DE" sz="900" dirty="0">
              <a:solidFill>
                <a:schemeClr val="bg1"/>
              </a:solidFill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E7C237C8-65A9-4F2B-B979-B28F9C89105B}"/>
              </a:ext>
            </a:extLst>
          </p:cNvPr>
          <p:cNvSpPr/>
          <p:nvPr/>
        </p:nvSpPr>
        <p:spPr>
          <a:xfrm>
            <a:off x="2872385" y="4069494"/>
            <a:ext cx="80983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800" dirty="0">
                <a:solidFill>
                  <a:schemeClr val="bg1"/>
                </a:solidFill>
              </a:rPr>
              <a:t> </a:t>
            </a:r>
            <a:r>
              <a:rPr lang="en-US" sz="800" dirty="0" err="1">
                <a:solidFill>
                  <a:schemeClr val="bg1"/>
                </a:solidFill>
              </a:rPr>
              <a:t>jne</a:t>
            </a:r>
            <a:r>
              <a:rPr lang="en-US" sz="800" dirty="0">
                <a:solidFill>
                  <a:schemeClr val="bg1"/>
                </a:solidFill>
              </a:rPr>
              <a:t> 0x401489</a:t>
            </a:r>
          </a:p>
          <a:p>
            <a:r>
              <a:rPr lang="en-US" sz="800" dirty="0">
                <a:solidFill>
                  <a:schemeClr val="bg1"/>
                </a:solidFill>
              </a:rPr>
              <a:t>  111 0x401489</a:t>
            </a:r>
            <a:endParaRPr lang="en-DE" sz="800" dirty="0">
              <a:solidFill>
                <a:schemeClr val="bg1"/>
              </a:solidFill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443ADDD4-C6CD-4793-B253-48B23B33611D}"/>
              </a:ext>
            </a:extLst>
          </p:cNvPr>
          <p:cNvSpPr/>
          <p:nvPr/>
        </p:nvSpPr>
        <p:spPr>
          <a:xfrm>
            <a:off x="2206892" y="4053381"/>
            <a:ext cx="86113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 mov </a:t>
            </a:r>
            <a:r>
              <a:rPr lang="en-US" sz="900" dirty="0" err="1">
                <a:solidFill>
                  <a:schemeClr val="bg1"/>
                </a:solidFill>
              </a:rPr>
              <a:t>ebp</a:t>
            </a:r>
            <a:r>
              <a:rPr lang="en-US" sz="900" dirty="0">
                <a:solidFill>
                  <a:schemeClr val="bg1"/>
                </a:solidFill>
              </a:rPr>
              <a:t>, </a:t>
            </a:r>
            <a:r>
              <a:rPr lang="en-US" sz="900" dirty="0" err="1">
                <a:solidFill>
                  <a:schemeClr val="bg1"/>
                </a:solidFill>
              </a:rPr>
              <a:t>esp</a:t>
            </a:r>
            <a:endParaRPr lang="en-US" sz="900" dirty="0">
              <a:solidFill>
                <a:schemeClr val="bg1"/>
              </a:solidFill>
            </a:endParaRPr>
          </a:p>
          <a:p>
            <a:r>
              <a:rPr lang="en-US" sz="900" dirty="0">
                <a:solidFill>
                  <a:schemeClr val="bg1"/>
                </a:solidFill>
              </a:rPr>
              <a:t>  111  101, 001</a:t>
            </a:r>
            <a:endParaRPr lang="en-DE" sz="900" dirty="0">
              <a:solidFill>
                <a:schemeClr val="bg1"/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A658BB8-5B69-4B3E-84F7-16CA0A1A14E2}"/>
              </a:ext>
            </a:extLst>
          </p:cNvPr>
          <p:cNvSpPr txBox="1"/>
          <p:nvPr/>
        </p:nvSpPr>
        <p:spPr>
          <a:xfrm>
            <a:off x="759307" y="3201379"/>
            <a:ext cx="783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Byte 1</a:t>
            </a:r>
            <a:endParaRPr lang="en-DE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2455C65-8F40-4867-AEE2-33ED721B6C36}"/>
              </a:ext>
            </a:extLst>
          </p:cNvPr>
          <p:cNvSpPr txBox="1"/>
          <p:nvPr/>
        </p:nvSpPr>
        <p:spPr>
          <a:xfrm>
            <a:off x="1526696" y="3182489"/>
            <a:ext cx="783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Byte 2</a:t>
            </a:r>
            <a:endParaRPr lang="en-DE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BC8E9E7-3F3F-4452-AA0E-39EDD8FDA774}"/>
              </a:ext>
            </a:extLst>
          </p:cNvPr>
          <p:cNvSpPr txBox="1"/>
          <p:nvPr/>
        </p:nvSpPr>
        <p:spPr>
          <a:xfrm>
            <a:off x="2245586" y="3182489"/>
            <a:ext cx="783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Byte 3</a:t>
            </a:r>
            <a:endParaRPr lang="en-DE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E7536D6-D591-4F77-A8CB-0CF66A249308}"/>
              </a:ext>
            </a:extLst>
          </p:cNvPr>
          <p:cNvSpPr txBox="1"/>
          <p:nvPr/>
        </p:nvSpPr>
        <p:spPr>
          <a:xfrm>
            <a:off x="2981598" y="3166613"/>
            <a:ext cx="783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Byte 4</a:t>
            </a:r>
            <a:endParaRPr lang="en-DE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0644DC4-683B-4994-BF18-59AE6EE28509}"/>
              </a:ext>
            </a:extLst>
          </p:cNvPr>
          <p:cNvSpPr/>
          <p:nvPr/>
        </p:nvSpPr>
        <p:spPr>
          <a:xfrm>
            <a:off x="6122995" y="1758524"/>
            <a:ext cx="1206874" cy="35970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Program Counter</a:t>
            </a:r>
          </a:p>
          <a:p>
            <a:pPr algn="ctr"/>
            <a:r>
              <a:rPr lang="en-US" sz="1100" dirty="0"/>
              <a:t>2</a:t>
            </a:r>
            <a:endParaRPr lang="en-DE" sz="1100" dirty="0"/>
          </a:p>
        </p:txBody>
      </p: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F9E4D36E-3294-412A-A24D-43356401C0ED}"/>
              </a:ext>
            </a:extLst>
          </p:cNvPr>
          <p:cNvCxnSpPr>
            <a:cxnSpLocks/>
            <a:endCxn id="46" idx="0"/>
          </p:cNvCxnSpPr>
          <p:nvPr/>
        </p:nvCxnSpPr>
        <p:spPr>
          <a:xfrm rot="10800000" flipV="1">
            <a:off x="1918568" y="1183703"/>
            <a:ext cx="4350666" cy="199878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E4C6DEF1-3791-4794-A4DB-8A4AB85D2910}"/>
              </a:ext>
            </a:extLst>
          </p:cNvPr>
          <p:cNvSpPr/>
          <p:nvPr/>
        </p:nvSpPr>
        <p:spPr>
          <a:xfrm>
            <a:off x="2067199" y="2981437"/>
            <a:ext cx="864339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dirty="0"/>
              <a:t>Read byte 2</a:t>
            </a:r>
            <a:endParaRPr lang="en-DE" sz="1100" dirty="0"/>
          </a:p>
        </p:txBody>
      </p:sp>
      <p:sp>
        <p:nvSpPr>
          <p:cNvPr id="28" name="Datumsplatzhalter 3">
            <a:extLst>
              <a:ext uri="{FF2B5EF4-FFF2-40B4-BE49-F238E27FC236}">
                <a16:creationId xmlns:a16="http://schemas.microsoft.com/office/drawing/2014/main" id="{EC617E02-7B22-4625-A081-4CC8597DA4A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75734" y="4767263"/>
            <a:ext cx="655919" cy="273844"/>
          </a:xfrm>
        </p:spPr>
        <p:txBody>
          <a:bodyPr/>
          <a:lstStyle/>
          <a:p>
            <a:pPr defTabSz="685800"/>
            <a:r>
              <a:rPr lang="de-DE" dirty="0"/>
              <a:t>07.06.2022</a:t>
            </a:r>
          </a:p>
        </p:txBody>
      </p:sp>
    </p:spTree>
    <p:extLst>
      <p:ext uri="{BB962C8B-B14F-4D97-AF65-F5344CB8AC3E}">
        <p14:creationId xmlns:p14="http://schemas.microsoft.com/office/powerpoint/2010/main" val="41529405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A4A1FFF-CF92-4430-936D-95E35768C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How</a:t>
            </a:r>
            <a:r>
              <a:rPr lang="de-DE" dirty="0"/>
              <a:t> </a:t>
            </a:r>
            <a:r>
              <a:rPr lang="de-DE" dirty="0" err="1"/>
              <a:t>does</a:t>
            </a:r>
            <a:r>
              <a:rPr lang="de-DE" dirty="0"/>
              <a:t> </a:t>
            </a:r>
            <a:r>
              <a:rPr lang="de-DE" dirty="0" err="1"/>
              <a:t>any</a:t>
            </a:r>
            <a:r>
              <a:rPr lang="de-DE" dirty="0"/>
              <a:t> </a:t>
            </a:r>
            <a:r>
              <a:rPr lang="de-DE" dirty="0" err="1"/>
              <a:t>program</a:t>
            </a:r>
            <a:r>
              <a:rPr lang="de-DE" dirty="0"/>
              <a:t> </a:t>
            </a:r>
            <a:r>
              <a:rPr lang="de-DE" dirty="0" err="1"/>
              <a:t>execute</a:t>
            </a:r>
            <a:br>
              <a:rPr lang="de-DE" dirty="0"/>
            </a:br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FDD7C0D-3639-4435-BF2E-54E74AFA9F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800"/>
            <a:r>
              <a:rPr lang="de-DE" dirty="0"/>
              <a:t>SRH Unternehmen  –  Anil Keshav &amp; Ashish Chouhan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37E79E0-2715-4D89-B222-037FEF3EC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/>
            <a:fld id="{075B144D-941B-4DFC-AF5F-0416193D12EC}" type="slidenum">
              <a:rPr lang="de-DE"/>
              <a:pPr defTabSz="685800"/>
              <a:t>15</a:t>
            </a:fld>
            <a:endParaRPr lang="de-DE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B6AF99B-EDE0-492A-8165-E6125CB22A23}"/>
              </a:ext>
            </a:extLst>
          </p:cNvPr>
          <p:cNvSpPr/>
          <p:nvPr/>
        </p:nvSpPr>
        <p:spPr>
          <a:xfrm>
            <a:off x="6269232" y="726504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CPU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F4D4EBE-3AD1-431F-9EC2-F5B6514E5292}"/>
              </a:ext>
            </a:extLst>
          </p:cNvPr>
          <p:cNvSpPr/>
          <p:nvPr/>
        </p:nvSpPr>
        <p:spPr>
          <a:xfrm>
            <a:off x="772964" y="3552247"/>
            <a:ext cx="6489608" cy="94071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RAM</a:t>
            </a:r>
            <a:endParaRPr lang="en-DE" dirty="0"/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9756A75B-D0F9-4949-ABF6-3CD25C54937A}"/>
              </a:ext>
            </a:extLst>
          </p:cNvPr>
          <p:cNvCxnSpPr>
            <a:cxnSpLocks/>
          </p:cNvCxnSpPr>
          <p:nvPr/>
        </p:nvCxnSpPr>
        <p:spPr>
          <a:xfrm>
            <a:off x="1543050" y="3608490"/>
            <a:ext cx="0" cy="94071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1521C0DD-10A9-4B8E-925B-2093BD57FF03}"/>
              </a:ext>
            </a:extLst>
          </p:cNvPr>
          <p:cNvCxnSpPr>
            <a:cxnSpLocks/>
          </p:cNvCxnSpPr>
          <p:nvPr/>
        </p:nvCxnSpPr>
        <p:spPr>
          <a:xfrm>
            <a:off x="2293844" y="3608490"/>
            <a:ext cx="0" cy="94071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4C4E5D90-DE56-4C98-BB56-4D8FAE28E60F}"/>
              </a:ext>
            </a:extLst>
          </p:cNvPr>
          <p:cNvCxnSpPr>
            <a:cxnSpLocks/>
          </p:cNvCxnSpPr>
          <p:nvPr/>
        </p:nvCxnSpPr>
        <p:spPr>
          <a:xfrm>
            <a:off x="2974041" y="3608490"/>
            <a:ext cx="0" cy="94071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37DCCCA8-C05B-4AF4-ABED-389729FEE69D}"/>
              </a:ext>
            </a:extLst>
          </p:cNvPr>
          <p:cNvCxnSpPr>
            <a:cxnSpLocks/>
          </p:cNvCxnSpPr>
          <p:nvPr/>
        </p:nvCxnSpPr>
        <p:spPr>
          <a:xfrm>
            <a:off x="3570194" y="3608490"/>
            <a:ext cx="0" cy="94071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C93C3B76-0B82-42A9-BB4E-77EC4E20B029}"/>
              </a:ext>
            </a:extLst>
          </p:cNvPr>
          <p:cNvCxnSpPr>
            <a:cxnSpLocks/>
          </p:cNvCxnSpPr>
          <p:nvPr/>
        </p:nvCxnSpPr>
        <p:spPr>
          <a:xfrm>
            <a:off x="4368053" y="3608490"/>
            <a:ext cx="0" cy="94071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73874F5D-D277-40CC-A88E-38AADE79BC49}"/>
              </a:ext>
            </a:extLst>
          </p:cNvPr>
          <p:cNvCxnSpPr>
            <a:cxnSpLocks/>
          </p:cNvCxnSpPr>
          <p:nvPr/>
        </p:nvCxnSpPr>
        <p:spPr>
          <a:xfrm>
            <a:off x="5021356" y="3608490"/>
            <a:ext cx="0" cy="94071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67692605-52C8-45FF-9BDD-5355CC7C2C03}"/>
              </a:ext>
            </a:extLst>
          </p:cNvPr>
          <p:cNvCxnSpPr>
            <a:cxnSpLocks/>
          </p:cNvCxnSpPr>
          <p:nvPr/>
        </p:nvCxnSpPr>
        <p:spPr>
          <a:xfrm>
            <a:off x="5701553" y="3608490"/>
            <a:ext cx="0" cy="94071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76A383B2-2D84-40E9-BC92-9978B10774A9}"/>
              </a:ext>
            </a:extLst>
          </p:cNvPr>
          <p:cNvCxnSpPr>
            <a:cxnSpLocks/>
          </p:cNvCxnSpPr>
          <p:nvPr/>
        </p:nvCxnSpPr>
        <p:spPr>
          <a:xfrm>
            <a:off x="6341409" y="3608490"/>
            <a:ext cx="0" cy="94071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angle 40">
            <a:extLst>
              <a:ext uri="{FF2B5EF4-FFF2-40B4-BE49-F238E27FC236}">
                <a16:creationId xmlns:a16="http://schemas.microsoft.com/office/drawing/2014/main" id="{1AE9A4EC-A93F-4954-94A5-1B8D6924554B}"/>
              </a:ext>
            </a:extLst>
          </p:cNvPr>
          <p:cNvSpPr/>
          <p:nvPr/>
        </p:nvSpPr>
        <p:spPr>
          <a:xfrm>
            <a:off x="772964" y="4022604"/>
            <a:ext cx="753732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DE" sz="1100" dirty="0">
                <a:solidFill>
                  <a:schemeClr val="bg1"/>
                </a:solidFill>
              </a:rPr>
              <a:t> push </a:t>
            </a:r>
            <a:r>
              <a:rPr lang="en-DE" sz="1100" dirty="0" err="1">
                <a:solidFill>
                  <a:schemeClr val="bg1"/>
                </a:solidFill>
              </a:rPr>
              <a:t>ebp</a:t>
            </a:r>
            <a:endParaRPr lang="en-US" sz="1100" dirty="0">
              <a:solidFill>
                <a:schemeClr val="bg1"/>
              </a:solidFill>
            </a:endParaRPr>
          </a:p>
          <a:p>
            <a:r>
              <a:rPr lang="en-US" sz="1100" dirty="0">
                <a:solidFill>
                  <a:schemeClr val="bg1"/>
                </a:solidFill>
              </a:rPr>
              <a:t> 1011 111</a:t>
            </a:r>
            <a:endParaRPr lang="en-DE" sz="1100" dirty="0">
              <a:solidFill>
                <a:schemeClr val="bg1"/>
              </a:solidFill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DC435C99-4288-4DCE-9B9C-8A6986906ED2}"/>
              </a:ext>
            </a:extLst>
          </p:cNvPr>
          <p:cNvSpPr/>
          <p:nvPr/>
        </p:nvSpPr>
        <p:spPr>
          <a:xfrm>
            <a:off x="1458903" y="4053381"/>
            <a:ext cx="86914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  sub </a:t>
            </a:r>
            <a:r>
              <a:rPr lang="en-US" sz="900" dirty="0" err="1">
                <a:solidFill>
                  <a:schemeClr val="bg1"/>
                </a:solidFill>
              </a:rPr>
              <a:t>esp</a:t>
            </a:r>
            <a:r>
              <a:rPr lang="en-US" sz="900" dirty="0">
                <a:solidFill>
                  <a:schemeClr val="bg1"/>
                </a:solidFill>
              </a:rPr>
              <a:t>, 0x20</a:t>
            </a:r>
          </a:p>
          <a:p>
            <a:r>
              <a:rPr lang="en-US" sz="900" dirty="0">
                <a:solidFill>
                  <a:schemeClr val="bg1"/>
                </a:solidFill>
              </a:rPr>
              <a:t>  111  101, 001</a:t>
            </a:r>
            <a:endParaRPr lang="en-DE" sz="900" dirty="0">
              <a:solidFill>
                <a:schemeClr val="bg1"/>
              </a:solidFill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E7C237C8-65A9-4F2B-B979-B28F9C89105B}"/>
              </a:ext>
            </a:extLst>
          </p:cNvPr>
          <p:cNvSpPr/>
          <p:nvPr/>
        </p:nvSpPr>
        <p:spPr>
          <a:xfrm>
            <a:off x="2872385" y="4069494"/>
            <a:ext cx="80983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800" dirty="0">
                <a:solidFill>
                  <a:schemeClr val="bg1"/>
                </a:solidFill>
              </a:rPr>
              <a:t> </a:t>
            </a:r>
            <a:r>
              <a:rPr lang="en-US" sz="800" dirty="0" err="1">
                <a:solidFill>
                  <a:schemeClr val="bg1"/>
                </a:solidFill>
              </a:rPr>
              <a:t>jne</a:t>
            </a:r>
            <a:r>
              <a:rPr lang="en-US" sz="800" dirty="0">
                <a:solidFill>
                  <a:schemeClr val="bg1"/>
                </a:solidFill>
              </a:rPr>
              <a:t> 0x401489</a:t>
            </a:r>
          </a:p>
          <a:p>
            <a:r>
              <a:rPr lang="en-US" sz="800" dirty="0">
                <a:solidFill>
                  <a:schemeClr val="bg1"/>
                </a:solidFill>
              </a:rPr>
              <a:t>  111 0x401489</a:t>
            </a:r>
            <a:endParaRPr lang="en-DE" sz="800" dirty="0">
              <a:solidFill>
                <a:schemeClr val="bg1"/>
              </a:solidFill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443ADDD4-C6CD-4793-B253-48B23B33611D}"/>
              </a:ext>
            </a:extLst>
          </p:cNvPr>
          <p:cNvSpPr/>
          <p:nvPr/>
        </p:nvSpPr>
        <p:spPr>
          <a:xfrm>
            <a:off x="2206892" y="4053381"/>
            <a:ext cx="86113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 mov </a:t>
            </a:r>
            <a:r>
              <a:rPr lang="en-US" sz="900" dirty="0" err="1">
                <a:solidFill>
                  <a:schemeClr val="bg1"/>
                </a:solidFill>
              </a:rPr>
              <a:t>ebp</a:t>
            </a:r>
            <a:r>
              <a:rPr lang="en-US" sz="900" dirty="0">
                <a:solidFill>
                  <a:schemeClr val="bg1"/>
                </a:solidFill>
              </a:rPr>
              <a:t>, </a:t>
            </a:r>
            <a:r>
              <a:rPr lang="en-US" sz="900" dirty="0" err="1">
                <a:solidFill>
                  <a:schemeClr val="bg1"/>
                </a:solidFill>
              </a:rPr>
              <a:t>esp</a:t>
            </a:r>
            <a:endParaRPr lang="en-US" sz="900" dirty="0">
              <a:solidFill>
                <a:schemeClr val="bg1"/>
              </a:solidFill>
            </a:endParaRPr>
          </a:p>
          <a:p>
            <a:r>
              <a:rPr lang="en-US" sz="900" dirty="0">
                <a:solidFill>
                  <a:schemeClr val="bg1"/>
                </a:solidFill>
              </a:rPr>
              <a:t>  111  101, 001</a:t>
            </a:r>
            <a:endParaRPr lang="en-DE" sz="900" dirty="0">
              <a:solidFill>
                <a:schemeClr val="bg1"/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A658BB8-5B69-4B3E-84F7-16CA0A1A14E2}"/>
              </a:ext>
            </a:extLst>
          </p:cNvPr>
          <p:cNvSpPr txBox="1"/>
          <p:nvPr/>
        </p:nvSpPr>
        <p:spPr>
          <a:xfrm>
            <a:off x="759307" y="3201379"/>
            <a:ext cx="783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Byte 1</a:t>
            </a:r>
            <a:endParaRPr lang="en-DE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2455C65-8F40-4867-AEE2-33ED721B6C36}"/>
              </a:ext>
            </a:extLst>
          </p:cNvPr>
          <p:cNvSpPr txBox="1"/>
          <p:nvPr/>
        </p:nvSpPr>
        <p:spPr>
          <a:xfrm>
            <a:off x="1526696" y="3182489"/>
            <a:ext cx="783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Byte 2</a:t>
            </a:r>
            <a:endParaRPr lang="en-DE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BC8E9E7-3F3F-4452-AA0E-39EDD8FDA774}"/>
              </a:ext>
            </a:extLst>
          </p:cNvPr>
          <p:cNvSpPr txBox="1"/>
          <p:nvPr/>
        </p:nvSpPr>
        <p:spPr>
          <a:xfrm>
            <a:off x="2245586" y="3182489"/>
            <a:ext cx="783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Byte 3</a:t>
            </a:r>
            <a:endParaRPr lang="en-DE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E7536D6-D591-4F77-A8CB-0CF66A249308}"/>
              </a:ext>
            </a:extLst>
          </p:cNvPr>
          <p:cNvSpPr txBox="1"/>
          <p:nvPr/>
        </p:nvSpPr>
        <p:spPr>
          <a:xfrm>
            <a:off x="2981598" y="3166613"/>
            <a:ext cx="783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Byte 4</a:t>
            </a:r>
            <a:endParaRPr lang="en-DE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0644DC4-683B-4994-BF18-59AE6EE28509}"/>
              </a:ext>
            </a:extLst>
          </p:cNvPr>
          <p:cNvSpPr/>
          <p:nvPr/>
        </p:nvSpPr>
        <p:spPr>
          <a:xfrm>
            <a:off x="6122995" y="1758524"/>
            <a:ext cx="1206874" cy="35970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Program Counter</a:t>
            </a:r>
          </a:p>
          <a:p>
            <a:pPr algn="ctr"/>
            <a:r>
              <a:rPr lang="en-US" sz="1100" dirty="0"/>
              <a:t>2</a:t>
            </a:r>
            <a:endParaRPr lang="en-DE" sz="1100" dirty="0"/>
          </a:p>
        </p:txBody>
      </p: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F9E4D36E-3294-412A-A24D-43356401C0ED}"/>
              </a:ext>
            </a:extLst>
          </p:cNvPr>
          <p:cNvCxnSpPr>
            <a:cxnSpLocks/>
            <a:endCxn id="46" idx="0"/>
          </p:cNvCxnSpPr>
          <p:nvPr/>
        </p:nvCxnSpPr>
        <p:spPr>
          <a:xfrm rot="10800000" flipV="1">
            <a:off x="1918568" y="1183703"/>
            <a:ext cx="4350666" cy="199878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B00D6599-3EAC-4FDC-B822-0835D488092C}"/>
              </a:ext>
            </a:extLst>
          </p:cNvPr>
          <p:cNvSpPr/>
          <p:nvPr/>
        </p:nvSpPr>
        <p:spPr>
          <a:xfrm>
            <a:off x="1918567" y="2822815"/>
            <a:ext cx="86914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900" dirty="0"/>
              <a:t>  sub </a:t>
            </a:r>
            <a:r>
              <a:rPr lang="en-US" sz="900" dirty="0" err="1"/>
              <a:t>esp</a:t>
            </a:r>
            <a:r>
              <a:rPr lang="en-US" sz="900" dirty="0"/>
              <a:t>, 0x20</a:t>
            </a:r>
          </a:p>
          <a:p>
            <a:r>
              <a:rPr lang="en-US" sz="900" dirty="0"/>
              <a:t>  111  101, 001</a:t>
            </a:r>
            <a:endParaRPr lang="en-DE" sz="900" dirty="0"/>
          </a:p>
        </p:txBody>
      </p:sp>
      <p:sp>
        <p:nvSpPr>
          <p:cNvPr id="29" name="Datumsplatzhalter 3">
            <a:extLst>
              <a:ext uri="{FF2B5EF4-FFF2-40B4-BE49-F238E27FC236}">
                <a16:creationId xmlns:a16="http://schemas.microsoft.com/office/drawing/2014/main" id="{F16B0A80-68E9-4406-8D58-FDB63DBC9DA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75734" y="4767263"/>
            <a:ext cx="655919" cy="273844"/>
          </a:xfrm>
        </p:spPr>
        <p:txBody>
          <a:bodyPr/>
          <a:lstStyle/>
          <a:p>
            <a:pPr defTabSz="685800"/>
            <a:r>
              <a:rPr lang="de-DE" dirty="0"/>
              <a:t>07.06.2022</a:t>
            </a:r>
          </a:p>
        </p:txBody>
      </p:sp>
    </p:spTree>
    <p:extLst>
      <p:ext uri="{BB962C8B-B14F-4D97-AF65-F5344CB8AC3E}">
        <p14:creationId xmlns:p14="http://schemas.microsoft.com/office/powerpoint/2010/main" val="42073559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A4A1FFF-CF92-4430-936D-95E35768C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How</a:t>
            </a:r>
            <a:r>
              <a:rPr lang="de-DE" dirty="0"/>
              <a:t> </a:t>
            </a:r>
            <a:r>
              <a:rPr lang="de-DE" dirty="0" err="1"/>
              <a:t>does</a:t>
            </a:r>
            <a:r>
              <a:rPr lang="de-DE" dirty="0"/>
              <a:t> </a:t>
            </a:r>
            <a:r>
              <a:rPr lang="de-DE" dirty="0" err="1"/>
              <a:t>any</a:t>
            </a:r>
            <a:r>
              <a:rPr lang="de-DE" dirty="0"/>
              <a:t> </a:t>
            </a:r>
            <a:r>
              <a:rPr lang="de-DE" dirty="0" err="1"/>
              <a:t>program</a:t>
            </a:r>
            <a:r>
              <a:rPr lang="de-DE" dirty="0"/>
              <a:t> </a:t>
            </a:r>
            <a:r>
              <a:rPr lang="de-DE" dirty="0" err="1"/>
              <a:t>execute</a:t>
            </a:r>
            <a:br>
              <a:rPr lang="de-DE" dirty="0"/>
            </a:br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FDD7C0D-3639-4435-BF2E-54E74AFA9F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800"/>
            <a:r>
              <a:rPr lang="de-DE" dirty="0"/>
              <a:t>SRH Unternehmen  –  Anil Keshav &amp; Ashish Chouhan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37E79E0-2715-4D89-B222-037FEF3EC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/>
            <a:fld id="{075B144D-941B-4DFC-AF5F-0416193D12EC}" type="slidenum">
              <a:rPr lang="de-DE"/>
              <a:pPr defTabSz="685800"/>
              <a:t>16</a:t>
            </a:fld>
            <a:endParaRPr lang="de-DE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B6AF99B-EDE0-492A-8165-E6125CB22A23}"/>
              </a:ext>
            </a:extLst>
          </p:cNvPr>
          <p:cNvSpPr/>
          <p:nvPr/>
        </p:nvSpPr>
        <p:spPr>
          <a:xfrm>
            <a:off x="6269232" y="726504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CPU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F4D4EBE-3AD1-431F-9EC2-F5B6514E5292}"/>
              </a:ext>
            </a:extLst>
          </p:cNvPr>
          <p:cNvSpPr/>
          <p:nvPr/>
        </p:nvSpPr>
        <p:spPr>
          <a:xfrm>
            <a:off x="772964" y="3552247"/>
            <a:ext cx="6489608" cy="94071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RAM</a:t>
            </a:r>
            <a:endParaRPr lang="en-DE" dirty="0"/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9756A75B-D0F9-4949-ABF6-3CD25C54937A}"/>
              </a:ext>
            </a:extLst>
          </p:cNvPr>
          <p:cNvCxnSpPr>
            <a:cxnSpLocks/>
          </p:cNvCxnSpPr>
          <p:nvPr/>
        </p:nvCxnSpPr>
        <p:spPr>
          <a:xfrm>
            <a:off x="1543050" y="3608490"/>
            <a:ext cx="0" cy="94071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1521C0DD-10A9-4B8E-925B-2093BD57FF03}"/>
              </a:ext>
            </a:extLst>
          </p:cNvPr>
          <p:cNvCxnSpPr>
            <a:cxnSpLocks/>
          </p:cNvCxnSpPr>
          <p:nvPr/>
        </p:nvCxnSpPr>
        <p:spPr>
          <a:xfrm>
            <a:off x="2293844" y="3608490"/>
            <a:ext cx="0" cy="94071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4C4E5D90-DE56-4C98-BB56-4D8FAE28E60F}"/>
              </a:ext>
            </a:extLst>
          </p:cNvPr>
          <p:cNvCxnSpPr>
            <a:cxnSpLocks/>
          </p:cNvCxnSpPr>
          <p:nvPr/>
        </p:nvCxnSpPr>
        <p:spPr>
          <a:xfrm>
            <a:off x="2974041" y="3608490"/>
            <a:ext cx="0" cy="94071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37DCCCA8-C05B-4AF4-ABED-389729FEE69D}"/>
              </a:ext>
            </a:extLst>
          </p:cNvPr>
          <p:cNvCxnSpPr>
            <a:cxnSpLocks/>
          </p:cNvCxnSpPr>
          <p:nvPr/>
        </p:nvCxnSpPr>
        <p:spPr>
          <a:xfrm>
            <a:off x="3570194" y="3608490"/>
            <a:ext cx="0" cy="94071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C93C3B76-0B82-42A9-BB4E-77EC4E20B029}"/>
              </a:ext>
            </a:extLst>
          </p:cNvPr>
          <p:cNvCxnSpPr>
            <a:cxnSpLocks/>
          </p:cNvCxnSpPr>
          <p:nvPr/>
        </p:nvCxnSpPr>
        <p:spPr>
          <a:xfrm>
            <a:off x="4368053" y="3608490"/>
            <a:ext cx="0" cy="94071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73874F5D-D277-40CC-A88E-38AADE79BC49}"/>
              </a:ext>
            </a:extLst>
          </p:cNvPr>
          <p:cNvCxnSpPr>
            <a:cxnSpLocks/>
          </p:cNvCxnSpPr>
          <p:nvPr/>
        </p:nvCxnSpPr>
        <p:spPr>
          <a:xfrm>
            <a:off x="5021356" y="3608490"/>
            <a:ext cx="0" cy="94071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67692605-52C8-45FF-9BDD-5355CC7C2C03}"/>
              </a:ext>
            </a:extLst>
          </p:cNvPr>
          <p:cNvCxnSpPr>
            <a:cxnSpLocks/>
          </p:cNvCxnSpPr>
          <p:nvPr/>
        </p:nvCxnSpPr>
        <p:spPr>
          <a:xfrm>
            <a:off x="5701553" y="3608490"/>
            <a:ext cx="0" cy="94071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76A383B2-2D84-40E9-BC92-9978B10774A9}"/>
              </a:ext>
            </a:extLst>
          </p:cNvPr>
          <p:cNvCxnSpPr>
            <a:cxnSpLocks/>
          </p:cNvCxnSpPr>
          <p:nvPr/>
        </p:nvCxnSpPr>
        <p:spPr>
          <a:xfrm>
            <a:off x="6341409" y="3608490"/>
            <a:ext cx="0" cy="94071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angle 40">
            <a:extLst>
              <a:ext uri="{FF2B5EF4-FFF2-40B4-BE49-F238E27FC236}">
                <a16:creationId xmlns:a16="http://schemas.microsoft.com/office/drawing/2014/main" id="{1AE9A4EC-A93F-4954-94A5-1B8D6924554B}"/>
              </a:ext>
            </a:extLst>
          </p:cNvPr>
          <p:cNvSpPr/>
          <p:nvPr/>
        </p:nvSpPr>
        <p:spPr>
          <a:xfrm>
            <a:off x="772964" y="4022604"/>
            <a:ext cx="753732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DE" sz="1100" dirty="0">
                <a:solidFill>
                  <a:schemeClr val="bg1"/>
                </a:solidFill>
              </a:rPr>
              <a:t> push </a:t>
            </a:r>
            <a:r>
              <a:rPr lang="en-DE" sz="1100" dirty="0" err="1">
                <a:solidFill>
                  <a:schemeClr val="bg1"/>
                </a:solidFill>
              </a:rPr>
              <a:t>ebp</a:t>
            </a:r>
            <a:endParaRPr lang="en-US" sz="1100" dirty="0">
              <a:solidFill>
                <a:schemeClr val="bg1"/>
              </a:solidFill>
            </a:endParaRPr>
          </a:p>
          <a:p>
            <a:r>
              <a:rPr lang="en-US" sz="1100" dirty="0">
                <a:solidFill>
                  <a:schemeClr val="bg1"/>
                </a:solidFill>
              </a:rPr>
              <a:t> 1011 111</a:t>
            </a:r>
            <a:endParaRPr lang="en-DE" sz="1100" dirty="0">
              <a:solidFill>
                <a:schemeClr val="bg1"/>
              </a:solidFill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DC435C99-4288-4DCE-9B9C-8A6986906ED2}"/>
              </a:ext>
            </a:extLst>
          </p:cNvPr>
          <p:cNvSpPr/>
          <p:nvPr/>
        </p:nvSpPr>
        <p:spPr>
          <a:xfrm>
            <a:off x="1458903" y="4053381"/>
            <a:ext cx="86914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  sub </a:t>
            </a:r>
            <a:r>
              <a:rPr lang="en-US" sz="900" dirty="0" err="1">
                <a:solidFill>
                  <a:schemeClr val="bg1"/>
                </a:solidFill>
              </a:rPr>
              <a:t>esp</a:t>
            </a:r>
            <a:r>
              <a:rPr lang="en-US" sz="900" dirty="0">
                <a:solidFill>
                  <a:schemeClr val="bg1"/>
                </a:solidFill>
              </a:rPr>
              <a:t>, 0x20</a:t>
            </a:r>
          </a:p>
          <a:p>
            <a:r>
              <a:rPr lang="en-US" sz="900" dirty="0">
                <a:solidFill>
                  <a:schemeClr val="bg1"/>
                </a:solidFill>
              </a:rPr>
              <a:t>  111  101, 001</a:t>
            </a:r>
            <a:endParaRPr lang="en-DE" sz="900" dirty="0">
              <a:solidFill>
                <a:schemeClr val="bg1"/>
              </a:solidFill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E7C237C8-65A9-4F2B-B979-B28F9C89105B}"/>
              </a:ext>
            </a:extLst>
          </p:cNvPr>
          <p:cNvSpPr/>
          <p:nvPr/>
        </p:nvSpPr>
        <p:spPr>
          <a:xfrm>
            <a:off x="2872385" y="4069494"/>
            <a:ext cx="80983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800" dirty="0">
                <a:solidFill>
                  <a:schemeClr val="bg1"/>
                </a:solidFill>
              </a:rPr>
              <a:t> </a:t>
            </a:r>
            <a:r>
              <a:rPr lang="en-US" sz="800" dirty="0" err="1">
                <a:solidFill>
                  <a:schemeClr val="bg1"/>
                </a:solidFill>
              </a:rPr>
              <a:t>jne</a:t>
            </a:r>
            <a:r>
              <a:rPr lang="en-US" sz="800" dirty="0">
                <a:solidFill>
                  <a:schemeClr val="bg1"/>
                </a:solidFill>
              </a:rPr>
              <a:t> 0x401489</a:t>
            </a:r>
          </a:p>
          <a:p>
            <a:r>
              <a:rPr lang="en-US" sz="800" dirty="0">
                <a:solidFill>
                  <a:schemeClr val="bg1"/>
                </a:solidFill>
              </a:rPr>
              <a:t>  111 0x401489</a:t>
            </a:r>
            <a:endParaRPr lang="en-DE" sz="800" dirty="0">
              <a:solidFill>
                <a:schemeClr val="bg1"/>
              </a:solidFill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443ADDD4-C6CD-4793-B253-48B23B33611D}"/>
              </a:ext>
            </a:extLst>
          </p:cNvPr>
          <p:cNvSpPr/>
          <p:nvPr/>
        </p:nvSpPr>
        <p:spPr>
          <a:xfrm>
            <a:off x="2206892" y="4053381"/>
            <a:ext cx="86113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 mov </a:t>
            </a:r>
            <a:r>
              <a:rPr lang="en-US" sz="900" dirty="0" err="1">
                <a:solidFill>
                  <a:schemeClr val="bg1"/>
                </a:solidFill>
              </a:rPr>
              <a:t>ebp</a:t>
            </a:r>
            <a:r>
              <a:rPr lang="en-US" sz="900" dirty="0">
                <a:solidFill>
                  <a:schemeClr val="bg1"/>
                </a:solidFill>
              </a:rPr>
              <a:t>, </a:t>
            </a:r>
            <a:r>
              <a:rPr lang="en-US" sz="900" dirty="0" err="1">
                <a:solidFill>
                  <a:schemeClr val="bg1"/>
                </a:solidFill>
              </a:rPr>
              <a:t>esp</a:t>
            </a:r>
            <a:endParaRPr lang="en-US" sz="900" dirty="0">
              <a:solidFill>
                <a:schemeClr val="bg1"/>
              </a:solidFill>
            </a:endParaRPr>
          </a:p>
          <a:p>
            <a:r>
              <a:rPr lang="en-US" sz="900" dirty="0">
                <a:solidFill>
                  <a:schemeClr val="bg1"/>
                </a:solidFill>
              </a:rPr>
              <a:t>  111  101, 001</a:t>
            </a:r>
            <a:endParaRPr lang="en-DE" sz="900" dirty="0">
              <a:solidFill>
                <a:schemeClr val="bg1"/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A658BB8-5B69-4B3E-84F7-16CA0A1A14E2}"/>
              </a:ext>
            </a:extLst>
          </p:cNvPr>
          <p:cNvSpPr txBox="1"/>
          <p:nvPr/>
        </p:nvSpPr>
        <p:spPr>
          <a:xfrm>
            <a:off x="759307" y="3201379"/>
            <a:ext cx="783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Byte 1</a:t>
            </a:r>
            <a:endParaRPr lang="en-DE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2455C65-8F40-4867-AEE2-33ED721B6C36}"/>
              </a:ext>
            </a:extLst>
          </p:cNvPr>
          <p:cNvSpPr txBox="1"/>
          <p:nvPr/>
        </p:nvSpPr>
        <p:spPr>
          <a:xfrm>
            <a:off x="1526696" y="3182489"/>
            <a:ext cx="783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Byte 2</a:t>
            </a:r>
            <a:endParaRPr lang="en-DE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BC8E9E7-3F3F-4452-AA0E-39EDD8FDA774}"/>
              </a:ext>
            </a:extLst>
          </p:cNvPr>
          <p:cNvSpPr txBox="1"/>
          <p:nvPr/>
        </p:nvSpPr>
        <p:spPr>
          <a:xfrm>
            <a:off x="2245586" y="3182489"/>
            <a:ext cx="783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Byte 3</a:t>
            </a:r>
            <a:endParaRPr lang="en-DE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E7536D6-D591-4F77-A8CB-0CF66A249308}"/>
              </a:ext>
            </a:extLst>
          </p:cNvPr>
          <p:cNvSpPr txBox="1"/>
          <p:nvPr/>
        </p:nvSpPr>
        <p:spPr>
          <a:xfrm>
            <a:off x="2981598" y="3166613"/>
            <a:ext cx="783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Byte 4</a:t>
            </a:r>
            <a:endParaRPr lang="en-DE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0644DC4-683B-4994-BF18-59AE6EE28509}"/>
              </a:ext>
            </a:extLst>
          </p:cNvPr>
          <p:cNvSpPr/>
          <p:nvPr/>
        </p:nvSpPr>
        <p:spPr>
          <a:xfrm>
            <a:off x="6122995" y="1758524"/>
            <a:ext cx="1206874" cy="35970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Program Counter</a:t>
            </a:r>
          </a:p>
          <a:p>
            <a:pPr algn="ctr"/>
            <a:r>
              <a:rPr lang="en-US" sz="1100" dirty="0"/>
              <a:t>2</a:t>
            </a:r>
            <a:endParaRPr lang="en-DE" sz="1100" dirty="0"/>
          </a:p>
        </p:txBody>
      </p: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F9E4D36E-3294-412A-A24D-43356401C0ED}"/>
              </a:ext>
            </a:extLst>
          </p:cNvPr>
          <p:cNvCxnSpPr>
            <a:cxnSpLocks/>
            <a:endCxn id="46" idx="0"/>
          </p:cNvCxnSpPr>
          <p:nvPr/>
        </p:nvCxnSpPr>
        <p:spPr>
          <a:xfrm rot="10800000" flipV="1">
            <a:off x="1918568" y="1183703"/>
            <a:ext cx="4350666" cy="199878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B00D6599-3EAC-4FDC-B822-0835D488092C}"/>
              </a:ext>
            </a:extLst>
          </p:cNvPr>
          <p:cNvSpPr/>
          <p:nvPr/>
        </p:nvSpPr>
        <p:spPr>
          <a:xfrm>
            <a:off x="5400082" y="755561"/>
            <a:ext cx="86914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900" dirty="0"/>
              <a:t>  sub </a:t>
            </a:r>
            <a:r>
              <a:rPr lang="en-US" sz="900" dirty="0" err="1"/>
              <a:t>esp</a:t>
            </a:r>
            <a:r>
              <a:rPr lang="en-US" sz="900" dirty="0"/>
              <a:t>, 0x20</a:t>
            </a:r>
          </a:p>
          <a:p>
            <a:r>
              <a:rPr lang="en-US" sz="900" dirty="0"/>
              <a:t>  111  101, 001</a:t>
            </a:r>
            <a:endParaRPr lang="en-DE" sz="900" dirty="0"/>
          </a:p>
        </p:txBody>
      </p:sp>
      <p:sp>
        <p:nvSpPr>
          <p:cNvPr id="30" name="Datumsplatzhalter 3">
            <a:extLst>
              <a:ext uri="{FF2B5EF4-FFF2-40B4-BE49-F238E27FC236}">
                <a16:creationId xmlns:a16="http://schemas.microsoft.com/office/drawing/2014/main" id="{83C7C116-A3AE-40B3-AE9C-B81158E6C8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75734" y="4767263"/>
            <a:ext cx="655919" cy="273844"/>
          </a:xfrm>
        </p:spPr>
        <p:txBody>
          <a:bodyPr/>
          <a:lstStyle/>
          <a:p>
            <a:pPr defTabSz="685800"/>
            <a:r>
              <a:rPr lang="de-DE" dirty="0"/>
              <a:t>07.06.2022</a:t>
            </a:r>
          </a:p>
        </p:txBody>
      </p:sp>
    </p:spTree>
    <p:extLst>
      <p:ext uri="{BB962C8B-B14F-4D97-AF65-F5344CB8AC3E}">
        <p14:creationId xmlns:p14="http://schemas.microsoft.com/office/powerpoint/2010/main" val="19317021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A4A1FFF-CF92-4430-936D-95E35768C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How</a:t>
            </a:r>
            <a:r>
              <a:rPr lang="de-DE" dirty="0"/>
              <a:t> </a:t>
            </a:r>
            <a:r>
              <a:rPr lang="de-DE" dirty="0" err="1"/>
              <a:t>does</a:t>
            </a:r>
            <a:r>
              <a:rPr lang="de-DE" dirty="0"/>
              <a:t> </a:t>
            </a:r>
            <a:r>
              <a:rPr lang="de-DE" dirty="0" err="1"/>
              <a:t>any</a:t>
            </a:r>
            <a:r>
              <a:rPr lang="de-DE" dirty="0"/>
              <a:t> </a:t>
            </a:r>
            <a:r>
              <a:rPr lang="de-DE" dirty="0" err="1"/>
              <a:t>program</a:t>
            </a:r>
            <a:r>
              <a:rPr lang="de-DE" dirty="0"/>
              <a:t> </a:t>
            </a:r>
            <a:r>
              <a:rPr lang="de-DE" dirty="0" err="1"/>
              <a:t>execute</a:t>
            </a:r>
            <a:br>
              <a:rPr lang="de-DE" dirty="0"/>
            </a:br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FDD7C0D-3639-4435-BF2E-54E74AFA9F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800"/>
            <a:r>
              <a:rPr lang="de-DE" dirty="0"/>
              <a:t>SRH Unternehmen  –  Anil Keshav &amp; Ashish Chouhan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37E79E0-2715-4D89-B222-037FEF3EC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/>
            <a:fld id="{075B144D-941B-4DFC-AF5F-0416193D12EC}" type="slidenum">
              <a:rPr lang="de-DE"/>
              <a:pPr defTabSz="685800"/>
              <a:t>17</a:t>
            </a:fld>
            <a:endParaRPr lang="de-DE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6ECDA49-7E04-4B0C-845C-7916ED8F4105}"/>
              </a:ext>
            </a:extLst>
          </p:cNvPr>
          <p:cNvSpPr/>
          <p:nvPr/>
        </p:nvSpPr>
        <p:spPr>
          <a:xfrm>
            <a:off x="6269232" y="726504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CPU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707AF7E-AC06-45B8-B476-DFD1C5EFEF7B}"/>
              </a:ext>
            </a:extLst>
          </p:cNvPr>
          <p:cNvSpPr/>
          <p:nvPr/>
        </p:nvSpPr>
        <p:spPr>
          <a:xfrm>
            <a:off x="772964" y="3552247"/>
            <a:ext cx="6489608" cy="94071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RAM</a:t>
            </a:r>
            <a:endParaRPr lang="en-DE" dirty="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F5943AEB-41B1-489D-8BC7-3805E883AC38}"/>
              </a:ext>
            </a:extLst>
          </p:cNvPr>
          <p:cNvSpPr/>
          <p:nvPr/>
        </p:nvSpPr>
        <p:spPr>
          <a:xfrm>
            <a:off x="772964" y="869309"/>
            <a:ext cx="1257300" cy="6521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HARD DISK</a:t>
            </a:r>
            <a:endParaRPr lang="en-DE" dirty="0"/>
          </a:p>
        </p:txBody>
      </p:sp>
      <p:sp>
        <p:nvSpPr>
          <p:cNvPr id="50" name="Datumsplatzhalter 3">
            <a:extLst>
              <a:ext uri="{FF2B5EF4-FFF2-40B4-BE49-F238E27FC236}">
                <a16:creationId xmlns:a16="http://schemas.microsoft.com/office/drawing/2014/main" id="{3103215E-41F7-41C3-AF31-F30C4439F1E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75734" y="4767263"/>
            <a:ext cx="655919" cy="273844"/>
          </a:xfrm>
        </p:spPr>
        <p:txBody>
          <a:bodyPr/>
          <a:lstStyle/>
          <a:p>
            <a:pPr defTabSz="685800"/>
            <a:r>
              <a:rPr lang="de-DE" dirty="0"/>
              <a:t>07.06.2022</a:t>
            </a:r>
          </a:p>
        </p:txBody>
      </p:sp>
    </p:spTree>
    <p:extLst>
      <p:ext uri="{BB962C8B-B14F-4D97-AF65-F5344CB8AC3E}">
        <p14:creationId xmlns:p14="http://schemas.microsoft.com/office/powerpoint/2010/main" val="1920905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A4A1FFF-CF92-4430-936D-95E35768C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How</a:t>
            </a:r>
            <a:r>
              <a:rPr lang="de-DE" dirty="0"/>
              <a:t> </a:t>
            </a:r>
            <a:r>
              <a:rPr lang="de-DE" dirty="0" err="1"/>
              <a:t>does</a:t>
            </a:r>
            <a:r>
              <a:rPr lang="de-DE" dirty="0"/>
              <a:t> </a:t>
            </a:r>
            <a:r>
              <a:rPr lang="de-DE" dirty="0" err="1"/>
              <a:t>any</a:t>
            </a:r>
            <a:r>
              <a:rPr lang="de-DE" dirty="0"/>
              <a:t> </a:t>
            </a:r>
            <a:r>
              <a:rPr lang="de-DE" dirty="0" err="1"/>
              <a:t>program</a:t>
            </a:r>
            <a:r>
              <a:rPr lang="de-DE" dirty="0"/>
              <a:t> </a:t>
            </a:r>
            <a:r>
              <a:rPr lang="de-DE" dirty="0" err="1"/>
              <a:t>execute</a:t>
            </a:r>
            <a:br>
              <a:rPr lang="de-DE" dirty="0"/>
            </a:br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FDD7C0D-3639-4435-BF2E-54E74AFA9F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800"/>
            <a:r>
              <a:rPr lang="de-DE" dirty="0"/>
              <a:t>SRH Unternehmen  –  Anil Keshav &amp; Ashish Chouhan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37E79E0-2715-4D89-B222-037FEF3EC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/>
            <a:fld id="{075B144D-941B-4DFC-AF5F-0416193D12EC}" type="slidenum">
              <a:rPr lang="de-DE"/>
              <a:pPr defTabSz="685800"/>
              <a:t>18</a:t>
            </a:fld>
            <a:endParaRPr lang="de-DE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6ECDA49-7E04-4B0C-845C-7916ED8F4105}"/>
              </a:ext>
            </a:extLst>
          </p:cNvPr>
          <p:cNvSpPr/>
          <p:nvPr/>
        </p:nvSpPr>
        <p:spPr>
          <a:xfrm>
            <a:off x="6269232" y="726504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CPU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707AF7E-AC06-45B8-B476-DFD1C5EFEF7B}"/>
              </a:ext>
            </a:extLst>
          </p:cNvPr>
          <p:cNvSpPr/>
          <p:nvPr/>
        </p:nvSpPr>
        <p:spPr>
          <a:xfrm>
            <a:off x="772964" y="3552247"/>
            <a:ext cx="6489608" cy="94071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RAM</a:t>
            </a:r>
            <a:endParaRPr lang="en-DE" dirty="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F5943AEB-41B1-489D-8BC7-3805E883AC38}"/>
              </a:ext>
            </a:extLst>
          </p:cNvPr>
          <p:cNvSpPr/>
          <p:nvPr/>
        </p:nvSpPr>
        <p:spPr>
          <a:xfrm>
            <a:off x="772964" y="869309"/>
            <a:ext cx="1257300" cy="6521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HARD DISK</a:t>
            </a:r>
            <a:endParaRPr lang="en-DE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069C397-58D1-4174-93B2-8FE4E262C567}"/>
              </a:ext>
            </a:extLst>
          </p:cNvPr>
          <p:cNvSpPr/>
          <p:nvPr/>
        </p:nvSpPr>
        <p:spPr>
          <a:xfrm>
            <a:off x="6269232" y="2725022"/>
            <a:ext cx="958562" cy="5715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BIOS</a:t>
            </a:r>
            <a:endParaRPr lang="en-DE" dirty="0"/>
          </a:p>
        </p:txBody>
      </p:sp>
      <p:sp>
        <p:nvSpPr>
          <p:cNvPr id="11" name="Datumsplatzhalter 3">
            <a:extLst>
              <a:ext uri="{FF2B5EF4-FFF2-40B4-BE49-F238E27FC236}">
                <a16:creationId xmlns:a16="http://schemas.microsoft.com/office/drawing/2014/main" id="{26D9B666-217F-4A7E-8D5E-31FD00EC7E2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75734" y="4767263"/>
            <a:ext cx="655919" cy="273844"/>
          </a:xfrm>
        </p:spPr>
        <p:txBody>
          <a:bodyPr/>
          <a:lstStyle/>
          <a:p>
            <a:pPr defTabSz="685800"/>
            <a:r>
              <a:rPr lang="de-DE" dirty="0"/>
              <a:t>07.06.2022</a:t>
            </a:r>
          </a:p>
        </p:txBody>
      </p:sp>
    </p:spTree>
    <p:extLst>
      <p:ext uri="{BB962C8B-B14F-4D97-AF65-F5344CB8AC3E}">
        <p14:creationId xmlns:p14="http://schemas.microsoft.com/office/powerpoint/2010/main" val="18635022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A4A1FFF-CF92-4430-936D-95E35768C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How</a:t>
            </a:r>
            <a:r>
              <a:rPr lang="de-DE" dirty="0"/>
              <a:t> </a:t>
            </a:r>
            <a:r>
              <a:rPr lang="de-DE" dirty="0" err="1"/>
              <a:t>does</a:t>
            </a:r>
            <a:r>
              <a:rPr lang="de-DE" dirty="0"/>
              <a:t> </a:t>
            </a:r>
            <a:r>
              <a:rPr lang="de-DE" dirty="0" err="1"/>
              <a:t>any</a:t>
            </a:r>
            <a:r>
              <a:rPr lang="de-DE" dirty="0"/>
              <a:t> </a:t>
            </a:r>
            <a:r>
              <a:rPr lang="de-DE" dirty="0" err="1"/>
              <a:t>program</a:t>
            </a:r>
            <a:r>
              <a:rPr lang="de-DE" dirty="0"/>
              <a:t> </a:t>
            </a:r>
            <a:r>
              <a:rPr lang="de-DE" dirty="0" err="1"/>
              <a:t>execute</a:t>
            </a:r>
            <a:br>
              <a:rPr lang="de-DE" dirty="0"/>
            </a:br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FDD7C0D-3639-4435-BF2E-54E74AFA9F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800"/>
            <a:r>
              <a:rPr lang="de-DE" dirty="0"/>
              <a:t>SRH Unternehmen  –  Anil Keshav &amp; Ashish Chouhan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37E79E0-2715-4D89-B222-037FEF3EC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/>
            <a:fld id="{075B144D-941B-4DFC-AF5F-0416193D12EC}" type="slidenum">
              <a:rPr lang="de-DE"/>
              <a:pPr defTabSz="685800"/>
              <a:t>19</a:t>
            </a:fld>
            <a:endParaRPr lang="de-DE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6ECDA49-7E04-4B0C-845C-7916ED8F4105}"/>
              </a:ext>
            </a:extLst>
          </p:cNvPr>
          <p:cNvSpPr/>
          <p:nvPr/>
        </p:nvSpPr>
        <p:spPr>
          <a:xfrm>
            <a:off x="6269232" y="726504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CPU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707AF7E-AC06-45B8-B476-DFD1C5EFEF7B}"/>
              </a:ext>
            </a:extLst>
          </p:cNvPr>
          <p:cNvSpPr/>
          <p:nvPr/>
        </p:nvSpPr>
        <p:spPr>
          <a:xfrm>
            <a:off x="772964" y="3552247"/>
            <a:ext cx="6489608" cy="94071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RAM</a:t>
            </a:r>
            <a:endParaRPr lang="en-DE" dirty="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F5943AEB-41B1-489D-8BC7-3805E883AC38}"/>
              </a:ext>
            </a:extLst>
          </p:cNvPr>
          <p:cNvSpPr/>
          <p:nvPr/>
        </p:nvSpPr>
        <p:spPr>
          <a:xfrm>
            <a:off x="772964" y="869309"/>
            <a:ext cx="1257300" cy="6521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HARD DISK</a:t>
            </a:r>
            <a:endParaRPr lang="en-DE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8502BD4-A364-410F-B1A4-0691A99C429D}"/>
              </a:ext>
            </a:extLst>
          </p:cNvPr>
          <p:cNvSpPr/>
          <p:nvPr/>
        </p:nvSpPr>
        <p:spPr>
          <a:xfrm>
            <a:off x="759307" y="3576671"/>
            <a:ext cx="1735259" cy="9387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DE" sz="1100" dirty="0">
                <a:solidFill>
                  <a:schemeClr val="bg1"/>
                </a:solidFill>
              </a:rPr>
              <a:t> push </a:t>
            </a:r>
            <a:r>
              <a:rPr lang="en-DE" sz="1100" dirty="0" err="1">
                <a:solidFill>
                  <a:schemeClr val="bg1"/>
                </a:solidFill>
              </a:rPr>
              <a:t>ebp</a:t>
            </a:r>
            <a:endParaRPr lang="en-US" sz="1100" dirty="0">
              <a:solidFill>
                <a:schemeClr val="bg1"/>
              </a:solidFill>
            </a:endParaRPr>
          </a:p>
          <a:p>
            <a:r>
              <a:rPr lang="en-US" sz="1100" dirty="0">
                <a:solidFill>
                  <a:schemeClr val="bg1"/>
                </a:solidFill>
              </a:rPr>
              <a:t> 1011 111 : Boot Sector Read bytes of OS from Hard Disk and Cylinder 0 track 9</a:t>
            </a:r>
            <a:endParaRPr lang="en-DE" sz="1100" dirty="0">
              <a:solidFill>
                <a:schemeClr val="bg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6BA3F91-5DBE-442B-A138-A055F3E0B57E}"/>
              </a:ext>
            </a:extLst>
          </p:cNvPr>
          <p:cNvSpPr txBox="1"/>
          <p:nvPr/>
        </p:nvSpPr>
        <p:spPr>
          <a:xfrm>
            <a:off x="759307" y="3201379"/>
            <a:ext cx="783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Byte 1</a:t>
            </a:r>
            <a:endParaRPr lang="en-DE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F33AC76-9E44-4BE0-B0E0-093D53AAACB5}"/>
              </a:ext>
            </a:extLst>
          </p:cNvPr>
          <p:cNvSpPr/>
          <p:nvPr/>
        </p:nvSpPr>
        <p:spPr>
          <a:xfrm>
            <a:off x="6269232" y="2725022"/>
            <a:ext cx="958562" cy="5715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BIOS</a:t>
            </a:r>
            <a:endParaRPr lang="en-DE" dirty="0"/>
          </a:p>
        </p:txBody>
      </p:sp>
      <p:sp>
        <p:nvSpPr>
          <p:cNvPr id="13" name="Datumsplatzhalter 3">
            <a:extLst>
              <a:ext uri="{FF2B5EF4-FFF2-40B4-BE49-F238E27FC236}">
                <a16:creationId xmlns:a16="http://schemas.microsoft.com/office/drawing/2014/main" id="{D21BDC1E-AE8E-4278-9B27-EE958D57F1F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75734" y="4767263"/>
            <a:ext cx="655919" cy="273844"/>
          </a:xfrm>
        </p:spPr>
        <p:txBody>
          <a:bodyPr/>
          <a:lstStyle/>
          <a:p>
            <a:pPr defTabSz="685800"/>
            <a:r>
              <a:rPr lang="de-DE" dirty="0"/>
              <a:t>07.06.2022</a:t>
            </a:r>
          </a:p>
        </p:txBody>
      </p:sp>
    </p:spTree>
    <p:extLst>
      <p:ext uri="{BB962C8B-B14F-4D97-AF65-F5344CB8AC3E}">
        <p14:creationId xmlns:p14="http://schemas.microsoft.com/office/powerpoint/2010/main" val="28800690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A4A1FFF-CF92-4430-936D-95E35768C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How</a:t>
            </a:r>
            <a:r>
              <a:rPr lang="de-DE" dirty="0"/>
              <a:t> </a:t>
            </a:r>
            <a:r>
              <a:rPr lang="de-DE" dirty="0" err="1"/>
              <a:t>does</a:t>
            </a:r>
            <a:r>
              <a:rPr lang="de-DE" dirty="0"/>
              <a:t> </a:t>
            </a:r>
            <a:r>
              <a:rPr lang="de-DE" dirty="0" err="1"/>
              <a:t>any</a:t>
            </a:r>
            <a:r>
              <a:rPr lang="de-DE" dirty="0"/>
              <a:t> </a:t>
            </a:r>
            <a:r>
              <a:rPr lang="de-DE" dirty="0" err="1"/>
              <a:t>program</a:t>
            </a:r>
            <a:r>
              <a:rPr lang="de-DE" dirty="0"/>
              <a:t> </a:t>
            </a:r>
            <a:r>
              <a:rPr lang="de-DE" dirty="0" err="1"/>
              <a:t>execute</a:t>
            </a:r>
            <a:br>
              <a:rPr lang="de-DE" dirty="0"/>
            </a:br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FDD7C0D-3639-4435-BF2E-54E74AFA9F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800"/>
            <a:r>
              <a:rPr lang="de-DE" dirty="0"/>
              <a:t>SRH Unternehmen  –  Anil Keshav &amp; Ashish Chouhan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37E79E0-2715-4D89-B222-037FEF3EC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/>
            <a:fld id="{075B144D-941B-4DFC-AF5F-0416193D12EC}" type="slidenum">
              <a:rPr lang="de-DE"/>
              <a:pPr defTabSz="685800"/>
              <a:t>20</a:t>
            </a:fld>
            <a:endParaRPr lang="de-DE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6ECDA49-7E04-4B0C-845C-7916ED8F4105}"/>
              </a:ext>
            </a:extLst>
          </p:cNvPr>
          <p:cNvSpPr/>
          <p:nvPr/>
        </p:nvSpPr>
        <p:spPr>
          <a:xfrm>
            <a:off x="6269232" y="726504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CPU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707AF7E-AC06-45B8-B476-DFD1C5EFEF7B}"/>
              </a:ext>
            </a:extLst>
          </p:cNvPr>
          <p:cNvSpPr/>
          <p:nvPr/>
        </p:nvSpPr>
        <p:spPr>
          <a:xfrm>
            <a:off x="772964" y="3552247"/>
            <a:ext cx="6489608" cy="94071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RAM</a:t>
            </a:r>
            <a:endParaRPr lang="en-DE" dirty="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F5943AEB-41B1-489D-8BC7-3805E883AC38}"/>
              </a:ext>
            </a:extLst>
          </p:cNvPr>
          <p:cNvSpPr/>
          <p:nvPr/>
        </p:nvSpPr>
        <p:spPr>
          <a:xfrm>
            <a:off x="772964" y="869309"/>
            <a:ext cx="1257300" cy="6521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HARD DISK</a:t>
            </a:r>
            <a:endParaRPr lang="en-DE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8502BD4-A364-410F-B1A4-0691A99C429D}"/>
              </a:ext>
            </a:extLst>
          </p:cNvPr>
          <p:cNvSpPr/>
          <p:nvPr/>
        </p:nvSpPr>
        <p:spPr>
          <a:xfrm>
            <a:off x="759307" y="3576671"/>
            <a:ext cx="1735259" cy="9387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DE" sz="1100" dirty="0">
                <a:solidFill>
                  <a:schemeClr val="bg1"/>
                </a:solidFill>
              </a:rPr>
              <a:t> push </a:t>
            </a:r>
            <a:r>
              <a:rPr lang="en-DE" sz="1100" dirty="0" err="1">
                <a:solidFill>
                  <a:schemeClr val="bg1"/>
                </a:solidFill>
              </a:rPr>
              <a:t>ebp</a:t>
            </a:r>
            <a:endParaRPr lang="en-US" sz="1100" dirty="0">
              <a:solidFill>
                <a:schemeClr val="bg1"/>
              </a:solidFill>
            </a:endParaRPr>
          </a:p>
          <a:p>
            <a:r>
              <a:rPr lang="en-US" sz="1100" dirty="0">
                <a:solidFill>
                  <a:schemeClr val="bg1"/>
                </a:solidFill>
              </a:rPr>
              <a:t> 1011 111 : Boot Sector Read bytes of OS from Hard Disk and Cylinder 0 track 9</a:t>
            </a:r>
            <a:endParaRPr lang="en-DE" sz="1100" dirty="0">
              <a:solidFill>
                <a:schemeClr val="bg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6BA3F91-5DBE-442B-A138-A055F3E0B57E}"/>
              </a:ext>
            </a:extLst>
          </p:cNvPr>
          <p:cNvSpPr txBox="1"/>
          <p:nvPr/>
        </p:nvSpPr>
        <p:spPr>
          <a:xfrm>
            <a:off x="759307" y="3201379"/>
            <a:ext cx="783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Byte 1</a:t>
            </a:r>
            <a:endParaRPr lang="en-DE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2EA8CBC-9CA6-475F-A8F6-2FF6DD608953}"/>
              </a:ext>
            </a:extLst>
          </p:cNvPr>
          <p:cNvSpPr/>
          <p:nvPr/>
        </p:nvSpPr>
        <p:spPr>
          <a:xfrm>
            <a:off x="6269232" y="2725022"/>
            <a:ext cx="958562" cy="5715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BIOS</a:t>
            </a:r>
            <a:endParaRPr lang="en-DE" dirty="0"/>
          </a:p>
        </p:txBody>
      </p:sp>
      <p:pic>
        <p:nvPicPr>
          <p:cNvPr id="13" name="Graphic 12" descr="Close">
            <a:extLst>
              <a:ext uri="{FF2B5EF4-FFF2-40B4-BE49-F238E27FC236}">
                <a16:creationId xmlns:a16="http://schemas.microsoft.com/office/drawing/2014/main" id="{7C7A3138-7919-49E8-883D-45D8B87DA0D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9757" y="2781159"/>
            <a:ext cx="2023714" cy="2023714"/>
          </a:xfrm>
          <a:prstGeom prst="rect">
            <a:avLst/>
          </a:prstGeom>
        </p:spPr>
      </p:pic>
      <p:sp>
        <p:nvSpPr>
          <p:cNvPr id="14" name="Datumsplatzhalter 3">
            <a:extLst>
              <a:ext uri="{FF2B5EF4-FFF2-40B4-BE49-F238E27FC236}">
                <a16:creationId xmlns:a16="http://schemas.microsoft.com/office/drawing/2014/main" id="{D44F7886-B107-4862-BD52-5E8A9A9029D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75734" y="4767263"/>
            <a:ext cx="655919" cy="273844"/>
          </a:xfrm>
        </p:spPr>
        <p:txBody>
          <a:bodyPr/>
          <a:lstStyle/>
          <a:p>
            <a:pPr defTabSz="685800"/>
            <a:r>
              <a:rPr lang="de-DE" dirty="0"/>
              <a:t>07.06.2022</a:t>
            </a:r>
          </a:p>
        </p:txBody>
      </p:sp>
    </p:spTree>
    <p:extLst>
      <p:ext uri="{BB962C8B-B14F-4D97-AF65-F5344CB8AC3E}">
        <p14:creationId xmlns:p14="http://schemas.microsoft.com/office/powerpoint/2010/main" val="2270903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A4A1FFF-CF92-4430-936D-95E35768C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How</a:t>
            </a:r>
            <a:r>
              <a:rPr lang="de-DE" dirty="0"/>
              <a:t> </a:t>
            </a:r>
            <a:r>
              <a:rPr lang="de-DE" dirty="0" err="1"/>
              <a:t>does</a:t>
            </a:r>
            <a:r>
              <a:rPr lang="de-DE" dirty="0"/>
              <a:t> </a:t>
            </a:r>
            <a:r>
              <a:rPr lang="de-DE" dirty="0" err="1"/>
              <a:t>any</a:t>
            </a:r>
            <a:r>
              <a:rPr lang="de-DE" dirty="0"/>
              <a:t> </a:t>
            </a:r>
            <a:r>
              <a:rPr lang="de-DE" dirty="0" err="1"/>
              <a:t>program</a:t>
            </a:r>
            <a:r>
              <a:rPr lang="de-DE" dirty="0"/>
              <a:t> </a:t>
            </a:r>
            <a:r>
              <a:rPr lang="de-DE" dirty="0" err="1"/>
              <a:t>execute</a:t>
            </a:r>
            <a:br>
              <a:rPr lang="de-DE" dirty="0"/>
            </a:br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FDD7C0D-3639-4435-BF2E-54E74AFA9F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800"/>
            <a:r>
              <a:rPr lang="de-DE" dirty="0"/>
              <a:t>SRH Unternehmen  –  Anil Keshav &amp; Ashish Chouhan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37E79E0-2715-4D89-B222-037FEF3EC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/>
            <a:fld id="{075B144D-941B-4DFC-AF5F-0416193D12EC}" type="slidenum">
              <a:rPr lang="de-DE"/>
              <a:pPr defTabSz="685800"/>
              <a:t>21</a:t>
            </a:fld>
            <a:endParaRPr lang="de-DE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6ECDA49-7E04-4B0C-845C-7916ED8F4105}"/>
              </a:ext>
            </a:extLst>
          </p:cNvPr>
          <p:cNvSpPr/>
          <p:nvPr/>
        </p:nvSpPr>
        <p:spPr>
          <a:xfrm>
            <a:off x="6269232" y="726504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CPU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707AF7E-AC06-45B8-B476-DFD1C5EFEF7B}"/>
              </a:ext>
            </a:extLst>
          </p:cNvPr>
          <p:cNvSpPr/>
          <p:nvPr/>
        </p:nvSpPr>
        <p:spPr>
          <a:xfrm>
            <a:off x="772964" y="3552247"/>
            <a:ext cx="6489608" cy="94071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RAM</a:t>
            </a:r>
            <a:endParaRPr lang="en-DE" dirty="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F5943AEB-41B1-489D-8BC7-3805E883AC38}"/>
              </a:ext>
            </a:extLst>
          </p:cNvPr>
          <p:cNvSpPr/>
          <p:nvPr/>
        </p:nvSpPr>
        <p:spPr>
          <a:xfrm>
            <a:off x="772964" y="869309"/>
            <a:ext cx="1257300" cy="6521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HARD DISK</a:t>
            </a:r>
            <a:endParaRPr lang="en-DE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6BA3F91-5DBE-442B-A138-A055F3E0B57E}"/>
              </a:ext>
            </a:extLst>
          </p:cNvPr>
          <p:cNvSpPr txBox="1"/>
          <p:nvPr/>
        </p:nvSpPr>
        <p:spPr>
          <a:xfrm>
            <a:off x="2386853" y="3146426"/>
            <a:ext cx="9585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Byte 75</a:t>
            </a:r>
            <a:endParaRPr lang="en-DE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2EA8CBC-9CA6-475F-A8F6-2FF6DD608953}"/>
              </a:ext>
            </a:extLst>
          </p:cNvPr>
          <p:cNvSpPr/>
          <p:nvPr/>
        </p:nvSpPr>
        <p:spPr>
          <a:xfrm>
            <a:off x="6269232" y="2725022"/>
            <a:ext cx="958562" cy="5715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BIOS</a:t>
            </a:r>
            <a:endParaRPr lang="en-DE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FB0ABF0-7E2E-4908-BF26-AC0D7AF191D8}"/>
              </a:ext>
            </a:extLst>
          </p:cNvPr>
          <p:cNvSpPr/>
          <p:nvPr/>
        </p:nvSpPr>
        <p:spPr>
          <a:xfrm>
            <a:off x="759307" y="3576671"/>
            <a:ext cx="1735259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</a:rPr>
              <a:t>Interrupt Vector table </a:t>
            </a:r>
            <a:endParaRPr lang="en-DE" sz="1100" dirty="0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4283287-6B84-4125-87FE-915B8C8D2022}"/>
              </a:ext>
            </a:extLst>
          </p:cNvPr>
          <p:cNvSpPr txBox="1"/>
          <p:nvPr/>
        </p:nvSpPr>
        <p:spPr>
          <a:xfrm>
            <a:off x="759307" y="3146426"/>
            <a:ext cx="14191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Some Bytes</a:t>
            </a:r>
            <a:endParaRPr lang="en-DE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C7F0991-86E7-4F2B-90CD-1ACFBD4D625A}"/>
              </a:ext>
            </a:extLst>
          </p:cNvPr>
          <p:cNvSpPr txBox="1"/>
          <p:nvPr/>
        </p:nvSpPr>
        <p:spPr>
          <a:xfrm>
            <a:off x="2386853" y="3583608"/>
            <a:ext cx="1163030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900" dirty="0">
                <a:solidFill>
                  <a:schemeClr val="bg1"/>
                </a:solidFill>
              </a:rPr>
              <a:t> push </a:t>
            </a:r>
            <a:r>
              <a:rPr lang="en-DE" sz="900" dirty="0" err="1">
                <a:solidFill>
                  <a:schemeClr val="bg1"/>
                </a:solidFill>
              </a:rPr>
              <a:t>ebp</a:t>
            </a:r>
            <a:endParaRPr lang="en-US" sz="900" dirty="0">
              <a:solidFill>
                <a:schemeClr val="bg1"/>
              </a:solidFill>
            </a:endParaRPr>
          </a:p>
          <a:p>
            <a:r>
              <a:rPr lang="en-US" sz="900" dirty="0">
                <a:solidFill>
                  <a:schemeClr val="bg1"/>
                </a:solidFill>
              </a:rPr>
              <a:t> 1011 111 : Boot Sector Read bytes of OS from Hard Disk and Cylinder 0 track 9</a:t>
            </a:r>
            <a:endParaRPr lang="en-DE" sz="900" dirty="0">
              <a:solidFill>
                <a:schemeClr val="bg1"/>
              </a:solidFill>
            </a:endParaRPr>
          </a:p>
          <a:p>
            <a:endParaRPr lang="en-DE" sz="900" dirty="0"/>
          </a:p>
        </p:txBody>
      </p:sp>
      <p:sp>
        <p:nvSpPr>
          <p:cNvPr id="17" name="Datumsplatzhalter 3">
            <a:extLst>
              <a:ext uri="{FF2B5EF4-FFF2-40B4-BE49-F238E27FC236}">
                <a16:creationId xmlns:a16="http://schemas.microsoft.com/office/drawing/2014/main" id="{544B6971-34F4-47C3-ACCA-309F5D438A5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75734" y="4767263"/>
            <a:ext cx="655919" cy="273844"/>
          </a:xfrm>
        </p:spPr>
        <p:txBody>
          <a:bodyPr/>
          <a:lstStyle/>
          <a:p>
            <a:pPr defTabSz="685800"/>
            <a:r>
              <a:rPr lang="de-DE" dirty="0"/>
              <a:t>07.06.2022</a:t>
            </a:r>
          </a:p>
        </p:txBody>
      </p:sp>
    </p:spTree>
    <p:extLst>
      <p:ext uri="{BB962C8B-B14F-4D97-AF65-F5344CB8AC3E}">
        <p14:creationId xmlns:p14="http://schemas.microsoft.com/office/powerpoint/2010/main" val="21568970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A4A1FFF-CF92-4430-936D-95E35768C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How</a:t>
            </a:r>
            <a:r>
              <a:rPr lang="de-DE" dirty="0"/>
              <a:t> </a:t>
            </a:r>
            <a:r>
              <a:rPr lang="de-DE" dirty="0" err="1"/>
              <a:t>does</a:t>
            </a:r>
            <a:r>
              <a:rPr lang="de-DE" dirty="0"/>
              <a:t> </a:t>
            </a:r>
            <a:r>
              <a:rPr lang="de-DE" dirty="0" err="1"/>
              <a:t>any</a:t>
            </a:r>
            <a:r>
              <a:rPr lang="de-DE" dirty="0"/>
              <a:t> </a:t>
            </a:r>
            <a:r>
              <a:rPr lang="de-DE" dirty="0" err="1"/>
              <a:t>program</a:t>
            </a:r>
            <a:r>
              <a:rPr lang="de-DE" dirty="0"/>
              <a:t> </a:t>
            </a:r>
            <a:r>
              <a:rPr lang="de-DE" dirty="0" err="1"/>
              <a:t>execute</a:t>
            </a:r>
            <a:br>
              <a:rPr lang="de-DE" dirty="0"/>
            </a:br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FDD7C0D-3639-4435-BF2E-54E74AFA9F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800"/>
            <a:r>
              <a:rPr lang="de-DE" dirty="0"/>
              <a:t>SRH Unternehmen  –  Anil Keshav &amp; Ashish Chouhan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37E79E0-2715-4D89-B222-037FEF3EC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/>
            <a:fld id="{075B144D-941B-4DFC-AF5F-0416193D12EC}" type="slidenum">
              <a:rPr lang="de-DE"/>
              <a:pPr defTabSz="685800"/>
              <a:t>22</a:t>
            </a:fld>
            <a:endParaRPr lang="de-DE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6ECDA49-7E04-4B0C-845C-7916ED8F4105}"/>
              </a:ext>
            </a:extLst>
          </p:cNvPr>
          <p:cNvSpPr/>
          <p:nvPr/>
        </p:nvSpPr>
        <p:spPr>
          <a:xfrm>
            <a:off x="6269232" y="726504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CPU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707AF7E-AC06-45B8-B476-DFD1C5EFEF7B}"/>
              </a:ext>
            </a:extLst>
          </p:cNvPr>
          <p:cNvSpPr/>
          <p:nvPr/>
        </p:nvSpPr>
        <p:spPr>
          <a:xfrm>
            <a:off x="772964" y="3552247"/>
            <a:ext cx="6489608" cy="94071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RAM</a:t>
            </a:r>
            <a:endParaRPr lang="en-DE" dirty="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F5943AEB-41B1-489D-8BC7-3805E883AC38}"/>
              </a:ext>
            </a:extLst>
          </p:cNvPr>
          <p:cNvSpPr/>
          <p:nvPr/>
        </p:nvSpPr>
        <p:spPr>
          <a:xfrm>
            <a:off x="772964" y="869309"/>
            <a:ext cx="1257300" cy="6521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HARD DISK</a:t>
            </a:r>
            <a:endParaRPr lang="en-DE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6BA3F91-5DBE-442B-A138-A055F3E0B57E}"/>
              </a:ext>
            </a:extLst>
          </p:cNvPr>
          <p:cNvSpPr txBox="1"/>
          <p:nvPr/>
        </p:nvSpPr>
        <p:spPr>
          <a:xfrm>
            <a:off x="2386853" y="3146426"/>
            <a:ext cx="9585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Byte 75</a:t>
            </a:r>
            <a:endParaRPr lang="en-DE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2EA8CBC-9CA6-475F-A8F6-2FF6DD608953}"/>
              </a:ext>
            </a:extLst>
          </p:cNvPr>
          <p:cNvSpPr/>
          <p:nvPr/>
        </p:nvSpPr>
        <p:spPr>
          <a:xfrm>
            <a:off x="6269232" y="2725022"/>
            <a:ext cx="958562" cy="5715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BIOS</a:t>
            </a:r>
            <a:endParaRPr lang="en-DE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FB0ABF0-7E2E-4908-BF26-AC0D7AF191D8}"/>
              </a:ext>
            </a:extLst>
          </p:cNvPr>
          <p:cNvSpPr/>
          <p:nvPr/>
        </p:nvSpPr>
        <p:spPr>
          <a:xfrm>
            <a:off x="759307" y="3576671"/>
            <a:ext cx="1735259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</a:rPr>
              <a:t>Interrupt Vector table </a:t>
            </a:r>
            <a:endParaRPr lang="en-DE" sz="1100" dirty="0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4283287-6B84-4125-87FE-915B8C8D2022}"/>
              </a:ext>
            </a:extLst>
          </p:cNvPr>
          <p:cNvSpPr txBox="1"/>
          <p:nvPr/>
        </p:nvSpPr>
        <p:spPr>
          <a:xfrm>
            <a:off x="759307" y="3146426"/>
            <a:ext cx="14191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Some Bytes</a:t>
            </a:r>
            <a:endParaRPr lang="en-DE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C7F0991-86E7-4F2B-90CD-1ACFBD4D625A}"/>
              </a:ext>
            </a:extLst>
          </p:cNvPr>
          <p:cNvSpPr txBox="1"/>
          <p:nvPr/>
        </p:nvSpPr>
        <p:spPr>
          <a:xfrm>
            <a:off x="2386853" y="3583608"/>
            <a:ext cx="1163030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900" dirty="0">
                <a:solidFill>
                  <a:schemeClr val="bg1"/>
                </a:solidFill>
              </a:rPr>
              <a:t> push </a:t>
            </a:r>
            <a:r>
              <a:rPr lang="en-DE" sz="900" dirty="0" err="1">
                <a:solidFill>
                  <a:schemeClr val="bg1"/>
                </a:solidFill>
              </a:rPr>
              <a:t>ebp</a:t>
            </a:r>
            <a:endParaRPr lang="en-US" sz="900" dirty="0">
              <a:solidFill>
                <a:schemeClr val="bg1"/>
              </a:solidFill>
            </a:endParaRPr>
          </a:p>
          <a:p>
            <a:r>
              <a:rPr lang="en-US" sz="900" dirty="0">
                <a:solidFill>
                  <a:schemeClr val="bg1"/>
                </a:solidFill>
              </a:rPr>
              <a:t> 1011 111 : Boot Sector Read bytes of OS from Hard Disk and Cylinder 0 track 9</a:t>
            </a:r>
            <a:endParaRPr lang="en-DE" sz="900" dirty="0">
              <a:solidFill>
                <a:schemeClr val="bg1"/>
              </a:solidFill>
            </a:endParaRPr>
          </a:p>
          <a:p>
            <a:endParaRPr lang="en-DE" sz="9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E721F44-1A28-42A5-98C0-5539141C3A55}"/>
              </a:ext>
            </a:extLst>
          </p:cNvPr>
          <p:cNvSpPr txBox="1"/>
          <p:nvPr/>
        </p:nvSpPr>
        <p:spPr>
          <a:xfrm>
            <a:off x="3217209" y="3246541"/>
            <a:ext cx="142875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Make program counter 75</a:t>
            </a:r>
            <a:endParaRPr lang="en-DE" sz="9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12AD138-662E-43C8-B50D-79E4FA6BF10C}"/>
              </a:ext>
            </a:extLst>
          </p:cNvPr>
          <p:cNvSpPr/>
          <p:nvPr/>
        </p:nvSpPr>
        <p:spPr>
          <a:xfrm>
            <a:off x="6247151" y="1715778"/>
            <a:ext cx="958562" cy="38240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Program counter</a:t>
            </a:r>
            <a:endParaRPr lang="en-DE" sz="900" dirty="0"/>
          </a:p>
        </p:txBody>
      </p:sp>
      <p:sp>
        <p:nvSpPr>
          <p:cNvPr id="19" name="Datumsplatzhalter 3">
            <a:extLst>
              <a:ext uri="{FF2B5EF4-FFF2-40B4-BE49-F238E27FC236}">
                <a16:creationId xmlns:a16="http://schemas.microsoft.com/office/drawing/2014/main" id="{CA02ADF4-AEEB-4574-918F-71591B89D15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75734" y="4767263"/>
            <a:ext cx="655919" cy="273844"/>
          </a:xfrm>
        </p:spPr>
        <p:txBody>
          <a:bodyPr/>
          <a:lstStyle/>
          <a:p>
            <a:pPr defTabSz="685800"/>
            <a:r>
              <a:rPr lang="de-DE" dirty="0"/>
              <a:t>07.06.2022</a:t>
            </a:r>
          </a:p>
        </p:txBody>
      </p:sp>
    </p:spTree>
    <p:extLst>
      <p:ext uri="{BB962C8B-B14F-4D97-AF65-F5344CB8AC3E}">
        <p14:creationId xmlns:p14="http://schemas.microsoft.com/office/powerpoint/2010/main" val="27216806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A4A1FFF-CF92-4430-936D-95E35768C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How</a:t>
            </a:r>
            <a:r>
              <a:rPr lang="de-DE" dirty="0"/>
              <a:t> </a:t>
            </a:r>
            <a:r>
              <a:rPr lang="de-DE" dirty="0" err="1"/>
              <a:t>does</a:t>
            </a:r>
            <a:r>
              <a:rPr lang="de-DE" dirty="0"/>
              <a:t> </a:t>
            </a:r>
            <a:r>
              <a:rPr lang="de-DE" dirty="0" err="1"/>
              <a:t>any</a:t>
            </a:r>
            <a:r>
              <a:rPr lang="de-DE" dirty="0"/>
              <a:t> </a:t>
            </a:r>
            <a:r>
              <a:rPr lang="de-DE" dirty="0" err="1"/>
              <a:t>program</a:t>
            </a:r>
            <a:r>
              <a:rPr lang="de-DE" dirty="0"/>
              <a:t> </a:t>
            </a:r>
            <a:r>
              <a:rPr lang="de-DE" dirty="0" err="1"/>
              <a:t>execute</a:t>
            </a:r>
            <a:br>
              <a:rPr lang="de-DE" dirty="0"/>
            </a:br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FDD7C0D-3639-4435-BF2E-54E74AFA9F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800"/>
            <a:r>
              <a:rPr lang="de-DE" dirty="0"/>
              <a:t>SRH Unternehmen  –  Anil Keshav &amp; Ashish Chouhan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37E79E0-2715-4D89-B222-037FEF3EC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/>
            <a:fld id="{075B144D-941B-4DFC-AF5F-0416193D12EC}" type="slidenum">
              <a:rPr lang="de-DE"/>
              <a:pPr defTabSz="685800"/>
              <a:t>23</a:t>
            </a:fld>
            <a:endParaRPr lang="de-DE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6ECDA49-7E04-4B0C-845C-7916ED8F4105}"/>
              </a:ext>
            </a:extLst>
          </p:cNvPr>
          <p:cNvSpPr/>
          <p:nvPr/>
        </p:nvSpPr>
        <p:spPr>
          <a:xfrm>
            <a:off x="6269232" y="726504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CPU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707AF7E-AC06-45B8-B476-DFD1C5EFEF7B}"/>
              </a:ext>
            </a:extLst>
          </p:cNvPr>
          <p:cNvSpPr/>
          <p:nvPr/>
        </p:nvSpPr>
        <p:spPr>
          <a:xfrm>
            <a:off x="772964" y="3552247"/>
            <a:ext cx="6489608" cy="94071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RAM</a:t>
            </a:r>
            <a:endParaRPr lang="en-DE" dirty="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F5943AEB-41B1-489D-8BC7-3805E883AC38}"/>
              </a:ext>
            </a:extLst>
          </p:cNvPr>
          <p:cNvSpPr/>
          <p:nvPr/>
        </p:nvSpPr>
        <p:spPr>
          <a:xfrm>
            <a:off x="772964" y="869309"/>
            <a:ext cx="1257300" cy="6521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HARD DISK</a:t>
            </a:r>
            <a:endParaRPr lang="en-DE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6BA3F91-5DBE-442B-A138-A055F3E0B57E}"/>
              </a:ext>
            </a:extLst>
          </p:cNvPr>
          <p:cNvSpPr txBox="1"/>
          <p:nvPr/>
        </p:nvSpPr>
        <p:spPr>
          <a:xfrm>
            <a:off x="2386853" y="3146426"/>
            <a:ext cx="9585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Byte 75</a:t>
            </a:r>
            <a:endParaRPr lang="en-DE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2EA8CBC-9CA6-475F-A8F6-2FF6DD608953}"/>
              </a:ext>
            </a:extLst>
          </p:cNvPr>
          <p:cNvSpPr/>
          <p:nvPr/>
        </p:nvSpPr>
        <p:spPr>
          <a:xfrm>
            <a:off x="6269232" y="2725022"/>
            <a:ext cx="958562" cy="5715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BIOS</a:t>
            </a:r>
            <a:endParaRPr lang="en-DE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FB0ABF0-7E2E-4908-BF26-AC0D7AF191D8}"/>
              </a:ext>
            </a:extLst>
          </p:cNvPr>
          <p:cNvSpPr/>
          <p:nvPr/>
        </p:nvSpPr>
        <p:spPr>
          <a:xfrm>
            <a:off x="759307" y="3576671"/>
            <a:ext cx="1735259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</a:rPr>
              <a:t>Interrupt Vector table </a:t>
            </a:r>
            <a:endParaRPr lang="en-DE" sz="1100" dirty="0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4283287-6B84-4125-87FE-915B8C8D2022}"/>
              </a:ext>
            </a:extLst>
          </p:cNvPr>
          <p:cNvSpPr txBox="1"/>
          <p:nvPr/>
        </p:nvSpPr>
        <p:spPr>
          <a:xfrm>
            <a:off x="759307" y="3146426"/>
            <a:ext cx="14191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Some Bytes</a:t>
            </a:r>
            <a:endParaRPr lang="en-DE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C7F0991-86E7-4F2B-90CD-1ACFBD4D625A}"/>
              </a:ext>
            </a:extLst>
          </p:cNvPr>
          <p:cNvSpPr txBox="1"/>
          <p:nvPr/>
        </p:nvSpPr>
        <p:spPr>
          <a:xfrm>
            <a:off x="2386853" y="3583608"/>
            <a:ext cx="1163030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900" dirty="0">
                <a:solidFill>
                  <a:schemeClr val="bg1"/>
                </a:solidFill>
              </a:rPr>
              <a:t> push </a:t>
            </a:r>
            <a:r>
              <a:rPr lang="en-DE" sz="900" dirty="0" err="1">
                <a:solidFill>
                  <a:schemeClr val="bg1"/>
                </a:solidFill>
              </a:rPr>
              <a:t>ebp</a:t>
            </a:r>
            <a:endParaRPr lang="en-US" sz="900" dirty="0">
              <a:solidFill>
                <a:schemeClr val="bg1"/>
              </a:solidFill>
            </a:endParaRPr>
          </a:p>
          <a:p>
            <a:r>
              <a:rPr lang="en-US" sz="900" dirty="0">
                <a:solidFill>
                  <a:schemeClr val="bg1"/>
                </a:solidFill>
              </a:rPr>
              <a:t> 1011 111 : Boot Sector Read bytes of OS from Hard Disk and Cylinder 0 track 9</a:t>
            </a:r>
            <a:endParaRPr lang="en-DE" sz="900" dirty="0">
              <a:solidFill>
                <a:schemeClr val="bg1"/>
              </a:solidFill>
            </a:endParaRPr>
          </a:p>
          <a:p>
            <a:endParaRPr lang="en-DE" sz="9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E721F44-1A28-42A5-98C0-5539141C3A55}"/>
              </a:ext>
            </a:extLst>
          </p:cNvPr>
          <p:cNvSpPr txBox="1"/>
          <p:nvPr/>
        </p:nvSpPr>
        <p:spPr>
          <a:xfrm>
            <a:off x="7144200" y="1838908"/>
            <a:ext cx="142875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Make program counter 75</a:t>
            </a:r>
            <a:endParaRPr lang="en-DE" sz="9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12AD138-662E-43C8-B50D-79E4FA6BF10C}"/>
              </a:ext>
            </a:extLst>
          </p:cNvPr>
          <p:cNvSpPr/>
          <p:nvPr/>
        </p:nvSpPr>
        <p:spPr>
          <a:xfrm>
            <a:off x="6247151" y="1715778"/>
            <a:ext cx="958562" cy="38240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Program counter</a:t>
            </a:r>
            <a:endParaRPr lang="en-DE" sz="900" dirty="0"/>
          </a:p>
        </p:txBody>
      </p:sp>
      <p:sp>
        <p:nvSpPr>
          <p:cNvPr id="19" name="Datumsplatzhalter 3">
            <a:extLst>
              <a:ext uri="{FF2B5EF4-FFF2-40B4-BE49-F238E27FC236}">
                <a16:creationId xmlns:a16="http://schemas.microsoft.com/office/drawing/2014/main" id="{BD92DF90-2B94-4A08-9CF8-BBB6E349852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75734" y="4767263"/>
            <a:ext cx="655919" cy="273844"/>
          </a:xfrm>
        </p:spPr>
        <p:txBody>
          <a:bodyPr/>
          <a:lstStyle/>
          <a:p>
            <a:pPr defTabSz="685800"/>
            <a:r>
              <a:rPr lang="de-DE" dirty="0"/>
              <a:t>07.06.2022</a:t>
            </a:r>
          </a:p>
        </p:txBody>
      </p:sp>
    </p:spTree>
    <p:extLst>
      <p:ext uri="{BB962C8B-B14F-4D97-AF65-F5344CB8AC3E}">
        <p14:creationId xmlns:p14="http://schemas.microsoft.com/office/powerpoint/2010/main" val="16366245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A4A1FFF-CF92-4430-936D-95E35768C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How</a:t>
            </a:r>
            <a:r>
              <a:rPr lang="de-DE" dirty="0"/>
              <a:t> </a:t>
            </a:r>
            <a:r>
              <a:rPr lang="de-DE" dirty="0" err="1"/>
              <a:t>does</a:t>
            </a:r>
            <a:r>
              <a:rPr lang="de-DE" dirty="0"/>
              <a:t> </a:t>
            </a:r>
            <a:r>
              <a:rPr lang="de-DE" dirty="0" err="1"/>
              <a:t>any</a:t>
            </a:r>
            <a:r>
              <a:rPr lang="de-DE" dirty="0"/>
              <a:t> </a:t>
            </a:r>
            <a:r>
              <a:rPr lang="de-DE" dirty="0" err="1"/>
              <a:t>program</a:t>
            </a:r>
            <a:r>
              <a:rPr lang="de-DE" dirty="0"/>
              <a:t> </a:t>
            </a:r>
            <a:r>
              <a:rPr lang="de-DE" dirty="0" err="1"/>
              <a:t>execute</a:t>
            </a:r>
            <a:br>
              <a:rPr lang="de-DE" dirty="0"/>
            </a:br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FDD7C0D-3639-4435-BF2E-54E74AFA9F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800"/>
            <a:r>
              <a:rPr lang="de-DE" dirty="0"/>
              <a:t>SRH Unternehmen  –  Anil Keshav &amp; Ashish Chouhan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37E79E0-2715-4D89-B222-037FEF3EC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/>
            <a:fld id="{075B144D-941B-4DFC-AF5F-0416193D12EC}" type="slidenum">
              <a:rPr lang="de-DE"/>
              <a:pPr defTabSz="685800"/>
              <a:t>24</a:t>
            </a:fld>
            <a:endParaRPr lang="de-DE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6ECDA49-7E04-4B0C-845C-7916ED8F4105}"/>
              </a:ext>
            </a:extLst>
          </p:cNvPr>
          <p:cNvSpPr/>
          <p:nvPr/>
        </p:nvSpPr>
        <p:spPr>
          <a:xfrm>
            <a:off x="6269232" y="726504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CPU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707AF7E-AC06-45B8-B476-DFD1C5EFEF7B}"/>
              </a:ext>
            </a:extLst>
          </p:cNvPr>
          <p:cNvSpPr/>
          <p:nvPr/>
        </p:nvSpPr>
        <p:spPr>
          <a:xfrm>
            <a:off x="772964" y="3552247"/>
            <a:ext cx="6489608" cy="94071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RAM</a:t>
            </a:r>
            <a:endParaRPr lang="en-DE" dirty="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F5943AEB-41B1-489D-8BC7-3805E883AC38}"/>
              </a:ext>
            </a:extLst>
          </p:cNvPr>
          <p:cNvSpPr/>
          <p:nvPr/>
        </p:nvSpPr>
        <p:spPr>
          <a:xfrm>
            <a:off x="772964" y="869309"/>
            <a:ext cx="1257300" cy="6521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HARD DISK</a:t>
            </a:r>
            <a:endParaRPr lang="en-DE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6BA3F91-5DBE-442B-A138-A055F3E0B57E}"/>
              </a:ext>
            </a:extLst>
          </p:cNvPr>
          <p:cNvSpPr txBox="1"/>
          <p:nvPr/>
        </p:nvSpPr>
        <p:spPr>
          <a:xfrm>
            <a:off x="2386853" y="3146426"/>
            <a:ext cx="9585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Byte 75</a:t>
            </a:r>
            <a:endParaRPr lang="en-DE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2EA8CBC-9CA6-475F-A8F6-2FF6DD608953}"/>
              </a:ext>
            </a:extLst>
          </p:cNvPr>
          <p:cNvSpPr/>
          <p:nvPr/>
        </p:nvSpPr>
        <p:spPr>
          <a:xfrm>
            <a:off x="6269232" y="2725022"/>
            <a:ext cx="958562" cy="5715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BIOS</a:t>
            </a:r>
            <a:endParaRPr lang="en-DE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FB0ABF0-7E2E-4908-BF26-AC0D7AF191D8}"/>
              </a:ext>
            </a:extLst>
          </p:cNvPr>
          <p:cNvSpPr/>
          <p:nvPr/>
        </p:nvSpPr>
        <p:spPr>
          <a:xfrm>
            <a:off x="759307" y="3576671"/>
            <a:ext cx="1735259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</a:rPr>
              <a:t>Interrupt Vector table </a:t>
            </a:r>
            <a:endParaRPr lang="en-DE" sz="1100" dirty="0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4283287-6B84-4125-87FE-915B8C8D2022}"/>
              </a:ext>
            </a:extLst>
          </p:cNvPr>
          <p:cNvSpPr txBox="1"/>
          <p:nvPr/>
        </p:nvSpPr>
        <p:spPr>
          <a:xfrm>
            <a:off x="759307" y="3146426"/>
            <a:ext cx="14191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Some Bytes</a:t>
            </a:r>
            <a:endParaRPr lang="en-DE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C7F0991-86E7-4F2B-90CD-1ACFBD4D625A}"/>
              </a:ext>
            </a:extLst>
          </p:cNvPr>
          <p:cNvSpPr txBox="1"/>
          <p:nvPr/>
        </p:nvSpPr>
        <p:spPr>
          <a:xfrm>
            <a:off x="2386853" y="3583608"/>
            <a:ext cx="1163030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900" dirty="0">
                <a:solidFill>
                  <a:schemeClr val="bg1"/>
                </a:solidFill>
              </a:rPr>
              <a:t> push </a:t>
            </a:r>
            <a:r>
              <a:rPr lang="en-DE" sz="900" dirty="0" err="1">
                <a:solidFill>
                  <a:schemeClr val="bg1"/>
                </a:solidFill>
              </a:rPr>
              <a:t>ebp</a:t>
            </a:r>
            <a:endParaRPr lang="en-US" sz="900" dirty="0">
              <a:solidFill>
                <a:schemeClr val="bg1"/>
              </a:solidFill>
            </a:endParaRPr>
          </a:p>
          <a:p>
            <a:r>
              <a:rPr lang="en-US" sz="900" dirty="0">
                <a:solidFill>
                  <a:schemeClr val="bg1"/>
                </a:solidFill>
              </a:rPr>
              <a:t> 1011 111 : Boot Sector Read bytes of OS from Hard Disk and Cylinder 0 track 9</a:t>
            </a:r>
            <a:endParaRPr lang="en-DE" sz="900" dirty="0">
              <a:solidFill>
                <a:schemeClr val="bg1"/>
              </a:solidFill>
            </a:endParaRPr>
          </a:p>
          <a:p>
            <a:endParaRPr lang="en-DE" sz="9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12AD138-662E-43C8-B50D-79E4FA6BF10C}"/>
              </a:ext>
            </a:extLst>
          </p:cNvPr>
          <p:cNvSpPr/>
          <p:nvPr/>
        </p:nvSpPr>
        <p:spPr>
          <a:xfrm>
            <a:off x="6247151" y="1715778"/>
            <a:ext cx="958562" cy="38240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Program counter 75</a:t>
            </a:r>
            <a:endParaRPr lang="en-DE" sz="900" dirty="0"/>
          </a:p>
        </p:txBody>
      </p:sp>
      <p:sp>
        <p:nvSpPr>
          <p:cNvPr id="19" name="Datumsplatzhalter 3">
            <a:extLst>
              <a:ext uri="{FF2B5EF4-FFF2-40B4-BE49-F238E27FC236}">
                <a16:creationId xmlns:a16="http://schemas.microsoft.com/office/drawing/2014/main" id="{411B6332-2308-41B4-BC4A-84C64A49E16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75734" y="4767263"/>
            <a:ext cx="655919" cy="273844"/>
          </a:xfrm>
        </p:spPr>
        <p:txBody>
          <a:bodyPr/>
          <a:lstStyle/>
          <a:p>
            <a:pPr defTabSz="685800"/>
            <a:r>
              <a:rPr lang="de-DE" dirty="0"/>
              <a:t>07.06.2022</a:t>
            </a:r>
          </a:p>
        </p:txBody>
      </p:sp>
    </p:spTree>
    <p:extLst>
      <p:ext uri="{BB962C8B-B14F-4D97-AF65-F5344CB8AC3E}">
        <p14:creationId xmlns:p14="http://schemas.microsoft.com/office/powerpoint/2010/main" val="20682817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A4A1FFF-CF92-4430-936D-95E35768C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How</a:t>
            </a:r>
            <a:r>
              <a:rPr lang="de-DE" dirty="0"/>
              <a:t> </a:t>
            </a:r>
            <a:r>
              <a:rPr lang="de-DE" dirty="0" err="1"/>
              <a:t>does</a:t>
            </a:r>
            <a:r>
              <a:rPr lang="de-DE" dirty="0"/>
              <a:t> </a:t>
            </a:r>
            <a:r>
              <a:rPr lang="de-DE" dirty="0" err="1"/>
              <a:t>any</a:t>
            </a:r>
            <a:r>
              <a:rPr lang="de-DE" dirty="0"/>
              <a:t> </a:t>
            </a:r>
            <a:r>
              <a:rPr lang="de-DE" dirty="0" err="1"/>
              <a:t>program</a:t>
            </a:r>
            <a:r>
              <a:rPr lang="de-DE" dirty="0"/>
              <a:t> </a:t>
            </a:r>
            <a:r>
              <a:rPr lang="de-DE" dirty="0" err="1"/>
              <a:t>execute</a:t>
            </a:r>
            <a:br>
              <a:rPr lang="de-DE" dirty="0"/>
            </a:br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FDD7C0D-3639-4435-BF2E-54E74AFA9F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800"/>
            <a:r>
              <a:rPr lang="de-DE" dirty="0"/>
              <a:t>SRH Unternehmen  –  Anil Keshav &amp; Ashish Chouhan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37E79E0-2715-4D89-B222-037FEF3EC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/>
            <a:fld id="{075B144D-941B-4DFC-AF5F-0416193D12EC}" type="slidenum">
              <a:rPr lang="de-DE"/>
              <a:pPr defTabSz="685800"/>
              <a:t>25</a:t>
            </a:fld>
            <a:endParaRPr lang="de-DE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6ECDA49-7E04-4B0C-845C-7916ED8F4105}"/>
              </a:ext>
            </a:extLst>
          </p:cNvPr>
          <p:cNvSpPr/>
          <p:nvPr/>
        </p:nvSpPr>
        <p:spPr>
          <a:xfrm>
            <a:off x="6269232" y="726504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CPU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707AF7E-AC06-45B8-B476-DFD1C5EFEF7B}"/>
              </a:ext>
            </a:extLst>
          </p:cNvPr>
          <p:cNvSpPr/>
          <p:nvPr/>
        </p:nvSpPr>
        <p:spPr>
          <a:xfrm>
            <a:off x="772964" y="3552247"/>
            <a:ext cx="6489608" cy="94071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RAM</a:t>
            </a:r>
            <a:endParaRPr lang="en-DE" dirty="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F5943AEB-41B1-489D-8BC7-3805E883AC38}"/>
              </a:ext>
            </a:extLst>
          </p:cNvPr>
          <p:cNvSpPr/>
          <p:nvPr/>
        </p:nvSpPr>
        <p:spPr>
          <a:xfrm>
            <a:off x="772964" y="869309"/>
            <a:ext cx="1257300" cy="6521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HARD DISK</a:t>
            </a:r>
            <a:endParaRPr lang="en-DE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6BA3F91-5DBE-442B-A138-A055F3E0B57E}"/>
              </a:ext>
            </a:extLst>
          </p:cNvPr>
          <p:cNvSpPr txBox="1"/>
          <p:nvPr/>
        </p:nvSpPr>
        <p:spPr>
          <a:xfrm>
            <a:off x="2386853" y="3146426"/>
            <a:ext cx="9585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Byte 75</a:t>
            </a:r>
            <a:endParaRPr lang="en-DE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2EA8CBC-9CA6-475F-A8F6-2FF6DD608953}"/>
              </a:ext>
            </a:extLst>
          </p:cNvPr>
          <p:cNvSpPr/>
          <p:nvPr/>
        </p:nvSpPr>
        <p:spPr>
          <a:xfrm>
            <a:off x="6269232" y="2725022"/>
            <a:ext cx="958562" cy="5715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BIOS</a:t>
            </a:r>
            <a:endParaRPr lang="en-DE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FB0ABF0-7E2E-4908-BF26-AC0D7AF191D8}"/>
              </a:ext>
            </a:extLst>
          </p:cNvPr>
          <p:cNvSpPr/>
          <p:nvPr/>
        </p:nvSpPr>
        <p:spPr>
          <a:xfrm>
            <a:off x="759307" y="3576671"/>
            <a:ext cx="1735259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</a:rPr>
              <a:t>Interrupt Vector table </a:t>
            </a:r>
            <a:endParaRPr lang="en-DE" sz="1100" dirty="0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4283287-6B84-4125-87FE-915B8C8D2022}"/>
              </a:ext>
            </a:extLst>
          </p:cNvPr>
          <p:cNvSpPr txBox="1"/>
          <p:nvPr/>
        </p:nvSpPr>
        <p:spPr>
          <a:xfrm>
            <a:off x="759307" y="3146426"/>
            <a:ext cx="14191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Some Bytes</a:t>
            </a:r>
            <a:endParaRPr lang="en-DE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C7F0991-86E7-4F2B-90CD-1ACFBD4D625A}"/>
              </a:ext>
            </a:extLst>
          </p:cNvPr>
          <p:cNvSpPr txBox="1"/>
          <p:nvPr/>
        </p:nvSpPr>
        <p:spPr>
          <a:xfrm>
            <a:off x="2386853" y="3583608"/>
            <a:ext cx="1163030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900" dirty="0">
                <a:solidFill>
                  <a:schemeClr val="bg1"/>
                </a:solidFill>
              </a:rPr>
              <a:t> push </a:t>
            </a:r>
            <a:r>
              <a:rPr lang="en-DE" sz="900" dirty="0" err="1">
                <a:solidFill>
                  <a:schemeClr val="bg1"/>
                </a:solidFill>
              </a:rPr>
              <a:t>ebp</a:t>
            </a:r>
            <a:endParaRPr lang="en-US" sz="900" dirty="0">
              <a:solidFill>
                <a:schemeClr val="bg1"/>
              </a:solidFill>
            </a:endParaRPr>
          </a:p>
          <a:p>
            <a:r>
              <a:rPr lang="en-US" sz="900" dirty="0">
                <a:solidFill>
                  <a:schemeClr val="bg1"/>
                </a:solidFill>
              </a:rPr>
              <a:t> 1011 111 : Boot Sector Read bytes of OS from Hard Disk and Cylinder 0 track 9</a:t>
            </a:r>
            <a:endParaRPr lang="en-DE" sz="900" dirty="0">
              <a:solidFill>
                <a:schemeClr val="bg1"/>
              </a:solidFill>
            </a:endParaRPr>
          </a:p>
          <a:p>
            <a:endParaRPr lang="en-DE" sz="9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12AD138-662E-43C8-B50D-79E4FA6BF10C}"/>
              </a:ext>
            </a:extLst>
          </p:cNvPr>
          <p:cNvSpPr/>
          <p:nvPr/>
        </p:nvSpPr>
        <p:spPr>
          <a:xfrm>
            <a:off x="6247151" y="1715778"/>
            <a:ext cx="958562" cy="38240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Program counter 75</a:t>
            </a:r>
            <a:endParaRPr lang="en-DE" sz="900" dirty="0"/>
          </a:p>
        </p:txBody>
      </p:sp>
      <p:cxnSp>
        <p:nvCxnSpPr>
          <p:cNvPr id="7" name="Connector: Elbow 6">
            <a:extLst>
              <a:ext uri="{FF2B5EF4-FFF2-40B4-BE49-F238E27FC236}">
                <a16:creationId xmlns:a16="http://schemas.microsoft.com/office/drawing/2014/main" id="{F7161FF8-4C88-455C-9E18-2151221A4820}"/>
              </a:ext>
            </a:extLst>
          </p:cNvPr>
          <p:cNvCxnSpPr>
            <a:stCxn id="29" idx="1"/>
            <a:endCxn id="11" idx="0"/>
          </p:cNvCxnSpPr>
          <p:nvPr/>
        </p:nvCxnSpPr>
        <p:spPr>
          <a:xfrm rot="10800000" flipV="1">
            <a:off x="2866134" y="1183704"/>
            <a:ext cx="3403098" cy="196272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Datumsplatzhalter 3">
            <a:extLst>
              <a:ext uri="{FF2B5EF4-FFF2-40B4-BE49-F238E27FC236}">
                <a16:creationId xmlns:a16="http://schemas.microsoft.com/office/drawing/2014/main" id="{4DC5123E-4055-4A14-9F63-0C042BDC45F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75734" y="4767263"/>
            <a:ext cx="655919" cy="273844"/>
          </a:xfrm>
        </p:spPr>
        <p:txBody>
          <a:bodyPr/>
          <a:lstStyle/>
          <a:p>
            <a:pPr defTabSz="685800"/>
            <a:r>
              <a:rPr lang="de-DE" dirty="0"/>
              <a:t>07.06.2022</a:t>
            </a:r>
          </a:p>
        </p:txBody>
      </p:sp>
    </p:spTree>
    <p:extLst>
      <p:ext uri="{BB962C8B-B14F-4D97-AF65-F5344CB8AC3E}">
        <p14:creationId xmlns:p14="http://schemas.microsoft.com/office/powerpoint/2010/main" val="36357525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A4A1FFF-CF92-4430-936D-95E35768C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How</a:t>
            </a:r>
            <a:r>
              <a:rPr lang="de-DE" dirty="0"/>
              <a:t> </a:t>
            </a:r>
            <a:r>
              <a:rPr lang="de-DE" dirty="0" err="1"/>
              <a:t>does</a:t>
            </a:r>
            <a:r>
              <a:rPr lang="de-DE" dirty="0"/>
              <a:t> </a:t>
            </a:r>
            <a:r>
              <a:rPr lang="de-DE" dirty="0" err="1"/>
              <a:t>any</a:t>
            </a:r>
            <a:r>
              <a:rPr lang="de-DE" dirty="0"/>
              <a:t> </a:t>
            </a:r>
            <a:r>
              <a:rPr lang="de-DE" dirty="0" err="1"/>
              <a:t>program</a:t>
            </a:r>
            <a:r>
              <a:rPr lang="de-DE" dirty="0"/>
              <a:t> </a:t>
            </a:r>
            <a:r>
              <a:rPr lang="de-DE" dirty="0" err="1"/>
              <a:t>execute</a:t>
            </a:r>
            <a:br>
              <a:rPr lang="de-DE" dirty="0"/>
            </a:br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FDD7C0D-3639-4435-BF2E-54E74AFA9F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800"/>
            <a:r>
              <a:rPr lang="de-DE" dirty="0"/>
              <a:t>SRH Unternehmen  –  Anil Keshav &amp; Ashish Chouhan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37E79E0-2715-4D89-B222-037FEF3EC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/>
            <a:fld id="{075B144D-941B-4DFC-AF5F-0416193D12EC}" type="slidenum">
              <a:rPr lang="de-DE"/>
              <a:pPr defTabSz="685800"/>
              <a:t>26</a:t>
            </a:fld>
            <a:endParaRPr lang="de-DE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6ECDA49-7E04-4B0C-845C-7916ED8F4105}"/>
              </a:ext>
            </a:extLst>
          </p:cNvPr>
          <p:cNvSpPr/>
          <p:nvPr/>
        </p:nvSpPr>
        <p:spPr>
          <a:xfrm>
            <a:off x="6269232" y="726504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CPU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707AF7E-AC06-45B8-B476-DFD1C5EFEF7B}"/>
              </a:ext>
            </a:extLst>
          </p:cNvPr>
          <p:cNvSpPr/>
          <p:nvPr/>
        </p:nvSpPr>
        <p:spPr>
          <a:xfrm>
            <a:off x="772964" y="3552247"/>
            <a:ext cx="6489608" cy="94071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RAM</a:t>
            </a:r>
            <a:endParaRPr lang="en-DE" dirty="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F5943AEB-41B1-489D-8BC7-3805E883AC38}"/>
              </a:ext>
            </a:extLst>
          </p:cNvPr>
          <p:cNvSpPr/>
          <p:nvPr/>
        </p:nvSpPr>
        <p:spPr>
          <a:xfrm>
            <a:off x="772964" y="869309"/>
            <a:ext cx="1257300" cy="6521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HARD DISK</a:t>
            </a:r>
            <a:endParaRPr lang="en-DE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6BA3F91-5DBE-442B-A138-A055F3E0B57E}"/>
              </a:ext>
            </a:extLst>
          </p:cNvPr>
          <p:cNvSpPr txBox="1"/>
          <p:nvPr/>
        </p:nvSpPr>
        <p:spPr>
          <a:xfrm>
            <a:off x="2386853" y="3146426"/>
            <a:ext cx="9585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Byte 75</a:t>
            </a:r>
            <a:endParaRPr lang="en-DE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2EA8CBC-9CA6-475F-A8F6-2FF6DD608953}"/>
              </a:ext>
            </a:extLst>
          </p:cNvPr>
          <p:cNvSpPr/>
          <p:nvPr/>
        </p:nvSpPr>
        <p:spPr>
          <a:xfrm>
            <a:off x="6269232" y="2725022"/>
            <a:ext cx="958562" cy="5715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BIOS</a:t>
            </a:r>
            <a:endParaRPr lang="en-DE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FB0ABF0-7E2E-4908-BF26-AC0D7AF191D8}"/>
              </a:ext>
            </a:extLst>
          </p:cNvPr>
          <p:cNvSpPr/>
          <p:nvPr/>
        </p:nvSpPr>
        <p:spPr>
          <a:xfrm>
            <a:off x="759307" y="3576671"/>
            <a:ext cx="1735259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</a:rPr>
              <a:t>Interrupt Vector table </a:t>
            </a:r>
            <a:endParaRPr lang="en-DE" sz="1100" dirty="0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4283287-6B84-4125-87FE-915B8C8D2022}"/>
              </a:ext>
            </a:extLst>
          </p:cNvPr>
          <p:cNvSpPr txBox="1"/>
          <p:nvPr/>
        </p:nvSpPr>
        <p:spPr>
          <a:xfrm>
            <a:off x="759307" y="3146426"/>
            <a:ext cx="14191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Some Bytes</a:t>
            </a:r>
            <a:endParaRPr lang="en-DE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C7F0991-86E7-4F2B-90CD-1ACFBD4D625A}"/>
              </a:ext>
            </a:extLst>
          </p:cNvPr>
          <p:cNvSpPr txBox="1"/>
          <p:nvPr/>
        </p:nvSpPr>
        <p:spPr>
          <a:xfrm>
            <a:off x="2386853" y="3583608"/>
            <a:ext cx="1163030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900" dirty="0">
                <a:solidFill>
                  <a:schemeClr val="bg1"/>
                </a:solidFill>
              </a:rPr>
              <a:t> push </a:t>
            </a:r>
            <a:r>
              <a:rPr lang="en-DE" sz="900" dirty="0" err="1">
                <a:solidFill>
                  <a:schemeClr val="bg1"/>
                </a:solidFill>
              </a:rPr>
              <a:t>ebp</a:t>
            </a:r>
            <a:endParaRPr lang="en-US" sz="900" dirty="0">
              <a:solidFill>
                <a:schemeClr val="bg1"/>
              </a:solidFill>
            </a:endParaRPr>
          </a:p>
          <a:p>
            <a:r>
              <a:rPr lang="en-US" sz="900" dirty="0">
                <a:solidFill>
                  <a:schemeClr val="bg1"/>
                </a:solidFill>
              </a:rPr>
              <a:t> 1011 111 : Boot Sector Read bytes of OS from Hard Disk and Cylinder 0 track 9</a:t>
            </a:r>
            <a:endParaRPr lang="en-DE" sz="900" dirty="0">
              <a:solidFill>
                <a:schemeClr val="bg1"/>
              </a:solidFill>
            </a:endParaRPr>
          </a:p>
          <a:p>
            <a:endParaRPr lang="en-DE" sz="9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12AD138-662E-43C8-B50D-79E4FA6BF10C}"/>
              </a:ext>
            </a:extLst>
          </p:cNvPr>
          <p:cNvSpPr/>
          <p:nvPr/>
        </p:nvSpPr>
        <p:spPr>
          <a:xfrm>
            <a:off x="6247151" y="1715778"/>
            <a:ext cx="958562" cy="38240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Program counter 75</a:t>
            </a:r>
            <a:endParaRPr lang="en-DE" sz="900" dirty="0"/>
          </a:p>
        </p:txBody>
      </p:sp>
      <p:cxnSp>
        <p:nvCxnSpPr>
          <p:cNvPr id="7" name="Connector: Elbow 6">
            <a:extLst>
              <a:ext uri="{FF2B5EF4-FFF2-40B4-BE49-F238E27FC236}">
                <a16:creationId xmlns:a16="http://schemas.microsoft.com/office/drawing/2014/main" id="{F7161FF8-4C88-455C-9E18-2151221A4820}"/>
              </a:ext>
            </a:extLst>
          </p:cNvPr>
          <p:cNvCxnSpPr>
            <a:stCxn id="29" idx="1"/>
            <a:endCxn id="11" idx="0"/>
          </p:cNvCxnSpPr>
          <p:nvPr/>
        </p:nvCxnSpPr>
        <p:spPr>
          <a:xfrm rot="10800000" flipV="1">
            <a:off x="2866134" y="1183704"/>
            <a:ext cx="3403098" cy="196272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FAE09B36-551F-42DD-AC19-B27143BD971D}"/>
              </a:ext>
            </a:extLst>
          </p:cNvPr>
          <p:cNvSpPr txBox="1"/>
          <p:nvPr/>
        </p:nvSpPr>
        <p:spPr>
          <a:xfrm>
            <a:off x="2968368" y="2054336"/>
            <a:ext cx="1163030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900" dirty="0"/>
              <a:t> push </a:t>
            </a:r>
            <a:r>
              <a:rPr lang="en-DE" sz="900" dirty="0" err="1"/>
              <a:t>ebp</a:t>
            </a:r>
            <a:endParaRPr lang="en-US" sz="900" dirty="0"/>
          </a:p>
          <a:p>
            <a:r>
              <a:rPr lang="en-US" sz="900" dirty="0"/>
              <a:t> 1011 111 : Boot Sector Read bytes of OS from Hard Disk and Cylinder 0 track 9</a:t>
            </a:r>
            <a:endParaRPr lang="en-DE" sz="900" dirty="0"/>
          </a:p>
          <a:p>
            <a:endParaRPr lang="en-DE" sz="900" dirty="0"/>
          </a:p>
        </p:txBody>
      </p:sp>
      <p:sp>
        <p:nvSpPr>
          <p:cNvPr id="19" name="Datumsplatzhalter 3">
            <a:extLst>
              <a:ext uri="{FF2B5EF4-FFF2-40B4-BE49-F238E27FC236}">
                <a16:creationId xmlns:a16="http://schemas.microsoft.com/office/drawing/2014/main" id="{FD2FD401-70E5-44B6-AC72-86D890AA731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75734" y="4767263"/>
            <a:ext cx="655919" cy="273844"/>
          </a:xfrm>
        </p:spPr>
        <p:txBody>
          <a:bodyPr/>
          <a:lstStyle/>
          <a:p>
            <a:pPr defTabSz="685800"/>
            <a:r>
              <a:rPr lang="de-DE" dirty="0"/>
              <a:t>07.06.2022</a:t>
            </a:r>
          </a:p>
        </p:txBody>
      </p:sp>
    </p:spTree>
    <p:extLst>
      <p:ext uri="{BB962C8B-B14F-4D97-AF65-F5344CB8AC3E}">
        <p14:creationId xmlns:p14="http://schemas.microsoft.com/office/powerpoint/2010/main" val="9266270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A4A1FFF-CF92-4430-936D-95E35768C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How</a:t>
            </a:r>
            <a:r>
              <a:rPr lang="de-DE" dirty="0"/>
              <a:t> </a:t>
            </a:r>
            <a:r>
              <a:rPr lang="de-DE" dirty="0" err="1"/>
              <a:t>does</a:t>
            </a:r>
            <a:r>
              <a:rPr lang="de-DE" dirty="0"/>
              <a:t> </a:t>
            </a:r>
            <a:r>
              <a:rPr lang="de-DE" dirty="0" err="1"/>
              <a:t>any</a:t>
            </a:r>
            <a:r>
              <a:rPr lang="de-DE" dirty="0"/>
              <a:t> </a:t>
            </a:r>
            <a:r>
              <a:rPr lang="de-DE" dirty="0" err="1"/>
              <a:t>program</a:t>
            </a:r>
            <a:r>
              <a:rPr lang="de-DE" dirty="0"/>
              <a:t> </a:t>
            </a:r>
            <a:r>
              <a:rPr lang="de-DE" dirty="0" err="1"/>
              <a:t>execute</a:t>
            </a:r>
            <a:br>
              <a:rPr lang="de-DE" dirty="0"/>
            </a:br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FDD7C0D-3639-4435-BF2E-54E74AFA9F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800"/>
            <a:r>
              <a:rPr lang="de-DE" dirty="0"/>
              <a:t>SRH Unternehmen  –  Anil Keshav &amp; Ashish Chouhan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37E79E0-2715-4D89-B222-037FEF3EC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/>
            <a:fld id="{075B144D-941B-4DFC-AF5F-0416193D12EC}" type="slidenum">
              <a:rPr lang="de-DE"/>
              <a:pPr defTabSz="685800"/>
              <a:t>27</a:t>
            </a:fld>
            <a:endParaRPr lang="de-DE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6ECDA49-7E04-4B0C-845C-7916ED8F4105}"/>
              </a:ext>
            </a:extLst>
          </p:cNvPr>
          <p:cNvSpPr/>
          <p:nvPr/>
        </p:nvSpPr>
        <p:spPr>
          <a:xfrm>
            <a:off x="6269232" y="726504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CPU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707AF7E-AC06-45B8-B476-DFD1C5EFEF7B}"/>
              </a:ext>
            </a:extLst>
          </p:cNvPr>
          <p:cNvSpPr/>
          <p:nvPr/>
        </p:nvSpPr>
        <p:spPr>
          <a:xfrm>
            <a:off x="772964" y="3552247"/>
            <a:ext cx="6489608" cy="94071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RAM</a:t>
            </a:r>
            <a:endParaRPr lang="en-DE" dirty="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F5943AEB-41B1-489D-8BC7-3805E883AC38}"/>
              </a:ext>
            </a:extLst>
          </p:cNvPr>
          <p:cNvSpPr/>
          <p:nvPr/>
        </p:nvSpPr>
        <p:spPr>
          <a:xfrm>
            <a:off x="772964" y="869309"/>
            <a:ext cx="1257300" cy="6521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HARD DISK</a:t>
            </a:r>
            <a:endParaRPr lang="en-DE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6BA3F91-5DBE-442B-A138-A055F3E0B57E}"/>
              </a:ext>
            </a:extLst>
          </p:cNvPr>
          <p:cNvSpPr txBox="1"/>
          <p:nvPr/>
        </p:nvSpPr>
        <p:spPr>
          <a:xfrm>
            <a:off x="2386853" y="3146426"/>
            <a:ext cx="9585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Byte 75</a:t>
            </a:r>
            <a:endParaRPr lang="en-DE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2EA8CBC-9CA6-475F-A8F6-2FF6DD608953}"/>
              </a:ext>
            </a:extLst>
          </p:cNvPr>
          <p:cNvSpPr/>
          <p:nvPr/>
        </p:nvSpPr>
        <p:spPr>
          <a:xfrm>
            <a:off x="6269232" y="2725022"/>
            <a:ext cx="958562" cy="5715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BIOS</a:t>
            </a:r>
            <a:endParaRPr lang="en-DE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FB0ABF0-7E2E-4908-BF26-AC0D7AF191D8}"/>
              </a:ext>
            </a:extLst>
          </p:cNvPr>
          <p:cNvSpPr/>
          <p:nvPr/>
        </p:nvSpPr>
        <p:spPr>
          <a:xfrm>
            <a:off x="759307" y="3576671"/>
            <a:ext cx="1735259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</a:rPr>
              <a:t>Interrupt Vector table </a:t>
            </a:r>
            <a:endParaRPr lang="en-DE" sz="1100" dirty="0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4283287-6B84-4125-87FE-915B8C8D2022}"/>
              </a:ext>
            </a:extLst>
          </p:cNvPr>
          <p:cNvSpPr txBox="1"/>
          <p:nvPr/>
        </p:nvSpPr>
        <p:spPr>
          <a:xfrm>
            <a:off x="759307" y="3146426"/>
            <a:ext cx="14191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Some Bytes</a:t>
            </a:r>
            <a:endParaRPr lang="en-DE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C7F0991-86E7-4F2B-90CD-1ACFBD4D625A}"/>
              </a:ext>
            </a:extLst>
          </p:cNvPr>
          <p:cNvSpPr txBox="1"/>
          <p:nvPr/>
        </p:nvSpPr>
        <p:spPr>
          <a:xfrm>
            <a:off x="2386853" y="3583608"/>
            <a:ext cx="1163030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900" dirty="0">
                <a:solidFill>
                  <a:schemeClr val="bg1"/>
                </a:solidFill>
              </a:rPr>
              <a:t> push </a:t>
            </a:r>
            <a:r>
              <a:rPr lang="en-DE" sz="900" dirty="0" err="1">
                <a:solidFill>
                  <a:schemeClr val="bg1"/>
                </a:solidFill>
              </a:rPr>
              <a:t>ebp</a:t>
            </a:r>
            <a:endParaRPr lang="en-US" sz="900" dirty="0">
              <a:solidFill>
                <a:schemeClr val="bg1"/>
              </a:solidFill>
            </a:endParaRPr>
          </a:p>
          <a:p>
            <a:r>
              <a:rPr lang="en-US" sz="900" dirty="0">
                <a:solidFill>
                  <a:schemeClr val="bg1"/>
                </a:solidFill>
              </a:rPr>
              <a:t> 1011 111 : Boot Sector Read bytes of OS from Hard Disk and Cylinder 0 track 9</a:t>
            </a:r>
            <a:endParaRPr lang="en-DE" sz="900" dirty="0">
              <a:solidFill>
                <a:schemeClr val="bg1"/>
              </a:solidFill>
            </a:endParaRPr>
          </a:p>
          <a:p>
            <a:endParaRPr lang="en-DE" sz="9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12AD138-662E-43C8-B50D-79E4FA6BF10C}"/>
              </a:ext>
            </a:extLst>
          </p:cNvPr>
          <p:cNvSpPr/>
          <p:nvPr/>
        </p:nvSpPr>
        <p:spPr>
          <a:xfrm>
            <a:off x="6247151" y="1715778"/>
            <a:ext cx="958562" cy="38240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Program counter 75</a:t>
            </a:r>
            <a:endParaRPr lang="en-DE" sz="9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AE09B36-551F-42DD-AC19-B27143BD971D}"/>
              </a:ext>
            </a:extLst>
          </p:cNvPr>
          <p:cNvSpPr txBox="1"/>
          <p:nvPr/>
        </p:nvSpPr>
        <p:spPr>
          <a:xfrm>
            <a:off x="5106202" y="818858"/>
            <a:ext cx="1163030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900" dirty="0"/>
              <a:t> push </a:t>
            </a:r>
            <a:r>
              <a:rPr lang="en-DE" sz="900" dirty="0" err="1"/>
              <a:t>ebp</a:t>
            </a:r>
            <a:endParaRPr lang="en-US" sz="900" dirty="0"/>
          </a:p>
          <a:p>
            <a:r>
              <a:rPr lang="en-US" sz="900" dirty="0"/>
              <a:t> 1011 111 : Boot Sector Read bytes of OS from Hard Disk and Cylinder 0 track 9</a:t>
            </a:r>
            <a:endParaRPr lang="en-DE" sz="900" dirty="0"/>
          </a:p>
          <a:p>
            <a:endParaRPr lang="en-DE" sz="900" dirty="0"/>
          </a:p>
        </p:txBody>
      </p:sp>
      <p:sp>
        <p:nvSpPr>
          <p:cNvPr id="19" name="Datumsplatzhalter 3">
            <a:extLst>
              <a:ext uri="{FF2B5EF4-FFF2-40B4-BE49-F238E27FC236}">
                <a16:creationId xmlns:a16="http://schemas.microsoft.com/office/drawing/2014/main" id="{3DA097EA-5A05-4290-BE4A-1C245CEBC0B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75734" y="4767263"/>
            <a:ext cx="655919" cy="273844"/>
          </a:xfrm>
        </p:spPr>
        <p:txBody>
          <a:bodyPr/>
          <a:lstStyle/>
          <a:p>
            <a:pPr defTabSz="685800"/>
            <a:r>
              <a:rPr lang="de-DE" dirty="0"/>
              <a:t>07.06.2022</a:t>
            </a:r>
          </a:p>
        </p:txBody>
      </p:sp>
    </p:spTree>
    <p:extLst>
      <p:ext uri="{BB962C8B-B14F-4D97-AF65-F5344CB8AC3E}">
        <p14:creationId xmlns:p14="http://schemas.microsoft.com/office/powerpoint/2010/main" val="35268791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A4A1FFF-CF92-4430-936D-95E35768C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How</a:t>
            </a:r>
            <a:r>
              <a:rPr lang="de-DE" dirty="0"/>
              <a:t> </a:t>
            </a:r>
            <a:r>
              <a:rPr lang="de-DE" dirty="0" err="1"/>
              <a:t>does</a:t>
            </a:r>
            <a:r>
              <a:rPr lang="de-DE" dirty="0"/>
              <a:t> </a:t>
            </a:r>
            <a:r>
              <a:rPr lang="de-DE" dirty="0" err="1"/>
              <a:t>any</a:t>
            </a:r>
            <a:r>
              <a:rPr lang="de-DE" dirty="0"/>
              <a:t> </a:t>
            </a:r>
            <a:r>
              <a:rPr lang="de-DE" dirty="0" err="1"/>
              <a:t>program</a:t>
            </a:r>
            <a:r>
              <a:rPr lang="de-DE" dirty="0"/>
              <a:t> </a:t>
            </a:r>
            <a:r>
              <a:rPr lang="de-DE" dirty="0" err="1"/>
              <a:t>execute</a:t>
            </a:r>
            <a:br>
              <a:rPr lang="de-DE" dirty="0"/>
            </a:br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FDD7C0D-3639-4435-BF2E-54E74AFA9F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800"/>
            <a:r>
              <a:rPr lang="de-DE" dirty="0"/>
              <a:t>SRH Unternehmen  –  Anil Keshav &amp; Ashish Chouhan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37E79E0-2715-4D89-B222-037FEF3EC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/>
            <a:fld id="{075B144D-941B-4DFC-AF5F-0416193D12EC}" type="slidenum">
              <a:rPr lang="de-DE"/>
              <a:pPr defTabSz="685800"/>
              <a:t>28</a:t>
            </a:fld>
            <a:endParaRPr lang="de-DE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6ECDA49-7E04-4B0C-845C-7916ED8F4105}"/>
              </a:ext>
            </a:extLst>
          </p:cNvPr>
          <p:cNvSpPr/>
          <p:nvPr/>
        </p:nvSpPr>
        <p:spPr>
          <a:xfrm>
            <a:off x="6269232" y="726504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CPU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707AF7E-AC06-45B8-B476-DFD1C5EFEF7B}"/>
              </a:ext>
            </a:extLst>
          </p:cNvPr>
          <p:cNvSpPr/>
          <p:nvPr/>
        </p:nvSpPr>
        <p:spPr>
          <a:xfrm>
            <a:off x="772964" y="3552247"/>
            <a:ext cx="6489608" cy="94071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RAM</a:t>
            </a:r>
            <a:endParaRPr lang="en-DE" dirty="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F5943AEB-41B1-489D-8BC7-3805E883AC38}"/>
              </a:ext>
            </a:extLst>
          </p:cNvPr>
          <p:cNvSpPr/>
          <p:nvPr/>
        </p:nvSpPr>
        <p:spPr>
          <a:xfrm>
            <a:off x="772964" y="869309"/>
            <a:ext cx="1257300" cy="6521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HARD DISK</a:t>
            </a:r>
            <a:endParaRPr lang="en-DE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6BA3F91-5DBE-442B-A138-A055F3E0B57E}"/>
              </a:ext>
            </a:extLst>
          </p:cNvPr>
          <p:cNvSpPr txBox="1"/>
          <p:nvPr/>
        </p:nvSpPr>
        <p:spPr>
          <a:xfrm>
            <a:off x="2386853" y="3146426"/>
            <a:ext cx="9585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Byte 75</a:t>
            </a:r>
            <a:endParaRPr lang="en-DE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2EA8CBC-9CA6-475F-A8F6-2FF6DD608953}"/>
              </a:ext>
            </a:extLst>
          </p:cNvPr>
          <p:cNvSpPr/>
          <p:nvPr/>
        </p:nvSpPr>
        <p:spPr>
          <a:xfrm>
            <a:off x="6269232" y="2725022"/>
            <a:ext cx="958562" cy="5715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BIOS</a:t>
            </a:r>
            <a:endParaRPr lang="en-DE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FB0ABF0-7E2E-4908-BF26-AC0D7AF191D8}"/>
              </a:ext>
            </a:extLst>
          </p:cNvPr>
          <p:cNvSpPr/>
          <p:nvPr/>
        </p:nvSpPr>
        <p:spPr>
          <a:xfrm>
            <a:off x="759307" y="3576671"/>
            <a:ext cx="1735259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</a:rPr>
              <a:t>Interrupt Vector table </a:t>
            </a:r>
            <a:endParaRPr lang="en-DE" sz="1100" dirty="0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4283287-6B84-4125-87FE-915B8C8D2022}"/>
              </a:ext>
            </a:extLst>
          </p:cNvPr>
          <p:cNvSpPr txBox="1"/>
          <p:nvPr/>
        </p:nvSpPr>
        <p:spPr>
          <a:xfrm>
            <a:off x="759307" y="3146426"/>
            <a:ext cx="14191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Some Bytes</a:t>
            </a:r>
            <a:endParaRPr lang="en-DE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C7F0991-86E7-4F2B-90CD-1ACFBD4D625A}"/>
              </a:ext>
            </a:extLst>
          </p:cNvPr>
          <p:cNvSpPr txBox="1"/>
          <p:nvPr/>
        </p:nvSpPr>
        <p:spPr>
          <a:xfrm>
            <a:off x="2386853" y="3583608"/>
            <a:ext cx="1163030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900" dirty="0">
                <a:solidFill>
                  <a:schemeClr val="bg1"/>
                </a:solidFill>
              </a:rPr>
              <a:t> push </a:t>
            </a:r>
            <a:r>
              <a:rPr lang="en-DE" sz="900" dirty="0" err="1">
                <a:solidFill>
                  <a:schemeClr val="bg1"/>
                </a:solidFill>
              </a:rPr>
              <a:t>ebp</a:t>
            </a:r>
            <a:endParaRPr lang="en-US" sz="900" dirty="0">
              <a:solidFill>
                <a:schemeClr val="bg1"/>
              </a:solidFill>
            </a:endParaRPr>
          </a:p>
          <a:p>
            <a:r>
              <a:rPr lang="en-US" sz="900" dirty="0">
                <a:solidFill>
                  <a:schemeClr val="bg1"/>
                </a:solidFill>
              </a:rPr>
              <a:t> 1011 111 : Boot Sector Read bytes of OS from Hard Disk and Cylinder 0 track 9</a:t>
            </a:r>
            <a:endParaRPr lang="en-DE" sz="900" dirty="0">
              <a:solidFill>
                <a:schemeClr val="bg1"/>
              </a:solidFill>
            </a:endParaRPr>
          </a:p>
          <a:p>
            <a:endParaRPr lang="en-DE" sz="9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12AD138-662E-43C8-B50D-79E4FA6BF10C}"/>
              </a:ext>
            </a:extLst>
          </p:cNvPr>
          <p:cNvSpPr/>
          <p:nvPr/>
        </p:nvSpPr>
        <p:spPr>
          <a:xfrm>
            <a:off x="6247151" y="1715778"/>
            <a:ext cx="958562" cy="38240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Program counter 75</a:t>
            </a:r>
            <a:endParaRPr lang="en-DE" sz="9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AE09B36-551F-42DD-AC19-B27143BD971D}"/>
              </a:ext>
            </a:extLst>
          </p:cNvPr>
          <p:cNvSpPr txBox="1"/>
          <p:nvPr/>
        </p:nvSpPr>
        <p:spPr>
          <a:xfrm>
            <a:off x="2178420" y="774748"/>
            <a:ext cx="1163030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900" dirty="0"/>
              <a:t> push </a:t>
            </a:r>
            <a:r>
              <a:rPr lang="en-DE" sz="900" dirty="0" err="1"/>
              <a:t>ebp</a:t>
            </a:r>
            <a:endParaRPr lang="en-US" sz="900" dirty="0"/>
          </a:p>
          <a:p>
            <a:r>
              <a:rPr lang="en-US" sz="900" dirty="0"/>
              <a:t> 1011 111 : Boot Sector Read bytes of OS from Hard Disk and Cylinder 0 track 9</a:t>
            </a:r>
            <a:endParaRPr lang="en-DE" sz="900" dirty="0"/>
          </a:p>
          <a:p>
            <a:endParaRPr lang="en-DE" sz="900" dirty="0"/>
          </a:p>
        </p:txBody>
      </p:sp>
      <p:sp>
        <p:nvSpPr>
          <p:cNvPr id="19" name="Datumsplatzhalter 3">
            <a:extLst>
              <a:ext uri="{FF2B5EF4-FFF2-40B4-BE49-F238E27FC236}">
                <a16:creationId xmlns:a16="http://schemas.microsoft.com/office/drawing/2014/main" id="{3F5A5492-DA11-4F35-8101-CF4BC7AF3F7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75734" y="4767263"/>
            <a:ext cx="655919" cy="273844"/>
          </a:xfrm>
        </p:spPr>
        <p:txBody>
          <a:bodyPr/>
          <a:lstStyle/>
          <a:p>
            <a:pPr defTabSz="685800"/>
            <a:r>
              <a:rPr lang="de-DE" dirty="0"/>
              <a:t>07.06.2022</a:t>
            </a:r>
          </a:p>
        </p:txBody>
      </p:sp>
    </p:spTree>
    <p:extLst>
      <p:ext uri="{BB962C8B-B14F-4D97-AF65-F5344CB8AC3E}">
        <p14:creationId xmlns:p14="http://schemas.microsoft.com/office/powerpoint/2010/main" val="41890800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A4A1FFF-CF92-4430-936D-95E35768C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How</a:t>
            </a:r>
            <a:r>
              <a:rPr lang="de-DE" dirty="0"/>
              <a:t> </a:t>
            </a:r>
            <a:r>
              <a:rPr lang="de-DE" dirty="0" err="1"/>
              <a:t>does</a:t>
            </a:r>
            <a:r>
              <a:rPr lang="de-DE" dirty="0"/>
              <a:t> </a:t>
            </a:r>
            <a:r>
              <a:rPr lang="de-DE" dirty="0" err="1"/>
              <a:t>any</a:t>
            </a:r>
            <a:r>
              <a:rPr lang="de-DE" dirty="0"/>
              <a:t> </a:t>
            </a:r>
            <a:r>
              <a:rPr lang="de-DE" dirty="0" err="1"/>
              <a:t>program</a:t>
            </a:r>
            <a:r>
              <a:rPr lang="de-DE" dirty="0"/>
              <a:t> </a:t>
            </a:r>
            <a:r>
              <a:rPr lang="de-DE" dirty="0" err="1"/>
              <a:t>execute</a:t>
            </a:r>
            <a:br>
              <a:rPr lang="de-DE" dirty="0"/>
            </a:br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FDD7C0D-3639-4435-BF2E-54E74AFA9F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800"/>
            <a:r>
              <a:rPr lang="de-DE" dirty="0"/>
              <a:t>SRH Unternehmen  –  Anil Keshav &amp; Ashish Chouhan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37E79E0-2715-4D89-B222-037FEF3EC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/>
            <a:fld id="{075B144D-941B-4DFC-AF5F-0416193D12EC}" type="slidenum">
              <a:rPr lang="de-DE"/>
              <a:pPr defTabSz="685800"/>
              <a:t>29</a:t>
            </a:fld>
            <a:endParaRPr lang="de-DE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6ECDA49-7E04-4B0C-845C-7916ED8F4105}"/>
              </a:ext>
            </a:extLst>
          </p:cNvPr>
          <p:cNvSpPr/>
          <p:nvPr/>
        </p:nvSpPr>
        <p:spPr>
          <a:xfrm>
            <a:off x="6269232" y="726504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CPU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707AF7E-AC06-45B8-B476-DFD1C5EFEF7B}"/>
              </a:ext>
            </a:extLst>
          </p:cNvPr>
          <p:cNvSpPr/>
          <p:nvPr/>
        </p:nvSpPr>
        <p:spPr>
          <a:xfrm>
            <a:off x="772964" y="3552247"/>
            <a:ext cx="6489608" cy="94071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RAM</a:t>
            </a:r>
            <a:endParaRPr lang="en-DE" dirty="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F5943AEB-41B1-489D-8BC7-3805E883AC38}"/>
              </a:ext>
            </a:extLst>
          </p:cNvPr>
          <p:cNvSpPr/>
          <p:nvPr/>
        </p:nvSpPr>
        <p:spPr>
          <a:xfrm>
            <a:off x="772964" y="869309"/>
            <a:ext cx="1257300" cy="6521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HARD DISK</a:t>
            </a:r>
            <a:endParaRPr lang="en-DE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6BA3F91-5DBE-442B-A138-A055F3E0B57E}"/>
              </a:ext>
            </a:extLst>
          </p:cNvPr>
          <p:cNvSpPr txBox="1"/>
          <p:nvPr/>
        </p:nvSpPr>
        <p:spPr>
          <a:xfrm>
            <a:off x="2386853" y="3146426"/>
            <a:ext cx="9585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Byte 75</a:t>
            </a:r>
            <a:endParaRPr lang="en-DE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2EA8CBC-9CA6-475F-A8F6-2FF6DD608953}"/>
              </a:ext>
            </a:extLst>
          </p:cNvPr>
          <p:cNvSpPr/>
          <p:nvPr/>
        </p:nvSpPr>
        <p:spPr>
          <a:xfrm>
            <a:off x="6269232" y="2725022"/>
            <a:ext cx="958562" cy="5715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BIOS</a:t>
            </a:r>
            <a:endParaRPr lang="en-DE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FB0ABF0-7E2E-4908-BF26-AC0D7AF191D8}"/>
              </a:ext>
            </a:extLst>
          </p:cNvPr>
          <p:cNvSpPr/>
          <p:nvPr/>
        </p:nvSpPr>
        <p:spPr>
          <a:xfrm>
            <a:off x="759307" y="3576671"/>
            <a:ext cx="1735259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</a:rPr>
              <a:t>Interrupt Vector table </a:t>
            </a:r>
            <a:endParaRPr lang="en-DE" sz="1100" dirty="0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4283287-6B84-4125-87FE-915B8C8D2022}"/>
              </a:ext>
            </a:extLst>
          </p:cNvPr>
          <p:cNvSpPr txBox="1"/>
          <p:nvPr/>
        </p:nvSpPr>
        <p:spPr>
          <a:xfrm>
            <a:off x="759307" y="3146426"/>
            <a:ext cx="14191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Some Bytes</a:t>
            </a:r>
            <a:endParaRPr lang="en-DE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C7F0991-86E7-4F2B-90CD-1ACFBD4D625A}"/>
              </a:ext>
            </a:extLst>
          </p:cNvPr>
          <p:cNvSpPr txBox="1"/>
          <p:nvPr/>
        </p:nvSpPr>
        <p:spPr>
          <a:xfrm>
            <a:off x="2386853" y="3583608"/>
            <a:ext cx="1163030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900" dirty="0">
                <a:solidFill>
                  <a:schemeClr val="bg1"/>
                </a:solidFill>
              </a:rPr>
              <a:t> push </a:t>
            </a:r>
            <a:r>
              <a:rPr lang="en-DE" sz="900" dirty="0" err="1">
                <a:solidFill>
                  <a:schemeClr val="bg1"/>
                </a:solidFill>
              </a:rPr>
              <a:t>ebp</a:t>
            </a:r>
            <a:endParaRPr lang="en-US" sz="900" dirty="0">
              <a:solidFill>
                <a:schemeClr val="bg1"/>
              </a:solidFill>
            </a:endParaRPr>
          </a:p>
          <a:p>
            <a:r>
              <a:rPr lang="en-US" sz="900" dirty="0">
                <a:solidFill>
                  <a:schemeClr val="bg1"/>
                </a:solidFill>
              </a:rPr>
              <a:t> 1011 111 : Boot Sector Read bytes of OS from Hard Disk and Cylinder 0 track 9</a:t>
            </a:r>
            <a:endParaRPr lang="en-DE" sz="900" dirty="0">
              <a:solidFill>
                <a:schemeClr val="bg1"/>
              </a:solidFill>
            </a:endParaRPr>
          </a:p>
          <a:p>
            <a:endParaRPr lang="en-DE" sz="9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12AD138-662E-43C8-B50D-79E4FA6BF10C}"/>
              </a:ext>
            </a:extLst>
          </p:cNvPr>
          <p:cNvSpPr/>
          <p:nvPr/>
        </p:nvSpPr>
        <p:spPr>
          <a:xfrm>
            <a:off x="6247151" y="1715778"/>
            <a:ext cx="958562" cy="38240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Program counter 75</a:t>
            </a:r>
            <a:endParaRPr lang="en-DE" sz="9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AE09B36-551F-42DD-AC19-B27143BD971D}"/>
              </a:ext>
            </a:extLst>
          </p:cNvPr>
          <p:cNvSpPr txBox="1"/>
          <p:nvPr/>
        </p:nvSpPr>
        <p:spPr>
          <a:xfrm>
            <a:off x="2178420" y="774748"/>
            <a:ext cx="11630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OS code:</a:t>
            </a:r>
          </a:p>
          <a:p>
            <a:endParaRPr lang="en-US" sz="900" dirty="0"/>
          </a:p>
          <a:p>
            <a:r>
              <a:rPr lang="en-US" sz="900" dirty="0"/>
              <a:t>Add 111, </a:t>
            </a:r>
            <a:r>
              <a:rPr lang="en-US" sz="900" dirty="0" err="1"/>
              <a:t>xyb</a:t>
            </a:r>
            <a:endParaRPr lang="en-US" sz="900" dirty="0"/>
          </a:p>
          <a:p>
            <a:r>
              <a:rPr lang="en-US" sz="900" dirty="0"/>
              <a:t>Push </a:t>
            </a:r>
            <a:r>
              <a:rPr lang="en-US" sz="900" dirty="0" err="1"/>
              <a:t>ebp</a:t>
            </a:r>
            <a:r>
              <a:rPr lang="en-US" sz="900" dirty="0"/>
              <a:t>, 111</a:t>
            </a:r>
            <a:endParaRPr lang="en-DE" sz="900" dirty="0"/>
          </a:p>
        </p:txBody>
      </p:sp>
      <p:sp>
        <p:nvSpPr>
          <p:cNvPr id="19" name="Datumsplatzhalter 3">
            <a:extLst>
              <a:ext uri="{FF2B5EF4-FFF2-40B4-BE49-F238E27FC236}">
                <a16:creationId xmlns:a16="http://schemas.microsoft.com/office/drawing/2014/main" id="{8A1A1703-B2C8-4516-BD73-4A0A7BD2DF8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75734" y="4767263"/>
            <a:ext cx="655919" cy="273844"/>
          </a:xfrm>
        </p:spPr>
        <p:txBody>
          <a:bodyPr/>
          <a:lstStyle/>
          <a:p>
            <a:pPr defTabSz="685800"/>
            <a:r>
              <a:rPr lang="de-DE" dirty="0"/>
              <a:t>07.06.2022</a:t>
            </a:r>
          </a:p>
        </p:txBody>
      </p:sp>
    </p:spTree>
    <p:extLst>
      <p:ext uri="{BB962C8B-B14F-4D97-AF65-F5344CB8AC3E}">
        <p14:creationId xmlns:p14="http://schemas.microsoft.com/office/powerpoint/2010/main" val="31943419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A4A1FFF-CF92-4430-936D-95E35768C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How</a:t>
            </a:r>
            <a:r>
              <a:rPr lang="de-DE" dirty="0"/>
              <a:t> </a:t>
            </a:r>
            <a:r>
              <a:rPr lang="de-DE" dirty="0" err="1"/>
              <a:t>does</a:t>
            </a:r>
            <a:r>
              <a:rPr lang="de-DE" dirty="0"/>
              <a:t> </a:t>
            </a:r>
            <a:r>
              <a:rPr lang="de-DE" dirty="0" err="1"/>
              <a:t>any</a:t>
            </a:r>
            <a:r>
              <a:rPr lang="de-DE" dirty="0"/>
              <a:t> </a:t>
            </a:r>
            <a:r>
              <a:rPr lang="de-DE" dirty="0" err="1"/>
              <a:t>program</a:t>
            </a:r>
            <a:r>
              <a:rPr lang="de-DE" dirty="0"/>
              <a:t> </a:t>
            </a:r>
            <a:r>
              <a:rPr lang="de-DE" dirty="0" err="1"/>
              <a:t>execute</a:t>
            </a:r>
            <a:br>
              <a:rPr lang="de-DE" dirty="0"/>
            </a:br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FDD7C0D-3639-4435-BF2E-54E74AFA9F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800"/>
            <a:r>
              <a:rPr lang="de-DE" dirty="0"/>
              <a:t>SRH Unternehmen  –  Anil Keshav &amp; Ashish Chouhan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37E79E0-2715-4D89-B222-037FEF3EC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/>
            <a:fld id="{075B144D-941B-4DFC-AF5F-0416193D12EC}" type="slidenum">
              <a:rPr lang="de-DE"/>
              <a:pPr defTabSz="685800"/>
              <a:t>30</a:t>
            </a:fld>
            <a:endParaRPr lang="de-DE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6ECDA49-7E04-4B0C-845C-7916ED8F4105}"/>
              </a:ext>
            </a:extLst>
          </p:cNvPr>
          <p:cNvSpPr/>
          <p:nvPr/>
        </p:nvSpPr>
        <p:spPr>
          <a:xfrm>
            <a:off x="6269232" y="726504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CPU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707AF7E-AC06-45B8-B476-DFD1C5EFEF7B}"/>
              </a:ext>
            </a:extLst>
          </p:cNvPr>
          <p:cNvSpPr/>
          <p:nvPr/>
        </p:nvSpPr>
        <p:spPr>
          <a:xfrm>
            <a:off x="772964" y="3552247"/>
            <a:ext cx="6489608" cy="94071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RAM</a:t>
            </a:r>
            <a:endParaRPr lang="en-DE" dirty="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F5943AEB-41B1-489D-8BC7-3805E883AC38}"/>
              </a:ext>
            </a:extLst>
          </p:cNvPr>
          <p:cNvSpPr/>
          <p:nvPr/>
        </p:nvSpPr>
        <p:spPr>
          <a:xfrm>
            <a:off x="772964" y="869309"/>
            <a:ext cx="1257300" cy="6521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HARD DISK</a:t>
            </a:r>
            <a:endParaRPr lang="en-DE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6BA3F91-5DBE-442B-A138-A055F3E0B57E}"/>
              </a:ext>
            </a:extLst>
          </p:cNvPr>
          <p:cNvSpPr txBox="1"/>
          <p:nvPr/>
        </p:nvSpPr>
        <p:spPr>
          <a:xfrm>
            <a:off x="2386853" y="3146426"/>
            <a:ext cx="9585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Byte 75</a:t>
            </a:r>
            <a:endParaRPr lang="en-DE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2EA8CBC-9CA6-475F-A8F6-2FF6DD608953}"/>
              </a:ext>
            </a:extLst>
          </p:cNvPr>
          <p:cNvSpPr/>
          <p:nvPr/>
        </p:nvSpPr>
        <p:spPr>
          <a:xfrm>
            <a:off x="6269232" y="2725022"/>
            <a:ext cx="958562" cy="5715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BIOS</a:t>
            </a:r>
            <a:endParaRPr lang="en-DE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FB0ABF0-7E2E-4908-BF26-AC0D7AF191D8}"/>
              </a:ext>
            </a:extLst>
          </p:cNvPr>
          <p:cNvSpPr/>
          <p:nvPr/>
        </p:nvSpPr>
        <p:spPr>
          <a:xfrm>
            <a:off x="759307" y="3576671"/>
            <a:ext cx="1735259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</a:rPr>
              <a:t>Interrupt Vector table </a:t>
            </a:r>
            <a:endParaRPr lang="en-DE" sz="1100" dirty="0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4283287-6B84-4125-87FE-915B8C8D2022}"/>
              </a:ext>
            </a:extLst>
          </p:cNvPr>
          <p:cNvSpPr txBox="1"/>
          <p:nvPr/>
        </p:nvSpPr>
        <p:spPr>
          <a:xfrm>
            <a:off x="759307" y="3146426"/>
            <a:ext cx="14191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Some Bytes</a:t>
            </a:r>
            <a:endParaRPr lang="en-DE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C7F0991-86E7-4F2B-90CD-1ACFBD4D625A}"/>
              </a:ext>
            </a:extLst>
          </p:cNvPr>
          <p:cNvSpPr txBox="1"/>
          <p:nvPr/>
        </p:nvSpPr>
        <p:spPr>
          <a:xfrm>
            <a:off x="2386853" y="3583608"/>
            <a:ext cx="1163030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900" dirty="0">
                <a:solidFill>
                  <a:schemeClr val="bg1"/>
                </a:solidFill>
              </a:rPr>
              <a:t> push </a:t>
            </a:r>
            <a:r>
              <a:rPr lang="en-DE" sz="900" dirty="0" err="1">
                <a:solidFill>
                  <a:schemeClr val="bg1"/>
                </a:solidFill>
              </a:rPr>
              <a:t>ebp</a:t>
            </a:r>
            <a:endParaRPr lang="en-US" sz="900" dirty="0">
              <a:solidFill>
                <a:schemeClr val="bg1"/>
              </a:solidFill>
            </a:endParaRPr>
          </a:p>
          <a:p>
            <a:r>
              <a:rPr lang="en-US" sz="900" dirty="0">
                <a:solidFill>
                  <a:schemeClr val="bg1"/>
                </a:solidFill>
              </a:rPr>
              <a:t> 1011 111 : Boot Sector Read bytes of OS from Hard Disk and Cylinder 0 track 9</a:t>
            </a:r>
            <a:endParaRPr lang="en-DE" sz="900" dirty="0">
              <a:solidFill>
                <a:schemeClr val="bg1"/>
              </a:solidFill>
            </a:endParaRPr>
          </a:p>
          <a:p>
            <a:endParaRPr lang="en-DE" sz="9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12AD138-662E-43C8-B50D-79E4FA6BF10C}"/>
              </a:ext>
            </a:extLst>
          </p:cNvPr>
          <p:cNvSpPr/>
          <p:nvPr/>
        </p:nvSpPr>
        <p:spPr>
          <a:xfrm>
            <a:off x="6247151" y="1715778"/>
            <a:ext cx="958562" cy="38240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Program counter 75</a:t>
            </a:r>
            <a:endParaRPr lang="en-DE" sz="9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AE09B36-551F-42DD-AC19-B27143BD971D}"/>
              </a:ext>
            </a:extLst>
          </p:cNvPr>
          <p:cNvSpPr txBox="1"/>
          <p:nvPr/>
        </p:nvSpPr>
        <p:spPr>
          <a:xfrm>
            <a:off x="2178420" y="774748"/>
            <a:ext cx="11630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OS code:</a:t>
            </a:r>
          </a:p>
          <a:p>
            <a:endParaRPr lang="en-US" sz="900" dirty="0"/>
          </a:p>
          <a:p>
            <a:r>
              <a:rPr lang="en-US" sz="900" dirty="0"/>
              <a:t>Add 111, </a:t>
            </a:r>
            <a:r>
              <a:rPr lang="en-US" sz="900" dirty="0" err="1"/>
              <a:t>xyb</a:t>
            </a:r>
            <a:endParaRPr lang="en-US" sz="900" dirty="0"/>
          </a:p>
          <a:p>
            <a:r>
              <a:rPr lang="en-US" sz="900" dirty="0"/>
              <a:t>Push </a:t>
            </a:r>
            <a:r>
              <a:rPr lang="en-US" sz="900" dirty="0" err="1"/>
              <a:t>ebp</a:t>
            </a:r>
            <a:r>
              <a:rPr lang="en-US" sz="900" dirty="0"/>
              <a:t>, 111</a:t>
            </a:r>
            <a:endParaRPr lang="en-DE" sz="900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2CBCC6F-0AA9-4B8C-8932-EE56B454551B}"/>
              </a:ext>
            </a:extLst>
          </p:cNvPr>
          <p:cNvCxnSpPr/>
          <p:nvPr/>
        </p:nvCxnSpPr>
        <p:spPr>
          <a:xfrm>
            <a:off x="2030264" y="1521492"/>
            <a:ext cx="3227536" cy="20307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Datumsplatzhalter 3">
            <a:extLst>
              <a:ext uri="{FF2B5EF4-FFF2-40B4-BE49-F238E27FC236}">
                <a16:creationId xmlns:a16="http://schemas.microsoft.com/office/drawing/2014/main" id="{C525121C-8A14-4035-84AD-AC2641A56C9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75734" y="4767263"/>
            <a:ext cx="655919" cy="273844"/>
          </a:xfrm>
        </p:spPr>
        <p:txBody>
          <a:bodyPr/>
          <a:lstStyle/>
          <a:p>
            <a:pPr defTabSz="685800"/>
            <a:r>
              <a:rPr lang="de-DE" dirty="0"/>
              <a:t>07.06.2022</a:t>
            </a:r>
          </a:p>
        </p:txBody>
      </p:sp>
    </p:spTree>
    <p:extLst>
      <p:ext uri="{BB962C8B-B14F-4D97-AF65-F5344CB8AC3E}">
        <p14:creationId xmlns:p14="http://schemas.microsoft.com/office/powerpoint/2010/main" val="3337810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A4A1FFF-CF92-4430-936D-95E35768C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How</a:t>
            </a:r>
            <a:r>
              <a:rPr lang="de-DE" dirty="0"/>
              <a:t> </a:t>
            </a:r>
            <a:r>
              <a:rPr lang="de-DE" dirty="0" err="1"/>
              <a:t>does</a:t>
            </a:r>
            <a:r>
              <a:rPr lang="de-DE" dirty="0"/>
              <a:t> </a:t>
            </a:r>
            <a:r>
              <a:rPr lang="de-DE" dirty="0" err="1"/>
              <a:t>any</a:t>
            </a:r>
            <a:r>
              <a:rPr lang="de-DE" dirty="0"/>
              <a:t> </a:t>
            </a:r>
            <a:r>
              <a:rPr lang="de-DE" dirty="0" err="1"/>
              <a:t>program</a:t>
            </a:r>
            <a:r>
              <a:rPr lang="de-DE" dirty="0"/>
              <a:t> </a:t>
            </a:r>
            <a:r>
              <a:rPr lang="de-DE" dirty="0" err="1"/>
              <a:t>execute</a:t>
            </a:r>
            <a:br>
              <a:rPr lang="de-DE" dirty="0"/>
            </a:br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FDD7C0D-3639-4435-BF2E-54E74AFA9F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800"/>
            <a:r>
              <a:rPr lang="de-DE" dirty="0"/>
              <a:t>SRH Unternehmen  –  Anil Keshav &amp; Ashish Chouhan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37E79E0-2715-4D89-B222-037FEF3EC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/>
            <a:fld id="{075B144D-941B-4DFC-AF5F-0416193D12EC}" type="slidenum">
              <a:rPr lang="de-DE"/>
              <a:pPr defTabSz="685800"/>
              <a:t>31</a:t>
            </a:fld>
            <a:endParaRPr lang="de-DE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6ECDA49-7E04-4B0C-845C-7916ED8F4105}"/>
              </a:ext>
            </a:extLst>
          </p:cNvPr>
          <p:cNvSpPr/>
          <p:nvPr/>
        </p:nvSpPr>
        <p:spPr>
          <a:xfrm>
            <a:off x="6269232" y="726504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CPU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707AF7E-AC06-45B8-B476-DFD1C5EFEF7B}"/>
              </a:ext>
            </a:extLst>
          </p:cNvPr>
          <p:cNvSpPr/>
          <p:nvPr/>
        </p:nvSpPr>
        <p:spPr>
          <a:xfrm>
            <a:off x="772964" y="3552247"/>
            <a:ext cx="6489608" cy="94071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RAM</a:t>
            </a:r>
            <a:endParaRPr lang="en-DE" dirty="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F5943AEB-41B1-489D-8BC7-3805E883AC38}"/>
              </a:ext>
            </a:extLst>
          </p:cNvPr>
          <p:cNvSpPr/>
          <p:nvPr/>
        </p:nvSpPr>
        <p:spPr>
          <a:xfrm>
            <a:off x="772964" y="869309"/>
            <a:ext cx="1257300" cy="6521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HARD DISK</a:t>
            </a:r>
            <a:endParaRPr lang="en-DE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6BA3F91-5DBE-442B-A138-A055F3E0B57E}"/>
              </a:ext>
            </a:extLst>
          </p:cNvPr>
          <p:cNvSpPr txBox="1"/>
          <p:nvPr/>
        </p:nvSpPr>
        <p:spPr>
          <a:xfrm>
            <a:off x="2386853" y="3146426"/>
            <a:ext cx="9585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Byte 75</a:t>
            </a:r>
            <a:endParaRPr lang="en-DE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2EA8CBC-9CA6-475F-A8F6-2FF6DD608953}"/>
              </a:ext>
            </a:extLst>
          </p:cNvPr>
          <p:cNvSpPr/>
          <p:nvPr/>
        </p:nvSpPr>
        <p:spPr>
          <a:xfrm>
            <a:off x="6269232" y="2725022"/>
            <a:ext cx="958562" cy="5715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BIOS</a:t>
            </a:r>
            <a:endParaRPr lang="en-DE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FB0ABF0-7E2E-4908-BF26-AC0D7AF191D8}"/>
              </a:ext>
            </a:extLst>
          </p:cNvPr>
          <p:cNvSpPr/>
          <p:nvPr/>
        </p:nvSpPr>
        <p:spPr>
          <a:xfrm>
            <a:off x="759307" y="3576671"/>
            <a:ext cx="1735259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</a:rPr>
              <a:t>Interrupt Vector table </a:t>
            </a:r>
            <a:endParaRPr lang="en-DE" sz="1100" dirty="0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4283287-6B84-4125-87FE-915B8C8D2022}"/>
              </a:ext>
            </a:extLst>
          </p:cNvPr>
          <p:cNvSpPr txBox="1"/>
          <p:nvPr/>
        </p:nvSpPr>
        <p:spPr>
          <a:xfrm>
            <a:off x="759307" y="3146426"/>
            <a:ext cx="14191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Some Bytes</a:t>
            </a:r>
            <a:endParaRPr lang="en-DE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C7F0991-86E7-4F2B-90CD-1ACFBD4D625A}"/>
              </a:ext>
            </a:extLst>
          </p:cNvPr>
          <p:cNvSpPr txBox="1"/>
          <p:nvPr/>
        </p:nvSpPr>
        <p:spPr>
          <a:xfrm>
            <a:off x="2386853" y="3583608"/>
            <a:ext cx="1163030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900" dirty="0">
                <a:solidFill>
                  <a:schemeClr val="bg1"/>
                </a:solidFill>
              </a:rPr>
              <a:t> push </a:t>
            </a:r>
            <a:r>
              <a:rPr lang="en-DE" sz="900" dirty="0" err="1">
                <a:solidFill>
                  <a:schemeClr val="bg1"/>
                </a:solidFill>
              </a:rPr>
              <a:t>ebp</a:t>
            </a:r>
            <a:endParaRPr lang="en-US" sz="900" dirty="0">
              <a:solidFill>
                <a:schemeClr val="bg1"/>
              </a:solidFill>
            </a:endParaRPr>
          </a:p>
          <a:p>
            <a:r>
              <a:rPr lang="en-US" sz="900" dirty="0">
                <a:solidFill>
                  <a:schemeClr val="bg1"/>
                </a:solidFill>
              </a:rPr>
              <a:t> 1011 111 : Boot Sector Read bytes of OS from Hard Disk and Cylinder 0 track 9</a:t>
            </a:r>
            <a:endParaRPr lang="en-DE" sz="900" dirty="0">
              <a:solidFill>
                <a:schemeClr val="bg1"/>
              </a:solidFill>
            </a:endParaRPr>
          </a:p>
          <a:p>
            <a:endParaRPr lang="en-DE" sz="9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12AD138-662E-43C8-B50D-79E4FA6BF10C}"/>
              </a:ext>
            </a:extLst>
          </p:cNvPr>
          <p:cNvSpPr/>
          <p:nvPr/>
        </p:nvSpPr>
        <p:spPr>
          <a:xfrm>
            <a:off x="6247151" y="1715778"/>
            <a:ext cx="958562" cy="38240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Program counter 75</a:t>
            </a:r>
            <a:endParaRPr lang="en-DE" sz="9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AE09B36-551F-42DD-AC19-B27143BD971D}"/>
              </a:ext>
            </a:extLst>
          </p:cNvPr>
          <p:cNvSpPr txBox="1"/>
          <p:nvPr/>
        </p:nvSpPr>
        <p:spPr>
          <a:xfrm>
            <a:off x="5012604" y="3660615"/>
            <a:ext cx="11630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OS code:</a:t>
            </a:r>
          </a:p>
          <a:p>
            <a:endParaRPr lang="en-US" sz="900" dirty="0">
              <a:solidFill>
                <a:schemeClr val="bg1"/>
              </a:solidFill>
            </a:endParaRPr>
          </a:p>
          <a:p>
            <a:r>
              <a:rPr lang="en-US" sz="900" dirty="0">
                <a:solidFill>
                  <a:schemeClr val="bg1"/>
                </a:solidFill>
              </a:rPr>
              <a:t>Add 111, </a:t>
            </a:r>
            <a:r>
              <a:rPr lang="en-US" sz="900" dirty="0" err="1">
                <a:solidFill>
                  <a:schemeClr val="bg1"/>
                </a:solidFill>
              </a:rPr>
              <a:t>xyb</a:t>
            </a:r>
            <a:endParaRPr lang="en-US" sz="900" dirty="0">
              <a:solidFill>
                <a:schemeClr val="bg1"/>
              </a:solidFill>
            </a:endParaRPr>
          </a:p>
          <a:p>
            <a:r>
              <a:rPr lang="en-US" sz="900" dirty="0">
                <a:solidFill>
                  <a:schemeClr val="bg1"/>
                </a:solidFill>
              </a:rPr>
              <a:t>Push </a:t>
            </a:r>
            <a:r>
              <a:rPr lang="en-US" sz="900" dirty="0" err="1">
                <a:solidFill>
                  <a:schemeClr val="bg1"/>
                </a:solidFill>
              </a:rPr>
              <a:t>ebp</a:t>
            </a:r>
            <a:r>
              <a:rPr lang="en-US" sz="900" dirty="0">
                <a:solidFill>
                  <a:schemeClr val="bg1"/>
                </a:solidFill>
              </a:rPr>
              <a:t>, 111</a:t>
            </a:r>
            <a:endParaRPr lang="en-DE" sz="900" dirty="0">
              <a:solidFill>
                <a:schemeClr val="bg1"/>
              </a:solidFill>
            </a:endParaRPr>
          </a:p>
        </p:txBody>
      </p:sp>
      <p:sp>
        <p:nvSpPr>
          <p:cNvPr id="19" name="Datumsplatzhalter 3">
            <a:extLst>
              <a:ext uri="{FF2B5EF4-FFF2-40B4-BE49-F238E27FC236}">
                <a16:creationId xmlns:a16="http://schemas.microsoft.com/office/drawing/2014/main" id="{F88A0691-E7FB-4999-9BE8-584CDFD9708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75734" y="4767263"/>
            <a:ext cx="655919" cy="273844"/>
          </a:xfrm>
        </p:spPr>
        <p:txBody>
          <a:bodyPr/>
          <a:lstStyle/>
          <a:p>
            <a:pPr defTabSz="685800"/>
            <a:r>
              <a:rPr lang="de-DE" dirty="0"/>
              <a:t>07.06.2022</a:t>
            </a:r>
          </a:p>
        </p:txBody>
      </p:sp>
    </p:spTree>
    <p:extLst>
      <p:ext uri="{BB962C8B-B14F-4D97-AF65-F5344CB8AC3E}">
        <p14:creationId xmlns:p14="http://schemas.microsoft.com/office/powerpoint/2010/main" val="38530088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A4A1FFF-CF92-4430-936D-95E35768C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How</a:t>
            </a:r>
            <a:r>
              <a:rPr lang="de-DE" dirty="0"/>
              <a:t> </a:t>
            </a:r>
            <a:r>
              <a:rPr lang="de-DE" dirty="0" err="1"/>
              <a:t>does</a:t>
            </a:r>
            <a:r>
              <a:rPr lang="de-DE" dirty="0"/>
              <a:t> </a:t>
            </a:r>
            <a:r>
              <a:rPr lang="de-DE" dirty="0" err="1"/>
              <a:t>any</a:t>
            </a:r>
            <a:r>
              <a:rPr lang="de-DE" dirty="0"/>
              <a:t> </a:t>
            </a:r>
            <a:r>
              <a:rPr lang="de-DE" dirty="0" err="1"/>
              <a:t>program</a:t>
            </a:r>
            <a:r>
              <a:rPr lang="de-DE" dirty="0"/>
              <a:t> </a:t>
            </a:r>
            <a:r>
              <a:rPr lang="de-DE" dirty="0" err="1"/>
              <a:t>execute</a:t>
            </a:r>
            <a:br>
              <a:rPr lang="de-DE" dirty="0"/>
            </a:br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FDD7C0D-3639-4435-BF2E-54E74AFA9F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800"/>
            <a:r>
              <a:rPr lang="de-DE" dirty="0"/>
              <a:t>SRH Unternehmen  –  Anil Keshav &amp; Ashish Chouhan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37E79E0-2715-4D89-B222-037FEF3EC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/>
            <a:fld id="{075B144D-941B-4DFC-AF5F-0416193D12EC}" type="slidenum">
              <a:rPr lang="de-DE"/>
              <a:pPr defTabSz="685800"/>
              <a:t>32</a:t>
            </a:fld>
            <a:endParaRPr lang="de-DE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6ECDA49-7E04-4B0C-845C-7916ED8F4105}"/>
              </a:ext>
            </a:extLst>
          </p:cNvPr>
          <p:cNvSpPr/>
          <p:nvPr/>
        </p:nvSpPr>
        <p:spPr>
          <a:xfrm>
            <a:off x="6269232" y="726504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CPU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707AF7E-AC06-45B8-B476-DFD1C5EFEF7B}"/>
              </a:ext>
            </a:extLst>
          </p:cNvPr>
          <p:cNvSpPr/>
          <p:nvPr/>
        </p:nvSpPr>
        <p:spPr>
          <a:xfrm>
            <a:off x="772964" y="3552247"/>
            <a:ext cx="6489608" cy="94071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RAM</a:t>
            </a:r>
            <a:endParaRPr lang="en-DE" dirty="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F5943AEB-41B1-489D-8BC7-3805E883AC38}"/>
              </a:ext>
            </a:extLst>
          </p:cNvPr>
          <p:cNvSpPr/>
          <p:nvPr/>
        </p:nvSpPr>
        <p:spPr>
          <a:xfrm>
            <a:off x="772964" y="869309"/>
            <a:ext cx="1257300" cy="6521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HARD DISK</a:t>
            </a:r>
            <a:endParaRPr lang="en-DE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6BA3F91-5DBE-442B-A138-A055F3E0B57E}"/>
              </a:ext>
            </a:extLst>
          </p:cNvPr>
          <p:cNvSpPr txBox="1"/>
          <p:nvPr/>
        </p:nvSpPr>
        <p:spPr>
          <a:xfrm>
            <a:off x="2386853" y="3146426"/>
            <a:ext cx="9585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Byte 75</a:t>
            </a:r>
            <a:endParaRPr lang="en-DE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2EA8CBC-9CA6-475F-A8F6-2FF6DD608953}"/>
              </a:ext>
            </a:extLst>
          </p:cNvPr>
          <p:cNvSpPr/>
          <p:nvPr/>
        </p:nvSpPr>
        <p:spPr>
          <a:xfrm>
            <a:off x="6269232" y="2725022"/>
            <a:ext cx="958562" cy="5715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BIOS</a:t>
            </a:r>
            <a:endParaRPr lang="en-DE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FB0ABF0-7E2E-4908-BF26-AC0D7AF191D8}"/>
              </a:ext>
            </a:extLst>
          </p:cNvPr>
          <p:cNvSpPr/>
          <p:nvPr/>
        </p:nvSpPr>
        <p:spPr>
          <a:xfrm>
            <a:off x="759307" y="3576671"/>
            <a:ext cx="1735259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</a:rPr>
              <a:t>Interrupt Vector table </a:t>
            </a:r>
            <a:endParaRPr lang="en-DE" sz="1100" dirty="0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4283287-6B84-4125-87FE-915B8C8D2022}"/>
              </a:ext>
            </a:extLst>
          </p:cNvPr>
          <p:cNvSpPr txBox="1"/>
          <p:nvPr/>
        </p:nvSpPr>
        <p:spPr>
          <a:xfrm>
            <a:off x="759307" y="3146426"/>
            <a:ext cx="14191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Some Bytes</a:t>
            </a:r>
            <a:endParaRPr lang="en-DE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C7F0991-86E7-4F2B-90CD-1ACFBD4D625A}"/>
              </a:ext>
            </a:extLst>
          </p:cNvPr>
          <p:cNvSpPr txBox="1"/>
          <p:nvPr/>
        </p:nvSpPr>
        <p:spPr>
          <a:xfrm>
            <a:off x="2386853" y="3583608"/>
            <a:ext cx="1163030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900" dirty="0">
                <a:solidFill>
                  <a:schemeClr val="bg1"/>
                </a:solidFill>
              </a:rPr>
              <a:t> push </a:t>
            </a:r>
            <a:r>
              <a:rPr lang="en-DE" sz="900" dirty="0" err="1">
                <a:solidFill>
                  <a:schemeClr val="bg1"/>
                </a:solidFill>
              </a:rPr>
              <a:t>ebp</a:t>
            </a:r>
            <a:endParaRPr lang="en-US" sz="900" dirty="0">
              <a:solidFill>
                <a:schemeClr val="bg1"/>
              </a:solidFill>
            </a:endParaRPr>
          </a:p>
          <a:p>
            <a:r>
              <a:rPr lang="en-US" sz="900" dirty="0">
                <a:solidFill>
                  <a:schemeClr val="bg1"/>
                </a:solidFill>
              </a:rPr>
              <a:t> 1011 111 : Boot Sector Read bytes of OS from Hard Disk and Cylinder 0 track 9</a:t>
            </a:r>
            <a:endParaRPr lang="en-DE" sz="900" dirty="0">
              <a:solidFill>
                <a:schemeClr val="bg1"/>
              </a:solidFill>
            </a:endParaRPr>
          </a:p>
          <a:p>
            <a:endParaRPr lang="en-DE" sz="9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12AD138-662E-43C8-B50D-79E4FA6BF10C}"/>
              </a:ext>
            </a:extLst>
          </p:cNvPr>
          <p:cNvSpPr/>
          <p:nvPr/>
        </p:nvSpPr>
        <p:spPr>
          <a:xfrm>
            <a:off x="6247151" y="1715778"/>
            <a:ext cx="958562" cy="38240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Program counter 75</a:t>
            </a:r>
            <a:endParaRPr lang="en-DE" sz="9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AE09B36-551F-42DD-AC19-B27143BD971D}"/>
              </a:ext>
            </a:extLst>
          </p:cNvPr>
          <p:cNvSpPr txBox="1"/>
          <p:nvPr/>
        </p:nvSpPr>
        <p:spPr>
          <a:xfrm>
            <a:off x="5012604" y="3660615"/>
            <a:ext cx="11630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OS code:</a:t>
            </a:r>
          </a:p>
          <a:p>
            <a:endParaRPr lang="en-US" sz="900" dirty="0">
              <a:solidFill>
                <a:schemeClr val="bg1"/>
              </a:solidFill>
            </a:endParaRPr>
          </a:p>
          <a:p>
            <a:r>
              <a:rPr lang="en-US" sz="900" dirty="0">
                <a:solidFill>
                  <a:schemeClr val="bg1"/>
                </a:solidFill>
              </a:rPr>
              <a:t>Add 111, </a:t>
            </a:r>
            <a:r>
              <a:rPr lang="en-US" sz="900" dirty="0" err="1">
                <a:solidFill>
                  <a:schemeClr val="bg1"/>
                </a:solidFill>
              </a:rPr>
              <a:t>xyb</a:t>
            </a:r>
            <a:endParaRPr lang="en-US" sz="900" dirty="0">
              <a:solidFill>
                <a:schemeClr val="bg1"/>
              </a:solidFill>
            </a:endParaRPr>
          </a:p>
          <a:p>
            <a:r>
              <a:rPr lang="en-US" sz="900" dirty="0">
                <a:solidFill>
                  <a:schemeClr val="bg1"/>
                </a:solidFill>
              </a:rPr>
              <a:t>Push </a:t>
            </a:r>
            <a:r>
              <a:rPr lang="en-US" sz="900" dirty="0" err="1">
                <a:solidFill>
                  <a:schemeClr val="bg1"/>
                </a:solidFill>
              </a:rPr>
              <a:t>ebp</a:t>
            </a:r>
            <a:r>
              <a:rPr lang="en-US" sz="900" dirty="0">
                <a:solidFill>
                  <a:schemeClr val="bg1"/>
                </a:solidFill>
              </a:rPr>
              <a:t>, 111</a:t>
            </a:r>
            <a:endParaRPr lang="en-DE" sz="900" dirty="0">
              <a:solidFill>
                <a:schemeClr val="bg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CCC06E8-BAF9-4D2D-B814-435FA32EDADC}"/>
              </a:ext>
            </a:extLst>
          </p:cNvPr>
          <p:cNvSpPr txBox="1"/>
          <p:nvPr/>
        </p:nvSpPr>
        <p:spPr>
          <a:xfrm>
            <a:off x="5012604" y="3201861"/>
            <a:ext cx="11240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Byte 675</a:t>
            </a:r>
            <a:endParaRPr lang="en-DE" dirty="0"/>
          </a:p>
        </p:txBody>
      </p:sp>
      <p:sp>
        <p:nvSpPr>
          <p:cNvPr id="20" name="Datumsplatzhalter 3">
            <a:extLst>
              <a:ext uri="{FF2B5EF4-FFF2-40B4-BE49-F238E27FC236}">
                <a16:creationId xmlns:a16="http://schemas.microsoft.com/office/drawing/2014/main" id="{BE60BE9F-8D83-4C73-9886-C6DEEB2B570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75734" y="4767263"/>
            <a:ext cx="655919" cy="273844"/>
          </a:xfrm>
        </p:spPr>
        <p:txBody>
          <a:bodyPr/>
          <a:lstStyle/>
          <a:p>
            <a:pPr defTabSz="685800"/>
            <a:r>
              <a:rPr lang="de-DE" dirty="0"/>
              <a:t>07.06.2022</a:t>
            </a:r>
          </a:p>
        </p:txBody>
      </p:sp>
    </p:spTree>
    <p:extLst>
      <p:ext uri="{BB962C8B-B14F-4D97-AF65-F5344CB8AC3E}">
        <p14:creationId xmlns:p14="http://schemas.microsoft.com/office/powerpoint/2010/main" val="3047405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A4A1FFF-CF92-4430-936D-95E35768C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How</a:t>
            </a:r>
            <a:r>
              <a:rPr lang="de-DE" dirty="0"/>
              <a:t> </a:t>
            </a:r>
            <a:r>
              <a:rPr lang="de-DE" dirty="0" err="1"/>
              <a:t>does</a:t>
            </a:r>
            <a:r>
              <a:rPr lang="de-DE" dirty="0"/>
              <a:t> </a:t>
            </a:r>
            <a:r>
              <a:rPr lang="de-DE" dirty="0" err="1"/>
              <a:t>any</a:t>
            </a:r>
            <a:r>
              <a:rPr lang="de-DE" dirty="0"/>
              <a:t> </a:t>
            </a:r>
            <a:r>
              <a:rPr lang="de-DE" dirty="0" err="1"/>
              <a:t>program</a:t>
            </a:r>
            <a:r>
              <a:rPr lang="de-DE" dirty="0"/>
              <a:t> </a:t>
            </a:r>
            <a:r>
              <a:rPr lang="de-DE" dirty="0" err="1"/>
              <a:t>execute</a:t>
            </a:r>
            <a:br>
              <a:rPr lang="de-DE" dirty="0"/>
            </a:br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FDD7C0D-3639-4435-BF2E-54E74AFA9F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800"/>
            <a:r>
              <a:rPr lang="de-DE" dirty="0"/>
              <a:t>SRH Unternehmen  –  Anil Keshav &amp; Ashish Chouhan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37E79E0-2715-4D89-B222-037FEF3EC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/>
            <a:fld id="{075B144D-941B-4DFC-AF5F-0416193D12EC}" type="slidenum">
              <a:rPr lang="de-DE"/>
              <a:pPr defTabSz="685800"/>
              <a:t>33</a:t>
            </a:fld>
            <a:endParaRPr lang="de-DE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6ECDA49-7E04-4B0C-845C-7916ED8F4105}"/>
              </a:ext>
            </a:extLst>
          </p:cNvPr>
          <p:cNvSpPr/>
          <p:nvPr/>
        </p:nvSpPr>
        <p:spPr>
          <a:xfrm>
            <a:off x="6269232" y="726504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CPU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707AF7E-AC06-45B8-B476-DFD1C5EFEF7B}"/>
              </a:ext>
            </a:extLst>
          </p:cNvPr>
          <p:cNvSpPr/>
          <p:nvPr/>
        </p:nvSpPr>
        <p:spPr>
          <a:xfrm>
            <a:off x="772964" y="3552247"/>
            <a:ext cx="6489608" cy="94071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RAM</a:t>
            </a:r>
            <a:endParaRPr lang="en-DE" dirty="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F5943AEB-41B1-489D-8BC7-3805E883AC38}"/>
              </a:ext>
            </a:extLst>
          </p:cNvPr>
          <p:cNvSpPr/>
          <p:nvPr/>
        </p:nvSpPr>
        <p:spPr>
          <a:xfrm>
            <a:off x="772964" y="869309"/>
            <a:ext cx="1257300" cy="6521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HARD DISK</a:t>
            </a:r>
            <a:endParaRPr lang="en-DE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6BA3F91-5DBE-442B-A138-A055F3E0B57E}"/>
              </a:ext>
            </a:extLst>
          </p:cNvPr>
          <p:cNvSpPr txBox="1"/>
          <p:nvPr/>
        </p:nvSpPr>
        <p:spPr>
          <a:xfrm>
            <a:off x="2386853" y="3146426"/>
            <a:ext cx="9585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Byte 75</a:t>
            </a:r>
            <a:endParaRPr lang="en-DE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2EA8CBC-9CA6-475F-A8F6-2FF6DD608953}"/>
              </a:ext>
            </a:extLst>
          </p:cNvPr>
          <p:cNvSpPr/>
          <p:nvPr/>
        </p:nvSpPr>
        <p:spPr>
          <a:xfrm>
            <a:off x="6269232" y="2725022"/>
            <a:ext cx="958562" cy="5715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BIOS</a:t>
            </a:r>
            <a:endParaRPr lang="en-DE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FB0ABF0-7E2E-4908-BF26-AC0D7AF191D8}"/>
              </a:ext>
            </a:extLst>
          </p:cNvPr>
          <p:cNvSpPr/>
          <p:nvPr/>
        </p:nvSpPr>
        <p:spPr>
          <a:xfrm>
            <a:off x="759307" y="3576671"/>
            <a:ext cx="1735259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</a:rPr>
              <a:t>Interrupt Vector table </a:t>
            </a:r>
            <a:endParaRPr lang="en-DE" sz="1100" dirty="0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4283287-6B84-4125-87FE-915B8C8D2022}"/>
              </a:ext>
            </a:extLst>
          </p:cNvPr>
          <p:cNvSpPr txBox="1"/>
          <p:nvPr/>
        </p:nvSpPr>
        <p:spPr>
          <a:xfrm>
            <a:off x="759307" y="3146426"/>
            <a:ext cx="14191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Some Bytes</a:t>
            </a:r>
            <a:endParaRPr lang="en-DE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C7F0991-86E7-4F2B-90CD-1ACFBD4D625A}"/>
              </a:ext>
            </a:extLst>
          </p:cNvPr>
          <p:cNvSpPr txBox="1"/>
          <p:nvPr/>
        </p:nvSpPr>
        <p:spPr>
          <a:xfrm>
            <a:off x="2386853" y="3583608"/>
            <a:ext cx="1163030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900" dirty="0">
                <a:solidFill>
                  <a:schemeClr val="bg1"/>
                </a:solidFill>
              </a:rPr>
              <a:t> push </a:t>
            </a:r>
            <a:r>
              <a:rPr lang="en-DE" sz="900" dirty="0" err="1">
                <a:solidFill>
                  <a:schemeClr val="bg1"/>
                </a:solidFill>
              </a:rPr>
              <a:t>ebp</a:t>
            </a:r>
            <a:endParaRPr lang="en-US" sz="900" dirty="0">
              <a:solidFill>
                <a:schemeClr val="bg1"/>
              </a:solidFill>
            </a:endParaRPr>
          </a:p>
          <a:p>
            <a:r>
              <a:rPr lang="en-US" sz="900" dirty="0">
                <a:solidFill>
                  <a:schemeClr val="bg1"/>
                </a:solidFill>
              </a:rPr>
              <a:t> 1011 111 : Boot Sector Read bytes of OS from Hard Disk and Cylinder 0 track 9</a:t>
            </a:r>
            <a:endParaRPr lang="en-DE" sz="900" dirty="0">
              <a:solidFill>
                <a:schemeClr val="bg1"/>
              </a:solidFill>
            </a:endParaRPr>
          </a:p>
          <a:p>
            <a:endParaRPr lang="en-DE" sz="9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12AD138-662E-43C8-B50D-79E4FA6BF10C}"/>
              </a:ext>
            </a:extLst>
          </p:cNvPr>
          <p:cNvSpPr/>
          <p:nvPr/>
        </p:nvSpPr>
        <p:spPr>
          <a:xfrm>
            <a:off x="6247151" y="1715778"/>
            <a:ext cx="958562" cy="38240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Program counter 75</a:t>
            </a:r>
            <a:endParaRPr lang="en-DE" sz="9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AE09B36-551F-42DD-AC19-B27143BD971D}"/>
              </a:ext>
            </a:extLst>
          </p:cNvPr>
          <p:cNvSpPr txBox="1"/>
          <p:nvPr/>
        </p:nvSpPr>
        <p:spPr>
          <a:xfrm>
            <a:off x="5012604" y="3660615"/>
            <a:ext cx="11630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OS code:</a:t>
            </a:r>
          </a:p>
          <a:p>
            <a:endParaRPr lang="en-US" sz="900" dirty="0">
              <a:solidFill>
                <a:schemeClr val="bg1"/>
              </a:solidFill>
            </a:endParaRPr>
          </a:p>
          <a:p>
            <a:r>
              <a:rPr lang="en-US" sz="900" dirty="0">
                <a:solidFill>
                  <a:schemeClr val="bg1"/>
                </a:solidFill>
              </a:rPr>
              <a:t>Add 111, </a:t>
            </a:r>
            <a:r>
              <a:rPr lang="en-US" sz="900" dirty="0" err="1">
                <a:solidFill>
                  <a:schemeClr val="bg1"/>
                </a:solidFill>
              </a:rPr>
              <a:t>xyb</a:t>
            </a:r>
            <a:endParaRPr lang="en-US" sz="900" dirty="0">
              <a:solidFill>
                <a:schemeClr val="bg1"/>
              </a:solidFill>
            </a:endParaRPr>
          </a:p>
          <a:p>
            <a:r>
              <a:rPr lang="en-US" sz="900" dirty="0">
                <a:solidFill>
                  <a:schemeClr val="bg1"/>
                </a:solidFill>
              </a:rPr>
              <a:t>Push </a:t>
            </a:r>
            <a:r>
              <a:rPr lang="en-US" sz="900" dirty="0" err="1">
                <a:solidFill>
                  <a:schemeClr val="bg1"/>
                </a:solidFill>
              </a:rPr>
              <a:t>ebp</a:t>
            </a:r>
            <a:r>
              <a:rPr lang="en-US" sz="900" dirty="0">
                <a:solidFill>
                  <a:schemeClr val="bg1"/>
                </a:solidFill>
              </a:rPr>
              <a:t>, 111</a:t>
            </a:r>
            <a:endParaRPr lang="en-DE" sz="900" dirty="0">
              <a:solidFill>
                <a:schemeClr val="bg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CCC06E8-BAF9-4D2D-B814-435FA32EDADC}"/>
              </a:ext>
            </a:extLst>
          </p:cNvPr>
          <p:cNvSpPr txBox="1"/>
          <p:nvPr/>
        </p:nvSpPr>
        <p:spPr>
          <a:xfrm>
            <a:off x="5012604" y="3201861"/>
            <a:ext cx="11240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Byte 675</a:t>
            </a:r>
            <a:endParaRPr lang="en-DE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75C9959-C190-46A2-8E51-C575A959536D}"/>
              </a:ext>
            </a:extLst>
          </p:cNvPr>
          <p:cNvSpPr txBox="1"/>
          <p:nvPr/>
        </p:nvSpPr>
        <p:spPr>
          <a:xfrm>
            <a:off x="3121269" y="3201861"/>
            <a:ext cx="112403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Jump to byte 675</a:t>
            </a:r>
            <a:endParaRPr lang="en-DE" sz="1000" dirty="0"/>
          </a:p>
        </p:txBody>
      </p:sp>
      <p:sp>
        <p:nvSpPr>
          <p:cNvPr id="21" name="Datumsplatzhalter 3">
            <a:extLst>
              <a:ext uri="{FF2B5EF4-FFF2-40B4-BE49-F238E27FC236}">
                <a16:creationId xmlns:a16="http://schemas.microsoft.com/office/drawing/2014/main" id="{54C79EBA-DAA9-4D40-B2EE-EF8BB043913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75734" y="4767263"/>
            <a:ext cx="655919" cy="273844"/>
          </a:xfrm>
        </p:spPr>
        <p:txBody>
          <a:bodyPr/>
          <a:lstStyle/>
          <a:p>
            <a:pPr defTabSz="685800"/>
            <a:r>
              <a:rPr lang="de-DE" dirty="0"/>
              <a:t>07.06.2022</a:t>
            </a:r>
          </a:p>
        </p:txBody>
      </p:sp>
    </p:spTree>
    <p:extLst>
      <p:ext uri="{BB962C8B-B14F-4D97-AF65-F5344CB8AC3E}">
        <p14:creationId xmlns:p14="http://schemas.microsoft.com/office/powerpoint/2010/main" val="4234520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A4A1FFF-CF92-4430-936D-95E35768C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How</a:t>
            </a:r>
            <a:r>
              <a:rPr lang="de-DE" dirty="0"/>
              <a:t> </a:t>
            </a:r>
            <a:r>
              <a:rPr lang="de-DE" dirty="0" err="1"/>
              <a:t>does</a:t>
            </a:r>
            <a:r>
              <a:rPr lang="de-DE" dirty="0"/>
              <a:t> </a:t>
            </a:r>
            <a:r>
              <a:rPr lang="de-DE" dirty="0" err="1"/>
              <a:t>any</a:t>
            </a:r>
            <a:r>
              <a:rPr lang="de-DE" dirty="0"/>
              <a:t> </a:t>
            </a:r>
            <a:r>
              <a:rPr lang="de-DE" dirty="0" err="1"/>
              <a:t>program</a:t>
            </a:r>
            <a:r>
              <a:rPr lang="de-DE" dirty="0"/>
              <a:t> </a:t>
            </a:r>
            <a:r>
              <a:rPr lang="de-DE" dirty="0" err="1"/>
              <a:t>execute</a:t>
            </a:r>
            <a:br>
              <a:rPr lang="de-DE" dirty="0"/>
            </a:br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FDD7C0D-3639-4435-BF2E-54E74AFA9F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800"/>
            <a:r>
              <a:rPr lang="de-DE" dirty="0"/>
              <a:t>SRH Unternehmen  –  Anil Keshav &amp; Ashish Chouhan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37E79E0-2715-4D89-B222-037FEF3EC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/>
            <a:fld id="{075B144D-941B-4DFC-AF5F-0416193D12EC}" type="slidenum">
              <a:rPr lang="de-DE"/>
              <a:pPr defTabSz="685800"/>
              <a:t>34</a:t>
            </a:fld>
            <a:endParaRPr lang="de-DE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6ECDA49-7E04-4B0C-845C-7916ED8F4105}"/>
              </a:ext>
            </a:extLst>
          </p:cNvPr>
          <p:cNvSpPr/>
          <p:nvPr/>
        </p:nvSpPr>
        <p:spPr>
          <a:xfrm>
            <a:off x="6269232" y="726504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CPU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707AF7E-AC06-45B8-B476-DFD1C5EFEF7B}"/>
              </a:ext>
            </a:extLst>
          </p:cNvPr>
          <p:cNvSpPr/>
          <p:nvPr/>
        </p:nvSpPr>
        <p:spPr>
          <a:xfrm>
            <a:off x="772964" y="3552247"/>
            <a:ext cx="6489608" cy="94071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RAM</a:t>
            </a:r>
            <a:endParaRPr lang="en-DE" dirty="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F5943AEB-41B1-489D-8BC7-3805E883AC38}"/>
              </a:ext>
            </a:extLst>
          </p:cNvPr>
          <p:cNvSpPr/>
          <p:nvPr/>
        </p:nvSpPr>
        <p:spPr>
          <a:xfrm>
            <a:off x="772964" y="869309"/>
            <a:ext cx="1257300" cy="6521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HARD DISK</a:t>
            </a:r>
            <a:endParaRPr lang="en-DE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6BA3F91-5DBE-442B-A138-A055F3E0B57E}"/>
              </a:ext>
            </a:extLst>
          </p:cNvPr>
          <p:cNvSpPr txBox="1"/>
          <p:nvPr/>
        </p:nvSpPr>
        <p:spPr>
          <a:xfrm>
            <a:off x="2386853" y="3146426"/>
            <a:ext cx="9585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Byte 75</a:t>
            </a:r>
            <a:endParaRPr lang="en-DE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2EA8CBC-9CA6-475F-A8F6-2FF6DD608953}"/>
              </a:ext>
            </a:extLst>
          </p:cNvPr>
          <p:cNvSpPr/>
          <p:nvPr/>
        </p:nvSpPr>
        <p:spPr>
          <a:xfrm>
            <a:off x="6269232" y="2725022"/>
            <a:ext cx="958562" cy="5715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BIOS</a:t>
            </a:r>
            <a:endParaRPr lang="en-DE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FB0ABF0-7E2E-4908-BF26-AC0D7AF191D8}"/>
              </a:ext>
            </a:extLst>
          </p:cNvPr>
          <p:cNvSpPr/>
          <p:nvPr/>
        </p:nvSpPr>
        <p:spPr>
          <a:xfrm>
            <a:off x="759307" y="3576671"/>
            <a:ext cx="1735259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</a:rPr>
              <a:t>Interrupt Vector table </a:t>
            </a:r>
            <a:endParaRPr lang="en-DE" sz="1100" dirty="0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4283287-6B84-4125-87FE-915B8C8D2022}"/>
              </a:ext>
            </a:extLst>
          </p:cNvPr>
          <p:cNvSpPr txBox="1"/>
          <p:nvPr/>
        </p:nvSpPr>
        <p:spPr>
          <a:xfrm>
            <a:off x="759307" y="3146426"/>
            <a:ext cx="14191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Some Bytes</a:t>
            </a:r>
            <a:endParaRPr lang="en-DE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C7F0991-86E7-4F2B-90CD-1ACFBD4D625A}"/>
              </a:ext>
            </a:extLst>
          </p:cNvPr>
          <p:cNvSpPr txBox="1"/>
          <p:nvPr/>
        </p:nvSpPr>
        <p:spPr>
          <a:xfrm>
            <a:off x="2386853" y="3583608"/>
            <a:ext cx="1163030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900" dirty="0">
                <a:solidFill>
                  <a:schemeClr val="bg1"/>
                </a:solidFill>
              </a:rPr>
              <a:t> push </a:t>
            </a:r>
            <a:r>
              <a:rPr lang="en-DE" sz="900" dirty="0" err="1">
                <a:solidFill>
                  <a:schemeClr val="bg1"/>
                </a:solidFill>
              </a:rPr>
              <a:t>ebp</a:t>
            </a:r>
            <a:endParaRPr lang="en-US" sz="900" dirty="0">
              <a:solidFill>
                <a:schemeClr val="bg1"/>
              </a:solidFill>
            </a:endParaRPr>
          </a:p>
          <a:p>
            <a:r>
              <a:rPr lang="en-US" sz="900" dirty="0">
                <a:solidFill>
                  <a:schemeClr val="bg1"/>
                </a:solidFill>
              </a:rPr>
              <a:t> 1011 111 : Boot Sector Read bytes of OS from Hard Disk and Cylinder 0 track 9</a:t>
            </a:r>
            <a:endParaRPr lang="en-DE" sz="900" dirty="0">
              <a:solidFill>
                <a:schemeClr val="bg1"/>
              </a:solidFill>
            </a:endParaRPr>
          </a:p>
          <a:p>
            <a:endParaRPr lang="en-DE" sz="9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12AD138-662E-43C8-B50D-79E4FA6BF10C}"/>
              </a:ext>
            </a:extLst>
          </p:cNvPr>
          <p:cNvSpPr/>
          <p:nvPr/>
        </p:nvSpPr>
        <p:spPr>
          <a:xfrm>
            <a:off x="6247151" y="1715778"/>
            <a:ext cx="958562" cy="38240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Program counter 75</a:t>
            </a:r>
            <a:endParaRPr lang="en-DE" sz="9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AE09B36-551F-42DD-AC19-B27143BD971D}"/>
              </a:ext>
            </a:extLst>
          </p:cNvPr>
          <p:cNvSpPr txBox="1"/>
          <p:nvPr/>
        </p:nvSpPr>
        <p:spPr>
          <a:xfrm>
            <a:off x="5012604" y="3660615"/>
            <a:ext cx="11630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OS code:</a:t>
            </a:r>
          </a:p>
          <a:p>
            <a:endParaRPr lang="en-US" sz="900" dirty="0">
              <a:solidFill>
                <a:schemeClr val="bg1"/>
              </a:solidFill>
            </a:endParaRPr>
          </a:p>
          <a:p>
            <a:r>
              <a:rPr lang="en-US" sz="900" dirty="0">
                <a:solidFill>
                  <a:schemeClr val="bg1"/>
                </a:solidFill>
              </a:rPr>
              <a:t>Add 111, </a:t>
            </a:r>
            <a:r>
              <a:rPr lang="en-US" sz="900" dirty="0" err="1">
                <a:solidFill>
                  <a:schemeClr val="bg1"/>
                </a:solidFill>
              </a:rPr>
              <a:t>xyb</a:t>
            </a:r>
            <a:endParaRPr lang="en-US" sz="900" dirty="0">
              <a:solidFill>
                <a:schemeClr val="bg1"/>
              </a:solidFill>
            </a:endParaRPr>
          </a:p>
          <a:p>
            <a:r>
              <a:rPr lang="en-US" sz="900" dirty="0">
                <a:solidFill>
                  <a:schemeClr val="bg1"/>
                </a:solidFill>
              </a:rPr>
              <a:t>Push </a:t>
            </a:r>
            <a:r>
              <a:rPr lang="en-US" sz="900" dirty="0" err="1">
                <a:solidFill>
                  <a:schemeClr val="bg1"/>
                </a:solidFill>
              </a:rPr>
              <a:t>ebp</a:t>
            </a:r>
            <a:r>
              <a:rPr lang="en-US" sz="900" dirty="0">
                <a:solidFill>
                  <a:schemeClr val="bg1"/>
                </a:solidFill>
              </a:rPr>
              <a:t>, 111</a:t>
            </a:r>
            <a:endParaRPr lang="en-DE" sz="900" dirty="0">
              <a:solidFill>
                <a:schemeClr val="bg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CCC06E8-BAF9-4D2D-B814-435FA32EDADC}"/>
              </a:ext>
            </a:extLst>
          </p:cNvPr>
          <p:cNvSpPr txBox="1"/>
          <p:nvPr/>
        </p:nvSpPr>
        <p:spPr>
          <a:xfrm>
            <a:off x="5012604" y="3201861"/>
            <a:ext cx="11240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Byte 675</a:t>
            </a:r>
            <a:endParaRPr lang="en-DE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75C9959-C190-46A2-8E51-C575A959536D}"/>
              </a:ext>
            </a:extLst>
          </p:cNvPr>
          <p:cNvSpPr txBox="1"/>
          <p:nvPr/>
        </p:nvSpPr>
        <p:spPr>
          <a:xfrm>
            <a:off x="5209149" y="1751768"/>
            <a:ext cx="112403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Jump to byte 675</a:t>
            </a:r>
            <a:endParaRPr lang="en-DE" sz="1000" dirty="0"/>
          </a:p>
        </p:txBody>
      </p:sp>
      <p:sp>
        <p:nvSpPr>
          <p:cNvPr id="21" name="Datumsplatzhalter 3">
            <a:extLst>
              <a:ext uri="{FF2B5EF4-FFF2-40B4-BE49-F238E27FC236}">
                <a16:creationId xmlns:a16="http://schemas.microsoft.com/office/drawing/2014/main" id="{18A0E6F4-FCFB-4ACB-AEF4-7A4AEBCF41F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75734" y="4767263"/>
            <a:ext cx="655919" cy="273844"/>
          </a:xfrm>
        </p:spPr>
        <p:txBody>
          <a:bodyPr/>
          <a:lstStyle/>
          <a:p>
            <a:pPr defTabSz="685800"/>
            <a:r>
              <a:rPr lang="de-DE" dirty="0"/>
              <a:t>07.06.2022</a:t>
            </a:r>
          </a:p>
        </p:txBody>
      </p:sp>
    </p:spTree>
    <p:extLst>
      <p:ext uri="{BB962C8B-B14F-4D97-AF65-F5344CB8AC3E}">
        <p14:creationId xmlns:p14="http://schemas.microsoft.com/office/powerpoint/2010/main" val="24670829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A4A1FFF-CF92-4430-936D-95E35768C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How</a:t>
            </a:r>
            <a:r>
              <a:rPr lang="de-DE" dirty="0"/>
              <a:t> </a:t>
            </a:r>
            <a:r>
              <a:rPr lang="de-DE" dirty="0" err="1"/>
              <a:t>does</a:t>
            </a:r>
            <a:r>
              <a:rPr lang="de-DE" dirty="0"/>
              <a:t> </a:t>
            </a:r>
            <a:r>
              <a:rPr lang="de-DE" dirty="0" err="1"/>
              <a:t>any</a:t>
            </a:r>
            <a:r>
              <a:rPr lang="de-DE" dirty="0"/>
              <a:t> </a:t>
            </a:r>
            <a:r>
              <a:rPr lang="de-DE" dirty="0" err="1"/>
              <a:t>program</a:t>
            </a:r>
            <a:r>
              <a:rPr lang="de-DE" dirty="0"/>
              <a:t> </a:t>
            </a:r>
            <a:r>
              <a:rPr lang="de-DE" dirty="0" err="1"/>
              <a:t>execute</a:t>
            </a:r>
            <a:br>
              <a:rPr lang="de-DE" dirty="0"/>
            </a:br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FDD7C0D-3639-4435-BF2E-54E74AFA9F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800"/>
            <a:r>
              <a:rPr lang="de-DE" dirty="0"/>
              <a:t>SRH Unternehmen  –  Anil Keshav &amp; Ashish Chouhan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37E79E0-2715-4D89-B222-037FEF3EC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/>
            <a:fld id="{075B144D-941B-4DFC-AF5F-0416193D12EC}" type="slidenum">
              <a:rPr lang="de-DE"/>
              <a:pPr defTabSz="685800"/>
              <a:t>35</a:t>
            </a:fld>
            <a:endParaRPr lang="de-DE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6ECDA49-7E04-4B0C-845C-7916ED8F4105}"/>
              </a:ext>
            </a:extLst>
          </p:cNvPr>
          <p:cNvSpPr/>
          <p:nvPr/>
        </p:nvSpPr>
        <p:spPr>
          <a:xfrm>
            <a:off x="6269232" y="726504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CPU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707AF7E-AC06-45B8-B476-DFD1C5EFEF7B}"/>
              </a:ext>
            </a:extLst>
          </p:cNvPr>
          <p:cNvSpPr/>
          <p:nvPr/>
        </p:nvSpPr>
        <p:spPr>
          <a:xfrm>
            <a:off x="772964" y="3552247"/>
            <a:ext cx="6489608" cy="94071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RAM</a:t>
            </a:r>
            <a:endParaRPr lang="en-DE" dirty="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F5943AEB-41B1-489D-8BC7-3805E883AC38}"/>
              </a:ext>
            </a:extLst>
          </p:cNvPr>
          <p:cNvSpPr/>
          <p:nvPr/>
        </p:nvSpPr>
        <p:spPr>
          <a:xfrm>
            <a:off x="772964" y="869309"/>
            <a:ext cx="1257300" cy="6521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HARD DISK</a:t>
            </a:r>
            <a:endParaRPr lang="en-DE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6BA3F91-5DBE-442B-A138-A055F3E0B57E}"/>
              </a:ext>
            </a:extLst>
          </p:cNvPr>
          <p:cNvSpPr txBox="1"/>
          <p:nvPr/>
        </p:nvSpPr>
        <p:spPr>
          <a:xfrm>
            <a:off x="2386853" y="3146426"/>
            <a:ext cx="9585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Byte 75</a:t>
            </a:r>
            <a:endParaRPr lang="en-DE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2EA8CBC-9CA6-475F-A8F6-2FF6DD608953}"/>
              </a:ext>
            </a:extLst>
          </p:cNvPr>
          <p:cNvSpPr/>
          <p:nvPr/>
        </p:nvSpPr>
        <p:spPr>
          <a:xfrm>
            <a:off x="6269232" y="2725022"/>
            <a:ext cx="958562" cy="5715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BIOS</a:t>
            </a:r>
            <a:endParaRPr lang="en-DE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FB0ABF0-7E2E-4908-BF26-AC0D7AF191D8}"/>
              </a:ext>
            </a:extLst>
          </p:cNvPr>
          <p:cNvSpPr/>
          <p:nvPr/>
        </p:nvSpPr>
        <p:spPr>
          <a:xfrm>
            <a:off x="759307" y="3576671"/>
            <a:ext cx="1735259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</a:rPr>
              <a:t>Interrupt Vector table </a:t>
            </a:r>
            <a:endParaRPr lang="en-DE" sz="1100" dirty="0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4283287-6B84-4125-87FE-915B8C8D2022}"/>
              </a:ext>
            </a:extLst>
          </p:cNvPr>
          <p:cNvSpPr txBox="1"/>
          <p:nvPr/>
        </p:nvSpPr>
        <p:spPr>
          <a:xfrm>
            <a:off x="759307" y="3146426"/>
            <a:ext cx="14191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Some Bytes</a:t>
            </a:r>
            <a:endParaRPr lang="en-DE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C7F0991-86E7-4F2B-90CD-1ACFBD4D625A}"/>
              </a:ext>
            </a:extLst>
          </p:cNvPr>
          <p:cNvSpPr txBox="1"/>
          <p:nvPr/>
        </p:nvSpPr>
        <p:spPr>
          <a:xfrm>
            <a:off x="2386853" y="3583608"/>
            <a:ext cx="1163030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900" dirty="0">
                <a:solidFill>
                  <a:schemeClr val="bg1"/>
                </a:solidFill>
              </a:rPr>
              <a:t> push </a:t>
            </a:r>
            <a:r>
              <a:rPr lang="en-DE" sz="900" dirty="0" err="1">
                <a:solidFill>
                  <a:schemeClr val="bg1"/>
                </a:solidFill>
              </a:rPr>
              <a:t>ebp</a:t>
            </a:r>
            <a:endParaRPr lang="en-US" sz="900" dirty="0">
              <a:solidFill>
                <a:schemeClr val="bg1"/>
              </a:solidFill>
            </a:endParaRPr>
          </a:p>
          <a:p>
            <a:r>
              <a:rPr lang="en-US" sz="900" dirty="0">
                <a:solidFill>
                  <a:schemeClr val="bg1"/>
                </a:solidFill>
              </a:rPr>
              <a:t> 1011 111 : Boot Sector Read bytes of OS from Hard Disk and Cylinder 0 track 9</a:t>
            </a:r>
            <a:endParaRPr lang="en-DE" sz="900" dirty="0">
              <a:solidFill>
                <a:schemeClr val="bg1"/>
              </a:solidFill>
            </a:endParaRPr>
          </a:p>
          <a:p>
            <a:endParaRPr lang="en-DE" sz="9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12AD138-662E-43C8-B50D-79E4FA6BF10C}"/>
              </a:ext>
            </a:extLst>
          </p:cNvPr>
          <p:cNvSpPr/>
          <p:nvPr/>
        </p:nvSpPr>
        <p:spPr>
          <a:xfrm>
            <a:off x="6247151" y="1715778"/>
            <a:ext cx="958562" cy="38240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Program counter 675</a:t>
            </a:r>
            <a:endParaRPr lang="en-DE" sz="9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AE09B36-551F-42DD-AC19-B27143BD971D}"/>
              </a:ext>
            </a:extLst>
          </p:cNvPr>
          <p:cNvSpPr txBox="1"/>
          <p:nvPr/>
        </p:nvSpPr>
        <p:spPr>
          <a:xfrm>
            <a:off x="5012604" y="3660615"/>
            <a:ext cx="11630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OS code:</a:t>
            </a:r>
          </a:p>
          <a:p>
            <a:endParaRPr lang="en-US" sz="900" dirty="0">
              <a:solidFill>
                <a:schemeClr val="bg1"/>
              </a:solidFill>
            </a:endParaRPr>
          </a:p>
          <a:p>
            <a:r>
              <a:rPr lang="en-US" sz="900" dirty="0">
                <a:solidFill>
                  <a:schemeClr val="bg1"/>
                </a:solidFill>
              </a:rPr>
              <a:t>Add 111, </a:t>
            </a:r>
            <a:r>
              <a:rPr lang="en-US" sz="900" dirty="0" err="1">
                <a:solidFill>
                  <a:schemeClr val="bg1"/>
                </a:solidFill>
              </a:rPr>
              <a:t>xyb</a:t>
            </a:r>
            <a:endParaRPr lang="en-US" sz="900" dirty="0">
              <a:solidFill>
                <a:schemeClr val="bg1"/>
              </a:solidFill>
            </a:endParaRPr>
          </a:p>
          <a:p>
            <a:r>
              <a:rPr lang="en-US" sz="900" dirty="0">
                <a:solidFill>
                  <a:schemeClr val="bg1"/>
                </a:solidFill>
              </a:rPr>
              <a:t>Push </a:t>
            </a:r>
            <a:r>
              <a:rPr lang="en-US" sz="900" dirty="0" err="1">
                <a:solidFill>
                  <a:schemeClr val="bg1"/>
                </a:solidFill>
              </a:rPr>
              <a:t>ebp</a:t>
            </a:r>
            <a:r>
              <a:rPr lang="en-US" sz="900" dirty="0">
                <a:solidFill>
                  <a:schemeClr val="bg1"/>
                </a:solidFill>
              </a:rPr>
              <a:t>, 111</a:t>
            </a:r>
            <a:endParaRPr lang="en-DE" sz="900" dirty="0">
              <a:solidFill>
                <a:schemeClr val="bg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CCC06E8-BAF9-4D2D-B814-435FA32EDADC}"/>
              </a:ext>
            </a:extLst>
          </p:cNvPr>
          <p:cNvSpPr txBox="1"/>
          <p:nvPr/>
        </p:nvSpPr>
        <p:spPr>
          <a:xfrm>
            <a:off x="5012604" y="3201861"/>
            <a:ext cx="11240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Byte 675</a:t>
            </a:r>
            <a:endParaRPr lang="en-DE" dirty="0"/>
          </a:p>
        </p:txBody>
      </p:sp>
      <p:cxnSp>
        <p:nvCxnSpPr>
          <p:cNvPr id="7" name="Connector: Elbow 6">
            <a:extLst>
              <a:ext uri="{FF2B5EF4-FFF2-40B4-BE49-F238E27FC236}">
                <a16:creationId xmlns:a16="http://schemas.microsoft.com/office/drawing/2014/main" id="{5A671ECF-EEE4-4B16-8426-31F315FA5DB9}"/>
              </a:ext>
            </a:extLst>
          </p:cNvPr>
          <p:cNvCxnSpPr>
            <a:stCxn id="29" idx="1"/>
            <a:endCxn id="19" idx="0"/>
          </p:cNvCxnSpPr>
          <p:nvPr/>
        </p:nvCxnSpPr>
        <p:spPr>
          <a:xfrm rot="10800000" flipV="1">
            <a:off x="5574622" y="1183703"/>
            <a:ext cx="694610" cy="201815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Datumsplatzhalter 3">
            <a:extLst>
              <a:ext uri="{FF2B5EF4-FFF2-40B4-BE49-F238E27FC236}">
                <a16:creationId xmlns:a16="http://schemas.microsoft.com/office/drawing/2014/main" id="{64F5B27B-4241-4E79-8E63-DD7664B561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75734" y="4767263"/>
            <a:ext cx="655919" cy="273844"/>
          </a:xfrm>
        </p:spPr>
        <p:txBody>
          <a:bodyPr/>
          <a:lstStyle/>
          <a:p>
            <a:pPr defTabSz="685800"/>
            <a:r>
              <a:rPr lang="de-DE" dirty="0"/>
              <a:t>07.06.2022</a:t>
            </a:r>
          </a:p>
        </p:txBody>
      </p:sp>
    </p:spTree>
    <p:extLst>
      <p:ext uri="{BB962C8B-B14F-4D97-AF65-F5344CB8AC3E}">
        <p14:creationId xmlns:p14="http://schemas.microsoft.com/office/powerpoint/2010/main" val="1847821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A4A1FFF-CF92-4430-936D-95E35768C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How</a:t>
            </a:r>
            <a:r>
              <a:rPr lang="de-DE" dirty="0"/>
              <a:t> </a:t>
            </a:r>
            <a:r>
              <a:rPr lang="de-DE" dirty="0" err="1"/>
              <a:t>does</a:t>
            </a:r>
            <a:r>
              <a:rPr lang="de-DE" dirty="0"/>
              <a:t> </a:t>
            </a:r>
            <a:r>
              <a:rPr lang="de-DE" dirty="0" err="1"/>
              <a:t>any</a:t>
            </a:r>
            <a:r>
              <a:rPr lang="de-DE" dirty="0"/>
              <a:t> </a:t>
            </a:r>
            <a:r>
              <a:rPr lang="de-DE" dirty="0" err="1"/>
              <a:t>program</a:t>
            </a:r>
            <a:r>
              <a:rPr lang="de-DE" dirty="0"/>
              <a:t> </a:t>
            </a:r>
            <a:r>
              <a:rPr lang="de-DE" dirty="0" err="1"/>
              <a:t>execute</a:t>
            </a:r>
            <a:br>
              <a:rPr lang="de-DE" dirty="0"/>
            </a:br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FDD7C0D-3639-4435-BF2E-54E74AFA9F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800"/>
            <a:r>
              <a:rPr lang="de-DE" dirty="0"/>
              <a:t>SRH Unternehmen  –  Anil Keshav &amp; Ashish Chouhan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37E79E0-2715-4D89-B222-037FEF3EC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/>
            <a:fld id="{075B144D-941B-4DFC-AF5F-0416193D12EC}" type="slidenum">
              <a:rPr lang="de-DE"/>
              <a:pPr defTabSz="685800"/>
              <a:t>36</a:t>
            </a:fld>
            <a:endParaRPr lang="de-DE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6ECDA49-7E04-4B0C-845C-7916ED8F4105}"/>
              </a:ext>
            </a:extLst>
          </p:cNvPr>
          <p:cNvSpPr/>
          <p:nvPr/>
        </p:nvSpPr>
        <p:spPr>
          <a:xfrm>
            <a:off x="6269232" y="726504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CPU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707AF7E-AC06-45B8-B476-DFD1C5EFEF7B}"/>
              </a:ext>
            </a:extLst>
          </p:cNvPr>
          <p:cNvSpPr/>
          <p:nvPr/>
        </p:nvSpPr>
        <p:spPr>
          <a:xfrm>
            <a:off x="772964" y="3552247"/>
            <a:ext cx="6489608" cy="94071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RAM</a:t>
            </a:r>
            <a:endParaRPr lang="en-DE" dirty="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F5943AEB-41B1-489D-8BC7-3805E883AC38}"/>
              </a:ext>
            </a:extLst>
          </p:cNvPr>
          <p:cNvSpPr/>
          <p:nvPr/>
        </p:nvSpPr>
        <p:spPr>
          <a:xfrm>
            <a:off x="772964" y="869309"/>
            <a:ext cx="1257300" cy="6521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HARD DISK</a:t>
            </a:r>
            <a:endParaRPr lang="en-DE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6BA3F91-5DBE-442B-A138-A055F3E0B57E}"/>
              </a:ext>
            </a:extLst>
          </p:cNvPr>
          <p:cNvSpPr txBox="1"/>
          <p:nvPr/>
        </p:nvSpPr>
        <p:spPr>
          <a:xfrm>
            <a:off x="2386853" y="3146426"/>
            <a:ext cx="9585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Byte 75</a:t>
            </a:r>
            <a:endParaRPr lang="en-DE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2EA8CBC-9CA6-475F-A8F6-2FF6DD608953}"/>
              </a:ext>
            </a:extLst>
          </p:cNvPr>
          <p:cNvSpPr/>
          <p:nvPr/>
        </p:nvSpPr>
        <p:spPr>
          <a:xfrm>
            <a:off x="6269232" y="2725022"/>
            <a:ext cx="958562" cy="5715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BIOS</a:t>
            </a:r>
            <a:endParaRPr lang="en-DE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FB0ABF0-7E2E-4908-BF26-AC0D7AF191D8}"/>
              </a:ext>
            </a:extLst>
          </p:cNvPr>
          <p:cNvSpPr/>
          <p:nvPr/>
        </p:nvSpPr>
        <p:spPr>
          <a:xfrm>
            <a:off x="759307" y="3576671"/>
            <a:ext cx="1735259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</a:rPr>
              <a:t>Interrupt Vector table </a:t>
            </a:r>
            <a:endParaRPr lang="en-DE" sz="1100" dirty="0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4283287-6B84-4125-87FE-915B8C8D2022}"/>
              </a:ext>
            </a:extLst>
          </p:cNvPr>
          <p:cNvSpPr txBox="1"/>
          <p:nvPr/>
        </p:nvSpPr>
        <p:spPr>
          <a:xfrm>
            <a:off x="759307" y="3146426"/>
            <a:ext cx="14191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Some Bytes</a:t>
            </a:r>
            <a:endParaRPr lang="en-DE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C7F0991-86E7-4F2B-90CD-1ACFBD4D625A}"/>
              </a:ext>
            </a:extLst>
          </p:cNvPr>
          <p:cNvSpPr txBox="1"/>
          <p:nvPr/>
        </p:nvSpPr>
        <p:spPr>
          <a:xfrm>
            <a:off x="2386853" y="3583608"/>
            <a:ext cx="1163030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900" dirty="0">
                <a:solidFill>
                  <a:schemeClr val="bg1"/>
                </a:solidFill>
              </a:rPr>
              <a:t> push </a:t>
            </a:r>
            <a:r>
              <a:rPr lang="en-DE" sz="900" dirty="0" err="1">
                <a:solidFill>
                  <a:schemeClr val="bg1"/>
                </a:solidFill>
              </a:rPr>
              <a:t>ebp</a:t>
            </a:r>
            <a:endParaRPr lang="en-US" sz="900" dirty="0">
              <a:solidFill>
                <a:schemeClr val="bg1"/>
              </a:solidFill>
            </a:endParaRPr>
          </a:p>
          <a:p>
            <a:r>
              <a:rPr lang="en-US" sz="900" dirty="0">
                <a:solidFill>
                  <a:schemeClr val="bg1"/>
                </a:solidFill>
              </a:rPr>
              <a:t> 1011 111 : Boot Sector Read bytes of OS from Hard Disk and Cylinder 0 track 9</a:t>
            </a:r>
            <a:endParaRPr lang="en-DE" sz="900" dirty="0">
              <a:solidFill>
                <a:schemeClr val="bg1"/>
              </a:solidFill>
            </a:endParaRPr>
          </a:p>
          <a:p>
            <a:endParaRPr lang="en-DE" sz="9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12AD138-662E-43C8-B50D-79E4FA6BF10C}"/>
              </a:ext>
            </a:extLst>
          </p:cNvPr>
          <p:cNvSpPr/>
          <p:nvPr/>
        </p:nvSpPr>
        <p:spPr>
          <a:xfrm>
            <a:off x="6247151" y="1715778"/>
            <a:ext cx="958562" cy="38240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Program counter 675</a:t>
            </a:r>
            <a:endParaRPr lang="en-DE" sz="9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AE09B36-551F-42DD-AC19-B27143BD971D}"/>
              </a:ext>
            </a:extLst>
          </p:cNvPr>
          <p:cNvSpPr txBox="1"/>
          <p:nvPr/>
        </p:nvSpPr>
        <p:spPr>
          <a:xfrm>
            <a:off x="5012604" y="3660615"/>
            <a:ext cx="11630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OS code:</a:t>
            </a:r>
          </a:p>
          <a:p>
            <a:endParaRPr lang="en-US" sz="900" dirty="0">
              <a:solidFill>
                <a:schemeClr val="bg1"/>
              </a:solidFill>
            </a:endParaRPr>
          </a:p>
          <a:p>
            <a:r>
              <a:rPr lang="en-US" sz="900" dirty="0">
                <a:solidFill>
                  <a:schemeClr val="bg1"/>
                </a:solidFill>
              </a:rPr>
              <a:t>Add 111, </a:t>
            </a:r>
            <a:r>
              <a:rPr lang="en-US" sz="900" dirty="0" err="1">
                <a:solidFill>
                  <a:schemeClr val="bg1"/>
                </a:solidFill>
              </a:rPr>
              <a:t>xyb</a:t>
            </a:r>
            <a:endParaRPr lang="en-US" sz="900" dirty="0">
              <a:solidFill>
                <a:schemeClr val="bg1"/>
              </a:solidFill>
            </a:endParaRPr>
          </a:p>
          <a:p>
            <a:r>
              <a:rPr lang="en-US" sz="900" dirty="0">
                <a:solidFill>
                  <a:schemeClr val="bg1"/>
                </a:solidFill>
              </a:rPr>
              <a:t>Push </a:t>
            </a:r>
            <a:r>
              <a:rPr lang="en-US" sz="900" dirty="0" err="1">
                <a:solidFill>
                  <a:schemeClr val="bg1"/>
                </a:solidFill>
              </a:rPr>
              <a:t>ebp</a:t>
            </a:r>
            <a:r>
              <a:rPr lang="en-US" sz="900" dirty="0">
                <a:solidFill>
                  <a:schemeClr val="bg1"/>
                </a:solidFill>
              </a:rPr>
              <a:t>, 111</a:t>
            </a:r>
            <a:endParaRPr lang="en-DE" sz="900" dirty="0">
              <a:solidFill>
                <a:schemeClr val="bg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CCC06E8-BAF9-4D2D-B814-435FA32EDADC}"/>
              </a:ext>
            </a:extLst>
          </p:cNvPr>
          <p:cNvSpPr txBox="1"/>
          <p:nvPr/>
        </p:nvSpPr>
        <p:spPr>
          <a:xfrm>
            <a:off x="5012604" y="3201861"/>
            <a:ext cx="11240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Byte 675</a:t>
            </a:r>
            <a:endParaRPr lang="en-DE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B6C0EC5-47B3-43F2-AECA-D640AAA245D3}"/>
              </a:ext>
            </a:extLst>
          </p:cNvPr>
          <p:cNvSpPr txBox="1"/>
          <p:nvPr/>
        </p:nvSpPr>
        <p:spPr>
          <a:xfrm>
            <a:off x="772964" y="2140492"/>
            <a:ext cx="30121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Only one program in memory : Operating System</a:t>
            </a:r>
            <a:endParaRPr lang="en-DE" dirty="0"/>
          </a:p>
        </p:txBody>
      </p:sp>
      <p:sp>
        <p:nvSpPr>
          <p:cNvPr id="21" name="Datumsplatzhalter 3">
            <a:extLst>
              <a:ext uri="{FF2B5EF4-FFF2-40B4-BE49-F238E27FC236}">
                <a16:creationId xmlns:a16="http://schemas.microsoft.com/office/drawing/2014/main" id="{B79132C0-2103-4F5A-A21E-BF0A5555628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75734" y="4767263"/>
            <a:ext cx="655919" cy="273844"/>
          </a:xfrm>
        </p:spPr>
        <p:txBody>
          <a:bodyPr/>
          <a:lstStyle/>
          <a:p>
            <a:pPr defTabSz="685800"/>
            <a:r>
              <a:rPr lang="de-DE" dirty="0"/>
              <a:t>07.06.2022</a:t>
            </a:r>
          </a:p>
        </p:txBody>
      </p:sp>
    </p:spTree>
    <p:extLst>
      <p:ext uri="{BB962C8B-B14F-4D97-AF65-F5344CB8AC3E}">
        <p14:creationId xmlns:p14="http://schemas.microsoft.com/office/powerpoint/2010/main" val="27778654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A4A1FFF-CF92-4430-936D-95E35768C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How</a:t>
            </a:r>
            <a:r>
              <a:rPr lang="de-DE" dirty="0"/>
              <a:t> </a:t>
            </a:r>
            <a:r>
              <a:rPr lang="de-DE" dirty="0" err="1"/>
              <a:t>does</a:t>
            </a:r>
            <a:r>
              <a:rPr lang="de-DE" dirty="0"/>
              <a:t> </a:t>
            </a:r>
            <a:r>
              <a:rPr lang="de-DE" dirty="0" err="1"/>
              <a:t>any</a:t>
            </a:r>
            <a:r>
              <a:rPr lang="de-DE" dirty="0"/>
              <a:t> </a:t>
            </a:r>
            <a:r>
              <a:rPr lang="de-DE" dirty="0" err="1"/>
              <a:t>program</a:t>
            </a:r>
            <a:r>
              <a:rPr lang="de-DE" dirty="0"/>
              <a:t> </a:t>
            </a:r>
            <a:r>
              <a:rPr lang="de-DE" dirty="0" err="1"/>
              <a:t>execute</a:t>
            </a:r>
            <a:br>
              <a:rPr lang="de-DE" dirty="0"/>
            </a:br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FDD7C0D-3639-4435-BF2E-54E74AFA9F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800"/>
            <a:r>
              <a:rPr lang="de-DE" dirty="0"/>
              <a:t>SRH Unternehmen  –  Anil Keshav &amp; Ashish Chouhan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37E79E0-2715-4D89-B222-037FEF3EC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/>
            <a:fld id="{075B144D-941B-4DFC-AF5F-0416193D12EC}" type="slidenum">
              <a:rPr lang="de-DE"/>
              <a:pPr defTabSz="685800"/>
              <a:t>37</a:t>
            </a:fld>
            <a:endParaRPr lang="de-DE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6ECDA49-7E04-4B0C-845C-7916ED8F4105}"/>
              </a:ext>
            </a:extLst>
          </p:cNvPr>
          <p:cNvSpPr/>
          <p:nvPr/>
        </p:nvSpPr>
        <p:spPr>
          <a:xfrm>
            <a:off x="6269232" y="726504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CPU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707AF7E-AC06-45B8-B476-DFD1C5EFEF7B}"/>
              </a:ext>
            </a:extLst>
          </p:cNvPr>
          <p:cNvSpPr/>
          <p:nvPr/>
        </p:nvSpPr>
        <p:spPr>
          <a:xfrm>
            <a:off x="772964" y="3552247"/>
            <a:ext cx="6489608" cy="94071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RAM</a:t>
            </a:r>
            <a:endParaRPr lang="en-DE" dirty="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F5943AEB-41B1-489D-8BC7-3805E883AC38}"/>
              </a:ext>
            </a:extLst>
          </p:cNvPr>
          <p:cNvSpPr/>
          <p:nvPr/>
        </p:nvSpPr>
        <p:spPr>
          <a:xfrm>
            <a:off x="772964" y="869309"/>
            <a:ext cx="1257300" cy="6521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HARD DISK</a:t>
            </a:r>
            <a:endParaRPr lang="en-DE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6BA3F91-5DBE-442B-A138-A055F3E0B57E}"/>
              </a:ext>
            </a:extLst>
          </p:cNvPr>
          <p:cNvSpPr txBox="1"/>
          <p:nvPr/>
        </p:nvSpPr>
        <p:spPr>
          <a:xfrm>
            <a:off x="2386853" y="3146426"/>
            <a:ext cx="9585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Byte 75</a:t>
            </a:r>
            <a:endParaRPr lang="en-DE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2EA8CBC-9CA6-475F-A8F6-2FF6DD608953}"/>
              </a:ext>
            </a:extLst>
          </p:cNvPr>
          <p:cNvSpPr/>
          <p:nvPr/>
        </p:nvSpPr>
        <p:spPr>
          <a:xfrm>
            <a:off x="6269232" y="2725022"/>
            <a:ext cx="958562" cy="5715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BIOS</a:t>
            </a:r>
            <a:endParaRPr lang="en-DE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FB0ABF0-7E2E-4908-BF26-AC0D7AF191D8}"/>
              </a:ext>
            </a:extLst>
          </p:cNvPr>
          <p:cNvSpPr/>
          <p:nvPr/>
        </p:nvSpPr>
        <p:spPr>
          <a:xfrm>
            <a:off x="759307" y="3576671"/>
            <a:ext cx="1735259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</a:rPr>
              <a:t>Interrupt Vector table </a:t>
            </a:r>
            <a:endParaRPr lang="en-DE" sz="1100" dirty="0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4283287-6B84-4125-87FE-915B8C8D2022}"/>
              </a:ext>
            </a:extLst>
          </p:cNvPr>
          <p:cNvSpPr txBox="1"/>
          <p:nvPr/>
        </p:nvSpPr>
        <p:spPr>
          <a:xfrm>
            <a:off x="759307" y="3146426"/>
            <a:ext cx="14191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Some Bytes</a:t>
            </a:r>
            <a:endParaRPr lang="en-DE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C7F0991-86E7-4F2B-90CD-1ACFBD4D625A}"/>
              </a:ext>
            </a:extLst>
          </p:cNvPr>
          <p:cNvSpPr txBox="1"/>
          <p:nvPr/>
        </p:nvSpPr>
        <p:spPr>
          <a:xfrm>
            <a:off x="2386853" y="3583608"/>
            <a:ext cx="1163030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900" dirty="0">
                <a:solidFill>
                  <a:schemeClr val="bg1"/>
                </a:solidFill>
              </a:rPr>
              <a:t> push </a:t>
            </a:r>
            <a:r>
              <a:rPr lang="en-DE" sz="900" dirty="0" err="1">
                <a:solidFill>
                  <a:schemeClr val="bg1"/>
                </a:solidFill>
              </a:rPr>
              <a:t>ebp</a:t>
            </a:r>
            <a:endParaRPr lang="en-US" sz="900" dirty="0">
              <a:solidFill>
                <a:schemeClr val="bg1"/>
              </a:solidFill>
            </a:endParaRPr>
          </a:p>
          <a:p>
            <a:r>
              <a:rPr lang="en-US" sz="900" dirty="0">
                <a:solidFill>
                  <a:schemeClr val="bg1"/>
                </a:solidFill>
              </a:rPr>
              <a:t> 1011 111 : Boot Sector Read bytes of OS from Hard Disk and Cylinder 0 track 9</a:t>
            </a:r>
            <a:endParaRPr lang="en-DE" sz="900" dirty="0">
              <a:solidFill>
                <a:schemeClr val="bg1"/>
              </a:solidFill>
            </a:endParaRPr>
          </a:p>
          <a:p>
            <a:endParaRPr lang="en-DE" sz="9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12AD138-662E-43C8-B50D-79E4FA6BF10C}"/>
              </a:ext>
            </a:extLst>
          </p:cNvPr>
          <p:cNvSpPr/>
          <p:nvPr/>
        </p:nvSpPr>
        <p:spPr>
          <a:xfrm>
            <a:off x="6247151" y="1715778"/>
            <a:ext cx="958562" cy="38240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Program counter 675</a:t>
            </a:r>
            <a:endParaRPr lang="en-DE" sz="9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AE09B36-551F-42DD-AC19-B27143BD971D}"/>
              </a:ext>
            </a:extLst>
          </p:cNvPr>
          <p:cNvSpPr txBox="1"/>
          <p:nvPr/>
        </p:nvSpPr>
        <p:spPr>
          <a:xfrm>
            <a:off x="5012604" y="3660615"/>
            <a:ext cx="11630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OS code:</a:t>
            </a:r>
          </a:p>
          <a:p>
            <a:endParaRPr lang="en-US" sz="900" dirty="0">
              <a:solidFill>
                <a:schemeClr val="bg1"/>
              </a:solidFill>
            </a:endParaRPr>
          </a:p>
          <a:p>
            <a:r>
              <a:rPr lang="en-US" sz="900" dirty="0">
                <a:solidFill>
                  <a:schemeClr val="bg1"/>
                </a:solidFill>
              </a:rPr>
              <a:t>Add 111, </a:t>
            </a:r>
            <a:r>
              <a:rPr lang="en-US" sz="900" dirty="0" err="1">
                <a:solidFill>
                  <a:schemeClr val="bg1"/>
                </a:solidFill>
              </a:rPr>
              <a:t>xyb</a:t>
            </a:r>
            <a:endParaRPr lang="en-US" sz="900" dirty="0">
              <a:solidFill>
                <a:schemeClr val="bg1"/>
              </a:solidFill>
            </a:endParaRPr>
          </a:p>
          <a:p>
            <a:r>
              <a:rPr lang="en-US" sz="900" dirty="0">
                <a:solidFill>
                  <a:schemeClr val="bg1"/>
                </a:solidFill>
              </a:rPr>
              <a:t>Push </a:t>
            </a:r>
            <a:r>
              <a:rPr lang="en-US" sz="900" dirty="0" err="1">
                <a:solidFill>
                  <a:schemeClr val="bg1"/>
                </a:solidFill>
              </a:rPr>
              <a:t>ebp</a:t>
            </a:r>
            <a:r>
              <a:rPr lang="en-US" sz="900" dirty="0">
                <a:solidFill>
                  <a:schemeClr val="bg1"/>
                </a:solidFill>
              </a:rPr>
              <a:t>, 111</a:t>
            </a:r>
            <a:endParaRPr lang="en-DE" sz="900" dirty="0">
              <a:solidFill>
                <a:schemeClr val="bg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CCC06E8-BAF9-4D2D-B814-435FA32EDADC}"/>
              </a:ext>
            </a:extLst>
          </p:cNvPr>
          <p:cNvSpPr txBox="1"/>
          <p:nvPr/>
        </p:nvSpPr>
        <p:spPr>
          <a:xfrm>
            <a:off x="5012604" y="3201861"/>
            <a:ext cx="11240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Byte 675</a:t>
            </a:r>
            <a:endParaRPr lang="en-DE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43D62E6-C225-4A65-A6E6-A82920875FE8}"/>
              </a:ext>
            </a:extLst>
          </p:cNvPr>
          <p:cNvSpPr txBox="1"/>
          <p:nvPr/>
        </p:nvSpPr>
        <p:spPr>
          <a:xfrm>
            <a:off x="772964" y="2140492"/>
            <a:ext cx="30121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Double click to open chrome </a:t>
            </a:r>
            <a:endParaRPr lang="en-DE" dirty="0"/>
          </a:p>
        </p:txBody>
      </p:sp>
      <p:sp>
        <p:nvSpPr>
          <p:cNvPr id="22" name="Datumsplatzhalter 3">
            <a:extLst>
              <a:ext uri="{FF2B5EF4-FFF2-40B4-BE49-F238E27FC236}">
                <a16:creationId xmlns:a16="http://schemas.microsoft.com/office/drawing/2014/main" id="{333462AD-29C5-4A40-B6B7-657B0966D73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75734" y="4767263"/>
            <a:ext cx="655919" cy="273844"/>
          </a:xfrm>
        </p:spPr>
        <p:txBody>
          <a:bodyPr/>
          <a:lstStyle/>
          <a:p>
            <a:pPr defTabSz="685800"/>
            <a:r>
              <a:rPr lang="de-DE" dirty="0"/>
              <a:t>07.06.2022</a:t>
            </a:r>
          </a:p>
        </p:txBody>
      </p:sp>
    </p:spTree>
    <p:extLst>
      <p:ext uri="{BB962C8B-B14F-4D97-AF65-F5344CB8AC3E}">
        <p14:creationId xmlns:p14="http://schemas.microsoft.com/office/powerpoint/2010/main" val="41799527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A4A1FFF-CF92-4430-936D-95E35768C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How</a:t>
            </a:r>
            <a:r>
              <a:rPr lang="de-DE" dirty="0"/>
              <a:t> </a:t>
            </a:r>
            <a:r>
              <a:rPr lang="de-DE" dirty="0" err="1"/>
              <a:t>does</a:t>
            </a:r>
            <a:r>
              <a:rPr lang="de-DE" dirty="0"/>
              <a:t> </a:t>
            </a:r>
            <a:r>
              <a:rPr lang="de-DE" dirty="0" err="1"/>
              <a:t>any</a:t>
            </a:r>
            <a:r>
              <a:rPr lang="de-DE" dirty="0"/>
              <a:t> </a:t>
            </a:r>
            <a:r>
              <a:rPr lang="de-DE" dirty="0" err="1"/>
              <a:t>program</a:t>
            </a:r>
            <a:r>
              <a:rPr lang="de-DE" dirty="0"/>
              <a:t> </a:t>
            </a:r>
            <a:r>
              <a:rPr lang="de-DE" dirty="0" err="1"/>
              <a:t>execute</a:t>
            </a:r>
            <a:br>
              <a:rPr lang="de-DE" dirty="0"/>
            </a:br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FDD7C0D-3639-4435-BF2E-54E74AFA9F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800"/>
            <a:r>
              <a:rPr lang="de-DE" dirty="0"/>
              <a:t>SRH Unternehmen  –  Anil Keshav &amp; Ashish Chouhan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37E79E0-2715-4D89-B222-037FEF3EC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/>
            <a:fld id="{075B144D-941B-4DFC-AF5F-0416193D12EC}" type="slidenum">
              <a:rPr lang="de-DE"/>
              <a:pPr defTabSz="685800"/>
              <a:t>38</a:t>
            </a:fld>
            <a:endParaRPr lang="de-DE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6ECDA49-7E04-4B0C-845C-7916ED8F4105}"/>
              </a:ext>
            </a:extLst>
          </p:cNvPr>
          <p:cNvSpPr/>
          <p:nvPr/>
        </p:nvSpPr>
        <p:spPr>
          <a:xfrm>
            <a:off x="6269232" y="726504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CPU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707AF7E-AC06-45B8-B476-DFD1C5EFEF7B}"/>
              </a:ext>
            </a:extLst>
          </p:cNvPr>
          <p:cNvSpPr/>
          <p:nvPr/>
        </p:nvSpPr>
        <p:spPr>
          <a:xfrm>
            <a:off x="772963" y="3552247"/>
            <a:ext cx="8097153" cy="94071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RAM</a:t>
            </a:r>
            <a:endParaRPr lang="en-DE" dirty="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F5943AEB-41B1-489D-8BC7-3805E883AC38}"/>
              </a:ext>
            </a:extLst>
          </p:cNvPr>
          <p:cNvSpPr/>
          <p:nvPr/>
        </p:nvSpPr>
        <p:spPr>
          <a:xfrm>
            <a:off x="772964" y="869309"/>
            <a:ext cx="1257300" cy="6521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HARD DISK</a:t>
            </a:r>
            <a:endParaRPr lang="en-DE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6BA3F91-5DBE-442B-A138-A055F3E0B57E}"/>
              </a:ext>
            </a:extLst>
          </p:cNvPr>
          <p:cNvSpPr txBox="1"/>
          <p:nvPr/>
        </p:nvSpPr>
        <p:spPr>
          <a:xfrm>
            <a:off x="2386853" y="3146426"/>
            <a:ext cx="9585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Byte 75</a:t>
            </a:r>
            <a:endParaRPr lang="en-DE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2EA8CBC-9CA6-475F-A8F6-2FF6DD608953}"/>
              </a:ext>
            </a:extLst>
          </p:cNvPr>
          <p:cNvSpPr/>
          <p:nvPr/>
        </p:nvSpPr>
        <p:spPr>
          <a:xfrm>
            <a:off x="6269232" y="2381890"/>
            <a:ext cx="958562" cy="5715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BIOS</a:t>
            </a:r>
            <a:endParaRPr lang="en-DE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FB0ABF0-7E2E-4908-BF26-AC0D7AF191D8}"/>
              </a:ext>
            </a:extLst>
          </p:cNvPr>
          <p:cNvSpPr/>
          <p:nvPr/>
        </p:nvSpPr>
        <p:spPr>
          <a:xfrm>
            <a:off x="759307" y="3576671"/>
            <a:ext cx="1735259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</a:rPr>
              <a:t>Interrupt Vector table </a:t>
            </a:r>
            <a:endParaRPr lang="en-DE" sz="1100" dirty="0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4283287-6B84-4125-87FE-915B8C8D2022}"/>
              </a:ext>
            </a:extLst>
          </p:cNvPr>
          <p:cNvSpPr txBox="1"/>
          <p:nvPr/>
        </p:nvSpPr>
        <p:spPr>
          <a:xfrm>
            <a:off x="759307" y="3146426"/>
            <a:ext cx="14191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Some Bytes</a:t>
            </a:r>
            <a:endParaRPr lang="en-DE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C7F0991-86E7-4F2B-90CD-1ACFBD4D625A}"/>
              </a:ext>
            </a:extLst>
          </p:cNvPr>
          <p:cNvSpPr txBox="1"/>
          <p:nvPr/>
        </p:nvSpPr>
        <p:spPr>
          <a:xfrm>
            <a:off x="2386853" y="3583608"/>
            <a:ext cx="1163030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900" dirty="0">
                <a:solidFill>
                  <a:schemeClr val="bg1"/>
                </a:solidFill>
              </a:rPr>
              <a:t> push </a:t>
            </a:r>
            <a:r>
              <a:rPr lang="en-DE" sz="900" dirty="0" err="1">
                <a:solidFill>
                  <a:schemeClr val="bg1"/>
                </a:solidFill>
              </a:rPr>
              <a:t>ebp</a:t>
            </a:r>
            <a:endParaRPr lang="en-US" sz="900" dirty="0">
              <a:solidFill>
                <a:schemeClr val="bg1"/>
              </a:solidFill>
            </a:endParaRPr>
          </a:p>
          <a:p>
            <a:r>
              <a:rPr lang="en-US" sz="900" dirty="0">
                <a:solidFill>
                  <a:schemeClr val="bg1"/>
                </a:solidFill>
              </a:rPr>
              <a:t> 1011 111 : Boot Sector Read bytes of OS from Hard Disk and Cylinder 0 track 9</a:t>
            </a:r>
            <a:endParaRPr lang="en-DE" sz="900" dirty="0">
              <a:solidFill>
                <a:schemeClr val="bg1"/>
              </a:solidFill>
            </a:endParaRPr>
          </a:p>
          <a:p>
            <a:endParaRPr lang="en-DE" sz="9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12AD138-662E-43C8-B50D-79E4FA6BF10C}"/>
              </a:ext>
            </a:extLst>
          </p:cNvPr>
          <p:cNvSpPr/>
          <p:nvPr/>
        </p:nvSpPr>
        <p:spPr>
          <a:xfrm>
            <a:off x="6247151" y="1715778"/>
            <a:ext cx="958562" cy="38240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Program counter 675</a:t>
            </a:r>
            <a:endParaRPr lang="en-DE" sz="9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AE09B36-551F-42DD-AC19-B27143BD971D}"/>
              </a:ext>
            </a:extLst>
          </p:cNvPr>
          <p:cNvSpPr txBox="1"/>
          <p:nvPr/>
        </p:nvSpPr>
        <p:spPr>
          <a:xfrm>
            <a:off x="5012604" y="3660615"/>
            <a:ext cx="11630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OS code:</a:t>
            </a:r>
          </a:p>
          <a:p>
            <a:endParaRPr lang="en-US" sz="900" dirty="0">
              <a:solidFill>
                <a:schemeClr val="bg1"/>
              </a:solidFill>
            </a:endParaRPr>
          </a:p>
          <a:p>
            <a:r>
              <a:rPr lang="en-US" sz="900" dirty="0">
                <a:solidFill>
                  <a:schemeClr val="bg1"/>
                </a:solidFill>
              </a:rPr>
              <a:t>Add 111, </a:t>
            </a:r>
            <a:r>
              <a:rPr lang="en-US" sz="900" dirty="0" err="1">
                <a:solidFill>
                  <a:schemeClr val="bg1"/>
                </a:solidFill>
              </a:rPr>
              <a:t>xyb</a:t>
            </a:r>
            <a:endParaRPr lang="en-US" sz="900" dirty="0">
              <a:solidFill>
                <a:schemeClr val="bg1"/>
              </a:solidFill>
            </a:endParaRPr>
          </a:p>
          <a:p>
            <a:r>
              <a:rPr lang="en-US" sz="900" dirty="0">
                <a:solidFill>
                  <a:schemeClr val="bg1"/>
                </a:solidFill>
              </a:rPr>
              <a:t>Push </a:t>
            </a:r>
            <a:r>
              <a:rPr lang="en-US" sz="900" dirty="0" err="1">
                <a:solidFill>
                  <a:schemeClr val="bg1"/>
                </a:solidFill>
              </a:rPr>
              <a:t>ebp</a:t>
            </a:r>
            <a:r>
              <a:rPr lang="en-US" sz="900" dirty="0">
                <a:solidFill>
                  <a:schemeClr val="bg1"/>
                </a:solidFill>
              </a:rPr>
              <a:t>, 111</a:t>
            </a:r>
            <a:endParaRPr lang="en-DE" sz="900" dirty="0">
              <a:solidFill>
                <a:schemeClr val="bg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CCC06E8-BAF9-4D2D-B814-435FA32EDADC}"/>
              </a:ext>
            </a:extLst>
          </p:cNvPr>
          <p:cNvSpPr txBox="1"/>
          <p:nvPr/>
        </p:nvSpPr>
        <p:spPr>
          <a:xfrm>
            <a:off x="5012604" y="3201861"/>
            <a:ext cx="11240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Byte 675</a:t>
            </a:r>
            <a:endParaRPr lang="en-DE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43D62E6-C225-4A65-A6E6-A82920875FE8}"/>
              </a:ext>
            </a:extLst>
          </p:cNvPr>
          <p:cNvSpPr txBox="1"/>
          <p:nvPr/>
        </p:nvSpPr>
        <p:spPr>
          <a:xfrm>
            <a:off x="772964" y="2140492"/>
            <a:ext cx="30121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Double click to open chrome </a:t>
            </a:r>
            <a:endParaRPr lang="en-DE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FE47989-E0A0-4650-A87F-3BFAE7933FAB}"/>
              </a:ext>
            </a:extLst>
          </p:cNvPr>
          <p:cNvSpPr txBox="1"/>
          <p:nvPr/>
        </p:nvSpPr>
        <p:spPr>
          <a:xfrm>
            <a:off x="6361484" y="2973356"/>
            <a:ext cx="12860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Chrome Byte 1899</a:t>
            </a:r>
            <a:endParaRPr lang="en-DE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851C039-61AC-4271-B263-B0B10D9A8F7A}"/>
              </a:ext>
            </a:extLst>
          </p:cNvPr>
          <p:cNvSpPr txBox="1"/>
          <p:nvPr/>
        </p:nvSpPr>
        <p:spPr>
          <a:xfrm>
            <a:off x="6482712" y="3588736"/>
            <a:ext cx="116485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Mov 1,</a:t>
            </a:r>
          </a:p>
          <a:p>
            <a:r>
              <a:rPr lang="en-US" sz="1200" dirty="0">
                <a:solidFill>
                  <a:schemeClr val="bg1"/>
                </a:solidFill>
              </a:rPr>
              <a:t>Mov 2,ebp</a:t>
            </a:r>
          </a:p>
          <a:p>
            <a:r>
              <a:rPr lang="en-US" sz="1200" dirty="0">
                <a:solidFill>
                  <a:schemeClr val="bg1"/>
                </a:solidFill>
              </a:rPr>
              <a:t>Add 2,5</a:t>
            </a:r>
          </a:p>
          <a:p>
            <a:r>
              <a:rPr lang="en-US" sz="1200" dirty="0">
                <a:solidFill>
                  <a:schemeClr val="bg1"/>
                </a:solidFill>
              </a:rPr>
              <a:t>Sub 0,4</a:t>
            </a:r>
            <a:endParaRPr lang="en-DE" sz="1200" dirty="0">
              <a:solidFill>
                <a:schemeClr val="bg1"/>
              </a:solidFill>
            </a:endParaRPr>
          </a:p>
        </p:txBody>
      </p:sp>
      <p:sp>
        <p:nvSpPr>
          <p:cNvPr id="28" name="Datumsplatzhalter 3">
            <a:extLst>
              <a:ext uri="{FF2B5EF4-FFF2-40B4-BE49-F238E27FC236}">
                <a16:creationId xmlns:a16="http://schemas.microsoft.com/office/drawing/2014/main" id="{ECCF86A5-E60A-447D-8108-504951EE83B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75734" y="4767263"/>
            <a:ext cx="655919" cy="273844"/>
          </a:xfrm>
        </p:spPr>
        <p:txBody>
          <a:bodyPr/>
          <a:lstStyle/>
          <a:p>
            <a:pPr defTabSz="685800"/>
            <a:r>
              <a:rPr lang="de-DE" dirty="0"/>
              <a:t>07.06.2022</a:t>
            </a:r>
          </a:p>
        </p:txBody>
      </p:sp>
    </p:spTree>
    <p:extLst>
      <p:ext uri="{BB962C8B-B14F-4D97-AF65-F5344CB8AC3E}">
        <p14:creationId xmlns:p14="http://schemas.microsoft.com/office/powerpoint/2010/main" val="31295692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A4A1FFF-CF92-4430-936D-95E35768C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How</a:t>
            </a:r>
            <a:r>
              <a:rPr lang="de-DE" dirty="0"/>
              <a:t> </a:t>
            </a:r>
            <a:r>
              <a:rPr lang="de-DE" dirty="0" err="1"/>
              <a:t>does</a:t>
            </a:r>
            <a:r>
              <a:rPr lang="de-DE" dirty="0"/>
              <a:t> </a:t>
            </a:r>
            <a:r>
              <a:rPr lang="de-DE" dirty="0" err="1"/>
              <a:t>any</a:t>
            </a:r>
            <a:r>
              <a:rPr lang="de-DE" dirty="0"/>
              <a:t> </a:t>
            </a:r>
            <a:r>
              <a:rPr lang="de-DE" dirty="0" err="1"/>
              <a:t>program</a:t>
            </a:r>
            <a:r>
              <a:rPr lang="de-DE" dirty="0"/>
              <a:t> </a:t>
            </a:r>
            <a:r>
              <a:rPr lang="de-DE" dirty="0" err="1"/>
              <a:t>execute</a:t>
            </a:r>
            <a:br>
              <a:rPr lang="de-DE" dirty="0"/>
            </a:br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FDD7C0D-3639-4435-BF2E-54E74AFA9F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800"/>
            <a:r>
              <a:rPr lang="de-DE" dirty="0"/>
              <a:t>SRH Unternehmen  –  Anil Keshav &amp; Ashish Chouhan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37E79E0-2715-4D89-B222-037FEF3EC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/>
            <a:fld id="{075B144D-941B-4DFC-AF5F-0416193D12EC}" type="slidenum">
              <a:rPr lang="de-DE"/>
              <a:pPr defTabSz="685800"/>
              <a:t>39</a:t>
            </a:fld>
            <a:endParaRPr lang="de-DE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6ECDA49-7E04-4B0C-845C-7916ED8F4105}"/>
              </a:ext>
            </a:extLst>
          </p:cNvPr>
          <p:cNvSpPr/>
          <p:nvPr/>
        </p:nvSpPr>
        <p:spPr>
          <a:xfrm>
            <a:off x="6269232" y="726504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CPU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707AF7E-AC06-45B8-B476-DFD1C5EFEF7B}"/>
              </a:ext>
            </a:extLst>
          </p:cNvPr>
          <p:cNvSpPr/>
          <p:nvPr/>
        </p:nvSpPr>
        <p:spPr>
          <a:xfrm>
            <a:off x="772963" y="3552247"/>
            <a:ext cx="8097153" cy="94071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RAM</a:t>
            </a:r>
            <a:endParaRPr lang="en-DE" dirty="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F5943AEB-41B1-489D-8BC7-3805E883AC38}"/>
              </a:ext>
            </a:extLst>
          </p:cNvPr>
          <p:cNvSpPr/>
          <p:nvPr/>
        </p:nvSpPr>
        <p:spPr>
          <a:xfrm>
            <a:off x="772964" y="869309"/>
            <a:ext cx="1257300" cy="6521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HARD DISK</a:t>
            </a:r>
            <a:endParaRPr lang="en-DE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6BA3F91-5DBE-442B-A138-A055F3E0B57E}"/>
              </a:ext>
            </a:extLst>
          </p:cNvPr>
          <p:cNvSpPr txBox="1"/>
          <p:nvPr/>
        </p:nvSpPr>
        <p:spPr>
          <a:xfrm>
            <a:off x="2386853" y="3146426"/>
            <a:ext cx="9585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Byte 75</a:t>
            </a:r>
            <a:endParaRPr lang="en-DE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2EA8CBC-9CA6-475F-A8F6-2FF6DD608953}"/>
              </a:ext>
            </a:extLst>
          </p:cNvPr>
          <p:cNvSpPr/>
          <p:nvPr/>
        </p:nvSpPr>
        <p:spPr>
          <a:xfrm>
            <a:off x="6269232" y="2381890"/>
            <a:ext cx="958562" cy="5715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BIOS</a:t>
            </a:r>
            <a:endParaRPr lang="en-DE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FB0ABF0-7E2E-4908-BF26-AC0D7AF191D8}"/>
              </a:ext>
            </a:extLst>
          </p:cNvPr>
          <p:cNvSpPr/>
          <p:nvPr/>
        </p:nvSpPr>
        <p:spPr>
          <a:xfrm>
            <a:off x="759307" y="3576671"/>
            <a:ext cx="1735259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</a:rPr>
              <a:t>Interrupt Vector table </a:t>
            </a:r>
            <a:endParaRPr lang="en-DE" sz="1100" dirty="0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4283287-6B84-4125-87FE-915B8C8D2022}"/>
              </a:ext>
            </a:extLst>
          </p:cNvPr>
          <p:cNvSpPr txBox="1"/>
          <p:nvPr/>
        </p:nvSpPr>
        <p:spPr>
          <a:xfrm>
            <a:off x="759307" y="3146426"/>
            <a:ext cx="14191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Some Bytes</a:t>
            </a:r>
            <a:endParaRPr lang="en-DE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C7F0991-86E7-4F2B-90CD-1ACFBD4D625A}"/>
              </a:ext>
            </a:extLst>
          </p:cNvPr>
          <p:cNvSpPr txBox="1"/>
          <p:nvPr/>
        </p:nvSpPr>
        <p:spPr>
          <a:xfrm>
            <a:off x="2386853" y="3583608"/>
            <a:ext cx="1163030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900" dirty="0">
                <a:solidFill>
                  <a:schemeClr val="bg1"/>
                </a:solidFill>
              </a:rPr>
              <a:t> push </a:t>
            </a:r>
            <a:r>
              <a:rPr lang="en-DE" sz="900" dirty="0" err="1">
                <a:solidFill>
                  <a:schemeClr val="bg1"/>
                </a:solidFill>
              </a:rPr>
              <a:t>ebp</a:t>
            </a:r>
            <a:endParaRPr lang="en-US" sz="900" dirty="0">
              <a:solidFill>
                <a:schemeClr val="bg1"/>
              </a:solidFill>
            </a:endParaRPr>
          </a:p>
          <a:p>
            <a:r>
              <a:rPr lang="en-US" sz="900" dirty="0">
                <a:solidFill>
                  <a:schemeClr val="bg1"/>
                </a:solidFill>
              </a:rPr>
              <a:t> 1011 111 : Boot Sector Read bytes of OS from Hard Disk and Cylinder 0 track 9</a:t>
            </a:r>
            <a:endParaRPr lang="en-DE" sz="900" dirty="0">
              <a:solidFill>
                <a:schemeClr val="bg1"/>
              </a:solidFill>
            </a:endParaRPr>
          </a:p>
          <a:p>
            <a:endParaRPr lang="en-DE" sz="9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12AD138-662E-43C8-B50D-79E4FA6BF10C}"/>
              </a:ext>
            </a:extLst>
          </p:cNvPr>
          <p:cNvSpPr/>
          <p:nvPr/>
        </p:nvSpPr>
        <p:spPr>
          <a:xfrm>
            <a:off x="6247151" y="1715778"/>
            <a:ext cx="958562" cy="38240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Program counter 675</a:t>
            </a:r>
            <a:endParaRPr lang="en-DE" sz="9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AE09B36-551F-42DD-AC19-B27143BD971D}"/>
              </a:ext>
            </a:extLst>
          </p:cNvPr>
          <p:cNvSpPr txBox="1"/>
          <p:nvPr/>
        </p:nvSpPr>
        <p:spPr>
          <a:xfrm>
            <a:off x="5012604" y="3660615"/>
            <a:ext cx="11630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OS code:</a:t>
            </a:r>
          </a:p>
          <a:p>
            <a:endParaRPr lang="en-US" sz="900" dirty="0">
              <a:solidFill>
                <a:schemeClr val="bg1"/>
              </a:solidFill>
            </a:endParaRPr>
          </a:p>
          <a:p>
            <a:r>
              <a:rPr lang="en-US" sz="900" dirty="0">
                <a:solidFill>
                  <a:schemeClr val="bg1"/>
                </a:solidFill>
              </a:rPr>
              <a:t>Add 111, </a:t>
            </a:r>
            <a:r>
              <a:rPr lang="en-US" sz="900" dirty="0" err="1">
                <a:solidFill>
                  <a:schemeClr val="bg1"/>
                </a:solidFill>
              </a:rPr>
              <a:t>xyb</a:t>
            </a:r>
            <a:endParaRPr lang="en-US" sz="900" dirty="0">
              <a:solidFill>
                <a:schemeClr val="bg1"/>
              </a:solidFill>
            </a:endParaRPr>
          </a:p>
          <a:p>
            <a:r>
              <a:rPr lang="en-US" sz="900" dirty="0">
                <a:solidFill>
                  <a:schemeClr val="bg1"/>
                </a:solidFill>
              </a:rPr>
              <a:t>Push </a:t>
            </a:r>
            <a:r>
              <a:rPr lang="en-US" sz="900" dirty="0" err="1">
                <a:solidFill>
                  <a:schemeClr val="bg1"/>
                </a:solidFill>
              </a:rPr>
              <a:t>ebp</a:t>
            </a:r>
            <a:r>
              <a:rPr lang="en-US" sz="900" dirty="0">
                <a:solidFill>
                  <a:schemeClr val="bg1"/>
                </a:solidFill>
              </a:rPr>
              <a:t>, 111</a:t>
            </a:r>
            <a:endParaRPr lang="en-DE" sz="900" dirty="0">
              <a:solidFill>
                <a:schemeClr val="bg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CCC06E8-BAF9-4D2D-B814-435FA32EDADC}"/>
              </a:ext>
            </a:extLst>
          </p:cNvPr>
          <p:cNvSpPr txBox="1"/>
          <p:nvPr/>
        </p:nvSpPr>
        <p:spPr>
          <a:xfrm>
            <a:off x="5012604" y="3201861"/>
            <a:ext cx="11240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Byte 675</a:t>
            </a:r>
            <a:endParaRPr lang="en-DE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FE47989-E0A0-4650-A87F-3BFAE7933FAB}"/>
              </a:ext>
            </a:extLst>
          </p:cNvPr>
          <p:cNvSpPr txBox="1"/>
          <p:nvPr/>
        </p:nvSpPr>
        <p:spPr>
          <a:xfrm>
            <a:off x="6361484" y="2973356"/>
            <a:ext cx="12860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Chrome Byte 1899</a:t>
            </a:r>
            <a:endParaRPr lang="en-DE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851C039-61AC-4271-B263-B0B10D9A8F7A}"/>
              </a:ext>
            </a:extLst>
          </p:cNvPr>
          <p:cNvSpPr txBox="1"/>
          <p:nvPr/>
        </p:nvSpPr>
        <p:spPr>
          <a:xfrm>
            <a:off x="6482712" y="3588736"/>
            <a:ext cx="116485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Mov 1,</a:t>
            </a:r>
          </a:p>
          <a:p>
            <a:r>
              <a:rPr lang="en-US" sz="1200" dirty="0">
                <a:solidFill>
                  <a:schemeClr val="bg1"/>
                </a:solidFill>
              </a:rPr>
              <a:t>Mov 2,ebp</a:t>
            </a:r>
          </a:p>
          <a:p>
            <a:r>
              <a:rPr lang="en-US" sz="1200" dirty="0">
                <a:solidFill>
                  <a:schemeClr val="bg1"/>
                </a:solidFill>
              </a:rPr>
              <a:t>Add 2,5</a:t>
            </a:r>
          </a:p>
          <a:p>
            <a:r>
              <a:rPr lang="en-US" sz="1200" dirty="0">
                <a:solidFill>
                  <a:schemeClr val="bg1"/>
                </a:solidFill>
              </a:rPr>
              <a:t>Sub 0,4</a:t>
            </a:r>
            <a:endParaRPr lang="en-DE" sz="1200" dirty="0">
              <a:solidFill>
                <a:schemeClr val="bg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9CD3567-E746-4EDE-B6BA-0EB1BF6EF7EA}"/>
              </a:ext>
            </a:extLst>
          </p:cNvPr>
          <p:cNvSpPr txBox="1"/>
          <p:nvPr/>
        </p:nvSpPr>
        <p:spPr>
          <a:xfrm>
            <a:off x="7638355" y="3607104"/>
            <a:ext cx="116485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Mov 0,</a:t>
            </a:r>
          </a:p>
          <a:p>
            <a:r>
              <a:rPr lang="en-US" sz="1200" dirty="0">
                <a:solidFill>
                  <a:schemeClr val="bg1"/>
                </a:solidFill>
              </a:rPr>
              <a:t>Mov 1,ebp</a:t>
            </a:r>
          </a:p>
          <a:p>
            <a:r>
              <a:rPr lang="en-US" sz="1200" dirty="0">
                <a:solidFill>
                  <a:schemeClr val="bg1"/>
                </a:solidFill>
              </a:rPr>
              <a:t>Add 2,2</a:t>
            </a:r>
          </a:p>
          <a:p>
            <a:r>
              <a:rPr lang="en-US" sz="1200" dirty="0">
                <a:solidFill>
                  <a:schemeClr val="bg1"/>
                </a:solidFill>
              </a:rPr>
              <a:t>Sub 0,1</a:t>
            </a:r>
            <a:endParaRPr lang="en-DE" sz="1200" dirty="0">
              <a:solidFill>
                <a:schemeClr val="bg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91E6611-F5BD-4BD6-8248-75D4568A138E}"/>
              </a:ext>
            </a:extLst>
          </p:cNvPr>
          <p:cNvSpPr txBox="1"/>
          <p:nvPr/>
        </p:nvSpPr>
        <p:spPr>
          <a:xfrm>
            <a:off x="7638355" y="2924037"/>
            <a:ext cx="14790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Power Point</a:t>
            </a:r>
          </a:p>
          <a:p>
            <a:r>
              <a:rPr lang="en-US" dirty="0"/>
              <a:t>Byte 6723</a:t>
            </a:r>
            <a:endParaRPr lang="en-DE" dirty="0"/>
          </a:p>
        </p:txBody>
      </p:sp>
      <p:sp>
        <p:nvSpPr>
          <p:cNvPr id="24" name="Datumsplatzhalter 3">
            <a:extLst>
              <a:ext uri="{FF2B5EF4-FFF2-40B4-BE49-F238E27FC236}">
                <a16:creationId xmlns:a16="http://schemas.microsoft.com/office/drawing/2014/main" id="{9208D4C6-27E4-4D43-AC7F-3EF3BC3597F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75734" y="4767263"/>
            <a:ext cx="655919" cy="273844"/>
          </a:xfrm>
        </p:spPr>
        <p:txBody>
          <a:bodyPr/>
          <a:lstStyle/>
          <a:p>
            <a:pPr defTabSz="685800"/>
            <a:r>
              <a:rPr lang="de-DE" dirty="0"/>
              <a:t>07.06.2022</a:t>
            </a:r>
          </a:p>
        </p:txBody>
      </p:sp>
    </p:spTree>
    <p:extLst>
      <p:ext uri="{BB962C8B-B14F-4D97-AF65-F5344CB8AC3E}">
        <p14:creationId xmlns:p14="http://schemas.microsoft.com/office/powerpoint/2010/main" val="23903086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A4A1FFF-CF92-4430-936D-95E35768C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What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a </a:t>
            </a:r>
            <a:r>
              <a:rPr lang="de-DE" dirty="0" err="1"/>
              <a:t>compiller</a:t>
            </a:r>
            <a:r>
              <a:rPr lang="de-DE" dirty="0"/>
              <a:t> / </a:t>
            </a:r>
            <a:r>
              <a:rPr lang="de-DE" dirty="0" err="1"/>
              <a:t>interpreter</a:t>
            </a:r>
            <a:br>
              <a:rPr lang="de-DE" dirty="0"/>
            </a:br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FDD7C0D-3639-4435-BF2E-54E74AFA9F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800"/>
            <a:r>
              <a:rPr lang="de-DE" dirty="0"/>
              <a:t>SRH Unternehmen  –  Anil Keshav &amp; Ashish Chouhan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37E79E0-2715-4D89-B222-037FEF3EC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/>
            <a:fld id="{075B144D-941B-4DFC-AF5F-0416193D12EC}" type="slidenum">
              <a:rPr lang="de-DE"/>
              <a:pPr defTabSz="685800"/>
              <a:t>40</a:t>
            </a:fld>
            <a:endParaRPr lang="de-DE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ACC1CB13-8316-4DB0-B6E8-E1BF45A58BA5}"/>
              </a:ext>
            </a:extLst>
          </p:cNvPr>
          <p:cNvSpPr/>
          <p:nvPr/>
        </p:nvSpPr>
        <p:spPr>
          <a:xfrm>
            <a:off x="3149731" y="1726559"/>
            <a:ext cx="1946703" cy="84519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COMPILER / INTERPRETER</a:t>
            </a:r>
            <a:endParaRPr lang="en-DE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F07F49A-FEE8-45A5-830A-995736110DC2}"/>
              </a:ext>
            </a:extLst>
          </p:cNvPr>
          <p:cNvSpPr txBox="1"/>
          <p:nvPr/>
        </p:nvSpPr>
        <p:spPr>
          <a:xfrm>
            <a:off x="1011891" y="1648420"/>
            <a:ext cx="13648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A=1</a:t>
            </a:r>
          </a:p>
          <a:p>
            <a:r>
              <a:rPr lang="en-US" dirty="0"/>
              <a:t>Def some():</a:t>
            </a:r>
          </a:p>
          <a:p>
            <a:endParaRPr lang="en-DE" dirty="0"/>
          </a:p>
        </p:txBody>
      </p:sp>
      <p:sp>
        <p:nvSpPr>
          <p:cNvPr id="40" name="Datumsplatzhalter 3">
            <a:extLst>
              <a:ext uri="{FF2B5EF4-FFF2-40B4-BE49-F238E27FC236}">
                <a16:creationId xmlns:a16="http://schemas.microsoft.com/office/drawing/2014/main" id="{2C30956E-4334-4376-A36C-C9983ED7C9E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75734" y="4767263"/>
            <a:ext cx="655919" cy="273844"/>
          </a:xfrm>
        </p:spPr>
        <p:txBody>
          <a:bodyPr/>
          <a:lstStyle/>
          <a:p>
            <a:pPr defTabSz="685800"/>
            <a:r>
              <a:rPr lang="de-DE" dirty="0"/>
              <a:t>07.06.2022</a:t>
            </a:r>
          </a:p>
        </p:txBody>
      </p:sp>
    </p:spTree>
    <p:extLst>
      <p:ext uri="{BB962C8B-B14F-4D97-AF65-F5344CB8AC3E}">
        <p14:creationId xmlns:p14="http://schemas.microsoft.com/office/powerpoint/2010/main" val="13057246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A4A1FFF-CF92-4430-936D-95E35768C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What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a </a:t>
            </a:r>
            <a:r>
              <a:rPr lang="de-DE" dirty="0" err="1"/>
              <a:t>compiller</a:t>
            </a:r>
            <a:r>
              <a:rPr lang="de-DE" dirty="0"/>
              <a:t> / </a:t>
            </a:r>
            <a:r>
              <a:rPr lang="de-DE" dirty="0" err="1"/>
              <a:t>interpreter</a:t>
            </a:r>
            <a:br>
              <a:rPr lang="de-DE" dirty="0"/>
            </a:br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FDD7C0D-3639-4435-BF2E-54E74AFA9F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800"/>
            <a:r>
              <a:rPr lang="de-DE" dirty="0"/>
              <a:t>SRH Unternehmen  –  Anil Keshav &amp; Ashish Chouhan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37E79E0-2715-4D89-B222-037FEF3EC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/>
            <a:fld id="{075B144D-941B-4DFC-AF5F-0416193D12EC}" type="slidenum">
              <a:rPr lang="de-DE"/>
              <a:pPr defTabSz="685800"/>
              <a:t>41</a:t>
            </a:fld>
            <a:endParaRPr lang="de-DE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ACC1CB13-8316-4DB0-B6E8-E1BF45A58BA5}"/>
              </a:ext>
            </a:extLst>
          </p:cNvPr>
          <p:cNvSpPr/>
          <p:nvPr/>
        </p:nvSpPr>
        <p:spPr>
          <a:xfrm>
            <a:off x="3149731" y="1726559"/>
            <a:ext cx="1946703" cy="84519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COMPILER / INTERPRETER</a:t>
            </a:r>
            <a:endParaRPr lang="en-DE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F07F49A-FEE8-45A5-830A-995736110DC2}"/>
              </a:ext>
            </a:extLst>
          </p:cNvPr>
          <p:cNvSpPr txBox="1"/>
          <p:nvPr/>
        </p:nvSpPr>
        <p:spPr>
          <a:xfrm>
            <a:off x="3618994" y="1826220"/>
            <a:ext cx="13648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A=1</a:t>
            </a:r>
          </a:p>
          <a:p>
            <a:r>
              <a:rPr lang="en-US" dirty="0"/>
              <a:t>Def some():</a:t>
            </a:r>
          </a:p>
          <a:p>
            <a:endParaRPr lang="en-DE" dirty="0"/>
          </a:p>
        </p:txBody>
      </p:sp>
      <p:sp>
        <p:nvSpPr>
          <p:cNvPr id="8" name="Datumsplatzhalter 3">
            <a:extLst>
              <a:ext uri="{FF2B5EF4-FFF2-40B4-BE49-F238E27FC236}">
                <a16:creationId xmlns:a16="http://schemas.microsoft.com/office/drawing/2014/main" id="{817EC76B-C0E1-4A93-AB7B-D47FE4F02F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75734" y="4767263"/>
            <a:ext cx="655919" cy="273844"/>
          </a:xfrm>
        </p:spPr>
        <p:txBody>
          <a:bodyPr/>
          <a:lstStyle/>
          <a:p>
            <a:pPr defTabSz="685800"/>
            <a:r>
              <a:rPr lang="de-DE" dirty="0"/>
              <a:t>07.06.2022</a:t>
            </a:r>
          </a:p>
        </p:txBody>
      </p:sp>
    </p:spTree>
    <p:extLst>
      <p:ext uri="{BB962C8B-B14F-4D97-AF65-F5344CB8AC3E}">
        <p14:creationId xmlns:p14="http://schemas.microsoft.com/office/powerpoint/2010/main" val="40525715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A4A1FFF-CF92-4430-936D-95E35768C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What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a </a:t>
            </a:r>
            <a:r>
              <a:rPr lang="de-DE" dirty="0" err="1"/>
              <a:t>compiller</a:t>
            </a:r>
            <a:r>
              <a:rPr lang="de-DE" dirty="0"/>
              <a:t> / </a:t>
            </a:r>
            <a:r>
              <a:rPr lang="de-DE" dirty="0" err="1"/>
              <a:t>interpreter</a:t>
            </a:r>
            <a:br>
              <a:rPr lang="de-DE" dirty="0"/>
            </a:br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FDD7C0D-3639-4435-BF2E-54E74AFA9F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800"/>
            <a:r>
              <a:rPr lang="de-DE" dirty="0"/>
              <a:t>SRH Unternehmen  –  Anil Keshav &amp; Ashish Chouhan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37E79E0-2715-4D89-B222-037FEF3EC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/>
            <a:fld id="{075B144D-941B-4DFC-AF5F-0416193D12EC}" type="slidenum">
              <a:rPr lang="de-DE"/>
              <a:pPr defTabSz="685800"/>
              <a:t>42</a:t>
            </a:fld>
            <a:endParaRPr lang="de-DE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ACC1CB13-8316-4DB0-B6E8-E1BF45A58BA5}"/>
              </a:ext>
            </a:extLst>
          </p:cNvPr>
          <p:cNvSpPr/>
          <p:nvPr/>
        </p:nvSpPr>
        <p:spPr>
          <a:xfrm>
            <a:off x="3149731" y="1726559"/>
            <a:ext cx="1946703" cy="84519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COMPILER / INTERPRETER</a:t>
            </a:r>
            <a:endParaRPr lang="en-DE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F07F49A-FEE8-45A5-830A-995736110DC2}"/>
              </a:ext>
            </a:extLst>
          </p:cNvPr>
          <p:cNvSpPr txBox="1"/>
          <p:nvPr/>
        </p:nvSpPr>
        <p:spPr>
          <a:xfrm>
            <a:off x="5706874" y="1831300"/>
            <a:ext cx="18877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Push 001, </a:t>
            </a:r>
            <a:r>
              <a:rPr lang="en-US" dirty="0" err="1"/>
              <a:t>Axb</a:t>
            </a:r>
            <a:endParaRPr lang="en-US" dirty="0"/>
          </a:p>
          <a:p>
            <a:r>
              <a:rPr lang="en-US" dirty="0"/>
              <a:t>Jump, ==x23</a:t>
            </a:r>
            <a:endParaRPr lang="en-DE" dirty="0"/>
          </a:p>
        </p:txBody>
      </p:sp>
      <p:sp>
        <p:nvSpPr>
          <p:cNvPr id="8" name="Datumsplatzhalter 3">
            <a:extLst>
              <a:ext uri="{FF2B5EF4-FFF2-40B4-BE49-F238E27FC236}">
                <a16:creationId xmlns:a16="http://schemas.microsoft.com/office/drawing/2014/main" id="{C23290D2-9CD9-442C-B4A5-F4392A10E57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75734" y="4767263"/>
            <a:ext cx="655919" cy="273844"/>
          </a:xfrm>
        </p:spPr>
        <p:txBody>
          <a:bodyPr/>
          <a:lstStyle/>
          <a:p>
            <a:pPr defTabSz="685800"/>
            <a:r>
              <a:rPr lang="de-DE" dirty="0"/>
              <a:t>07.06.2022</a:t>
            </a:r>
          </a:p>
        </p:txBody>
      </p:sp>
    </p:spTree>
    <p:extLst>
      <p:ext uri="{BB962C8B-B14F-4D97-AF65-F5344CB8AC3E}">
        <p14:creationId xmlns:p14="http://schemas.microsoft.com/office/powerpoint/2010/main" val="25356420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A4A1FFF-CF92-4430-936D-95E35768C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What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a </a:t>
            </a:r>
            <a:r>
              <a:rPr lang="de-DE" dirty="0" err="1"/>
              <a:t>compiller</a:t>
            </a:r>
            <a:r>
              <a:rPr lang="de-DE" dirty="0"/>
              <a:t> / </a:t>
            </a:r>
            <a:r>
              <a:rPr lang="de-DE" dirty="0" err="1"/>
              <a:t>interpreter</a:t>
            </a:r>
            <a:br>
              <a:rPr lang="de-DE" dirty="0"/>
            </a:br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FDD7C0D-3639-4435-BF2E-54E74AFA9F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800"/>
            <a:r>
              <a:rPr lang="de-DE" dirty="0"/>
              <a:t>SRH Unternehmen  –  Anil Keshav &amp; Ashish Chouhan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37E79E0-2715-4D89-B222-037FEF3EC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/>
            <a:fld id="{075B144D-941B-4DFC-AF5F-0416193D12EC}" type="slidenum">
              <a:rPr lang="de-DE"/>
              <a:pPr defTabSz="685800"/>
              <a:t>43</a:t>
            </a:fld>
            <a:endParaRPr lang="de-DE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F6B9218-D98D-4724-B00F-F6A22C2FA2ED}"/>
              </a:ext>
            </a:extLst>
          </p:cNvPr>
          <p:cNvSpPr/>
          <p:nvPr/>
        </p:nvSpPr>
        <p:spPr>
          <a:xfrm>
            <a:off x="679076" y="3381935"/>
            <a:ext cx="8105215" cy="103542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RAM</a:t>
            </a:r>
            <a:endParaRPr lang="en-DE" dirty="0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B3DFCEC-BF8D-4636-B430-2CEA50739117}"/>
              </a:ext>
            </a:extLst>
          </p:cNvPr>
          <p:cNvSpPr txBox="1"/>
          <p:nvPr/>
        </p:nvSpPr>
        <p:spPr>
          <a:xfrm>
            <a:off x="679076" y="2677966"/>
            <a:ext cx="13648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A=1</a:t>
            </a:r>
          </a:p>
          <a:p>
            <a:r>
              <a:rPr lang="en-US" dirty="0"/>
              <a:t>Def some():</a:t>
            </a:r>
          </a:p>
          <a:p>
            <a:endParaRPr lang="en-DE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F045686-958C-4CF5-93F5-C8908E3C76EB}"/>
              </a:ext>
            </a:extLst>
          </p:cNvPr>
          <p:cNvSpPr txBox="1"/>
          <p:nvPr/>
        </p:nvSpPr>
        <p:spPr>
          <a:xfrm>
            <a:off x="757931" y="3576481"/>
            <a:ext cx="18877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Compiller</a:t>
            </a:r>
            <a:r>
              <a:rPr lang="en-US" dirty="0">
                <a:solidFill>
                  <a:schemeClr val="bg1"/>
                </a:solidFill>
              </a:rPr>
              <a:t> / Interpreter</a:t>
            </a:r>
            <a:endParaRPr lang="en-DE" dirty="0">
              <a:solidFill>
                <a:schemeClr val="bg1"/>
              </a:solidFill>
            </a:endParaRPr>
          </a:p>
        </p:txBody>
      </p:sp>
      <p:sp>
        <p:nvSpPr>
          <p:cNvPr id="11" name="Datumsplatzhalter 3">
            <a:extLst>
              <a:ext uri="{FF2B5EF4-FFF2-40B4-BE49-F238E27FC236}">
                <a16:creationId xmlns:a16="http://schemas.microsoft.com/office/drawing/2014/main" id="{723303A8-7885-4525-B2D2-7A94B38EE17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75734" y="4767263"/>
            <a:ext cx="655919" cy="273844"/>
          </a:xfrm>
        </p:spPr>
        <p:txBody>
          <a:bodyPr/>
          <a:lstStyle/>
          <a:p>
            <a:pPr defTabSz="685800"/>
            <a:r>
              <a:rPr lang="de-DE" dirty="0"/>
              <a:t>07.06.2022</a:t>
            </a:r>
          </a:p>
        </p:txBody>
      </p:sp>
    </p:spTree>
    <p:extLst>
      <p:ext uri="{BB962C8B-B14F-4D97-AF65-F5344CB8AC3E}">
        <p14:creationId xmlns:p14="http://schemas.microsoft.com/office/powerpoint/2010/main" val="13732254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A4A1FFF-CF92-4430-936D-95E35768C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What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a </a:t>
            </a:r>
            <a:r>
              <a:rPr lang="de-DE" dirty="0" err="1"/>
              <a:t>compiller</a:t>
            </a:r>
            <a:r>
              <a:rPr lang="de-DE" dirty="0"/>
              <a:t> / </a:t>
            </a:r>
            <a:r>
              <a:rPr lang="de-DE" dirty="0" err="1"/>
              <a:t>interpreter</a:t>
            </a:r>
            <a:br>
              <a:rPr lang="de-DE" dirty="0"/>
            </a:br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FDD7C0D-3639-4435-BF2E-54E74AFA9F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800"/>
            <a:r>
              <a:rPr lang="de-DE" dirty="0"/>
              <a:t>SRH Unternehmen  –  Anil Keshav &amp; Ashish Chouhan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37E79E0-2715-4D89-B222-037FEF3EC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/>
            <a:fld id="{075B144D-941B-4DFC-AF5F-0416193D12EC}" type="slidenum">
              <a:rPr lang="de-DE"/>
              <a:pPr defTabSz="685800"/>
              <a:t>44</a:t>
            </a:fld>
            <a:endParaRPr lang="de-DE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F6B9218-D98D-4724-B00F-F6A22C2FA2ED}"/>
              </a:ext>
            </a:extLst>
          </p:cNvPr>
          <p:cNvSpPr/>
          <p:nvPr/>
        </p:nvSpPr>
        <p:spPr>
          <a:xfrm>
            <a:off x="679076" y="3381935"/>
            <a:ext cx="8105215" cy="103542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RAM</a:t>
            </a:r>
            <a:endParaRPr lang="en-DE" dirty="0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B3DFCEC-BF8D-4636-B430-2CEA50739117}"/>
              </a:ext>
            </a:extLst>
          </p:cNvPr>
          <p:cNvSpPr txBox="1"/>
          <p:nvPr/>
        </p:nvSpPr>
        <p:spPr>
          <a:xfrm>
            <a:off x="1832236" y="3576481"/>
            <a:ext cx="13648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A=1</a:t>
            </a:r>
          </a:p>
          <a:p>
            <a:r>
              <a:rPr lang="en-US" dirty="0"/>
              <a:t>Def some():</a:t>
            </a:r>
          </a:p>
          <a:p>
            <a:endParaRPr lang="en-DE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F045686-958C-4CF5-93F5-C8908E3C76EB}"/>
              </a:ext>
            </a:extLst>
          </p:cNvPr>
          <p:cNvSpPr txBox="1"/>
          <p:nvPr/>
        </p:nvSpPr>
        <p:spPr>
          <a:xfrm>
            <a:off x="757931" y="3576481"/>
            <a:ext cx="18877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Compiller</a:t>
            </a:r>
            <a:r>
              <a:rPr lang="en-US" dirty="0">
                <a:solidFill>
                  <a:schemeClr val="bg1"/>
                </a:solidFill>
              </a:rPr>
              <a:t> / Interpreter</a:t>
            </a:r>
            <a:endParaRPr lang="en-DE" dirty="0">
              <a:solidFill>
                <a:schemeClr val="bg1"/>
              </a:solidFill>
            </a:endParaRPr>
          </a:p>
        </p:txBody>
      </p:sp>
      <p:sp>
        <p:nvSpPr>
          <p:cNvPr id="11" name="Datumsplatzhalter 3">
            <a:extLst>
              <a:ext uri="{FF2B5EF4-FFF2-40B4-BE49-F238E27FC236}">
                <a16:creationId xmlns:a16="http://schemas.microsoft.com/office/drawing/2014/main" id="{4A745F3B-68C5-434C-8711-8EB8245A06B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75734" y="4767263"/>
            <a:ext cx="655919" cy="273844"/>
          </a:xfrm>
        </p:spPr>
        <p:txBody>
          <a:bodyPr/>
          <a:lstStyle/>
          <a:p>
            <a:pPr defTabSz="685800"/>
            <a:r>
              <a:rPr lang="de-DE" dirty="0"/>
              <a:t>07.06.2022</a:t>
            </a:r>
          </a:p>
        </p:txBody>
      </p:sp>
    </p:spTree>
    <p:extLst>
      <p:ext uri="{BB962C8B-B14F-4D97-AF65-F5344CB8AC3E}">
        <p14:creationId xmlns:p14="http://schemas.microsoft.com/office/powerpoint/2010/main" val="15378650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A4A1FFF-CF92-4430-936D-95E35768C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What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a </a:t>
            </a:r>
            <a:r>
              <a:rPr lang="de-DE" dirty="0" err="1"/>
              <a:t>compiler</a:t>
            </a:r>
            <a:r>
              <a:rPr lang="de-DE" dirty="0"/>
              <a:t> / </a:t>
            </a:r>
            <a:r>
              <a:rPr lang="de-DE" dirty="0" err="1"/>
              <a:t>interpreter</a:t>
            </a:r>
            <a:br>
              <a:rPr lang="de-DE" dirty="0"/>
            </a:br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FDD7C0D-3639-4435-BF2E-54E74AFA9F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800"/>
            <a:r>
              <a:rPr lang="de-DE" dirty="0"/>
              <a:t>SRH Unternehmen  –  Anil Keshav &amp; Ashish Chouhan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37E79E0-2715-4D89-B222-037FEF3EC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/>
            <a:fld id="{075B144D-941B-4DFC-AF5F-0416193D12EC}" type="slidenum">
              <a:rPr lang="de-DE"/>
              <a:pPr defTabSz="685800"/>
              <a:t>45</a:t>
            </a:fld>
            <a:endParaRPr lang="de-DE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F6B9218-D98D-4724-B00F-F6A22C2FA2ED}"/>
              </a:ext>
            </a:extLst>
          </p:cNvPr>
          <p:cNvSpPr/>
          <p:nvPr/>
        </p:nvSpPr>
        <p:spPr>
          <a:xfrm>
            <a:off x="679076" y="3381935"/>
            <a:ext cx="8105215" cy="103542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RAM</a:t>
            </a:r>
            <a:endParaRPr lang="en-DE" dirty="0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B3DFCEC-BF8D-4636-B430-2CEA50739117}"/>
              </a:ext>
            </a:extLst>
          </p:cNvPr>
          <p:cNvSpPr txBox="1"/>
          <p:nvPr/>
        </p:nvSpPr>
        <p:spPr>
          <a:xfrm>
            <a:off x="1832236" y="3576481"/>
            <a:ext cx="15866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Push, 0x123</a:t>
            </a:r>
          </a:p>
          <a:p>
            <a:r>
              <a:rPr lang="en-US" dirty="0">
                <a:solidFill>
                  <a:schemeClr val="bg1"/>
                </a:solidFill>
              </a:rPr>
              <a:t>Jump, Ox567</a:t>
            </a:r>
            <a:endParaRPr lang="en-DE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F045686-958C-4CF5-93F5-C8908E3C76EB}"/>
              </a:ext>
            </a:extLst>
          </p:cNvPr>
          <p:cNvSpPr txBox="1"/>
          <p:nvPr/>
        </p:nvSpPr>
        <p:spPr>
          <a:xfrm>
            <a:off x="742691" y="3576481"/>
            <a:ext cx="18877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Compiller</a:t>
            </a:r>
            <a:r>
              <a:rPr lang="en-US" dirty="0">
                <a:solidFill>
                  <a:schemeClr val="bg1"/>
                </a:solidFill>
              </a:rPr>
              <a:t> / Interpreter</a:t>
            </a:r>
            <a:endParaRPr lang="en-DE" dirty="0">
              <a:solidFill>
                <a:schemeClr val="bg1"/>
              </a:solidFill>
            </a:endParaRPr>
          </a:p>
        </p:txBody>
      </p:sp>
      <p:sp>
        <p:nvSpPr>
          <p:cNvPr id="11" name="Datumsplatzhalter 3">
            <a:extLst>
              <a:ext uri="{FF2B5EF4-FFF2-40B4-BE49-F238E27FC236}">
                <a16:creationId xmlns:a16="http://schemas.microsoft.com/office/drawing/2014/main" id="{C3F9F00A-C892-4E3F-AFF2-47AD32C7EDC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75734" y="4767263"/>
            <a:ext cx="655919" cy="273844"/>
          </a:xfrm>
        </p:spPr>
        <p:txBody>
          <a:bodyPr/>
          <a:lstStyle/>
          <a:p>
            <a:pPr defTabSz="685800"/>
            <a:r>
              <a:rPr lang="de-DE" dirty="0"/>
              <a:t>07.06.2022</a:t>
            </a:r>
          </a:p>
        </p:txBody>
      </p:sp>
    </p:spTree>
    <p:extLst>
      <p:ext uri="{BB962C8B-B14F-4D97-AF65-F5344CB8AC3E}">
        <p14:creationId xmlns:p14="http://schemas.microsoft.com/office/powerpoint/2010/main" val="276361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A4A1FFF-CF92-4430-936D-95E35768C0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000" y="269227"/>
            <a:ext cx="6874200" cy="375097"/>
          </a:xfrm>
        </p:spPr>
        <p:txBody>
          <a:bodyPr/>
          <a:lstStyle/>
          <a:p>
            <a:r>
              <a:rPr lang="de-DE" dirty="0"/>
              <a:t>Reverse Engineering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FDD7C0D-3639-4435-BF2E-54E74AFA9F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800"/>
            <a:r>
              <a:rPr lang="de-DE" dirty="0"/>
              <a:t>SRH Unternehmen  –  Anil Keshav &amp; Ashish Chouhan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37E79E0-2715-4D89-B222-037FEF3EC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/>
            <a:fld id="{075B144D-941B-4DFC-AF5F-0416193D12EC}" type="slidenum">
              <a:rPr lang="de-DE"/>
              <a:pPr defTabSz="685800"/>
              <a:t>46</a:t>
            </a:fld>
            <a:endParaRPr lang="de-DE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B3DFCEC-BF8D-4636-B430-2CEA50739117}"/>
              </a:ext>
            </a:extLst>
          </p:cNvPr>
          <p:cNvSpPr txBox="1"/>
          <p:nvPr/>
        </p:nvSpPr>
        <p:spPr>
          <a:xfrm>
            <a:off x="1832236" y="3576481"/>
            <a:ext cx="15866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Push, 0x123</a:t>
            </a:r>
          </a:p>
          <a:p>
            <a:r>
              <a:rPr lang="en-US" dirty="0">
                <a:solidFill>
                  <a:schemeClr val="bg1"/>
                </a:solidFill>
              </a:rPr>
              <a:t>Jump, Ox567</a:t>
            </a:r>
            <a:endParaRPr lang="en-DE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F045686-958C-4CF5-93F5-C8908E3C76EB}"/>
              </a:ext>
            </a:extLst>
          </p:cNvPr>
          <p:cNvSpPr txBox="1"/>
          <p:nvPr/>
        </p:nvSpPr>
        <p:spPr>
          <a:xfrm>
            <a:off x="742691" y="3576481"/>
            <a:ext cx="18877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Compiller</a:t>
            </a:r>
            <a:r>
              <a:rPr lang="en-US" dirty="0">
                <a:solidFill>
                  <a:schemeClr val="bg1"/>
                </a:solidFill>
              </a:rPr>
              <a:t> / Interpreter</a:t>
            </a:r>
            <a:endParaRPr lang="en-DE" dirty="0">
              <a:solidFill>
                <a:schemeClr val="bg1"/>
              </a:solidFill>
            </a:endParaRPr>
          </a:p>
        </p:txBody>
      </p:sp>
      <p:sp>
        <p:nvSpPr>
          <p:cNvPr id="11" name="Datumsplatzhalter 3">
            <a:extLst>
              <a:ext uri="{FF2B5EF4-FFF2-40B4-BE49-F238E27FC236}">
                <a16:creationId xmlns:a16="http://schemas.microsoft.com/office/drawing/2014/main" id="{C3F9F00A-C892-4E3F-AFF2-47AD32C7EDC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75734" y="4767263"/>
            <a:ext cx="655919" cy="273844"/>
          </a:xfrm>
        </p:spPr>
        <p:txBody>
          <a:bodyPr/>
          <a:lstStyle/>
          <a:p>
            <a:pPr defTabSz="685800"/>
            <a:r>
              <a:rPr lang="de-DE" dirty="0"/>
              <a:t>07.06.2022</a:t>
            </a:r>
          </a:p>
        </p:txBody>
      </p:sp>
      <p:sp>
        <p:nvSpPr>
          <p:cNvPr id="4" name="Inhaltsplatzhalter 2">
            <a:extLst>
              <a:ext uri="{FF2B5EF4-FFF2-40B4-BE49-F238E27FC236}">
                <a16:creationId xmlns:a16="http://schemas.microsoft.com/office/drawing/2014/main" id="{DA9C1CDF-EC68-97A1-0BDF-3904C0F1F4B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75733" y="1296000"/>
            <a:ext cx="5640417" cy="3172500"/>
          </a:xfrm>
        </p:spPr>
        <p:txBody>
          <a:bodyPr/>
          <a:lstStyle/>
          <a:p>
            <a:pPr lvl="1"/>
            <a:r>
              <a:rPr lang="de-DE" sz="1600" dirty="0"/>
              <a:t>Understanding </a:t>
            </a:r>
            <a:r>
              <a:rPr lang="de-DE" sz="1600" dirty="0" err="1"/>
              <a:t>registers</a:t>
            </a:r>
            <a:r>
              <a:rPr lang="de-DE" sz="1600" dirty="0"/>
              <a:t> </a:t>
            </a:r>
          </a:p>
          <a:p>
            <a:pPr lvl="1"/>
            <a:r>
              <a:rPr lang="de-DE" sz="1600" dirty="0"/>
              <a:t>Understanding </a:t>
            </a:r>
            <a:r>
              <a:rPr lang="de-DE" sz="1600" dirty="0" err="1"/>
              <a:t>stack</a:t>
            </a:r>
            <a:r>
              <a:rPr lang="de-DE" sz="1600" dirty="0"/>
              <a:t> and </a:t>
            </a:r>
            <a:r>
              <a:rPr lang="de-DE" sz="1600" dirty="0" err="1"/>
              <a:t>heap</a:t>
            </a:r>
            <a:endParaRPr lang="de-DE" sz="1600" dirty="0"/>
          </a:p>
          <a:p>
            <a:pPr lvl="1"/>
            <a:endParaRPr lang="de-DE" sz="1600" dirty="0"/>
          </a:p>
        </p:txBody>
      </p:sp>
    </p:spTree>
    <p:extLst>
      <p:ext uri="{BB962C8B-B14F-4D97-AF65-F5344CB8AC3E}">
        <p14:creationId xmlns:p14="http://schemas.microsoft.com/office/powerpoint/2010/main" val="13078039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A4A1FFF-CF92-4430-936D-95E35768C0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000" y="269227"/>
            <a:ext cx="6874200" cy="375097"/>
          </a:xfrm>
        </p:spPr>
        <p:txBody>
          <a:bodyPr/>
          <a:lstStyle/>
          <a:p>
            <a:r>
              <a:rPr lang="de-DE" dirty="0"/>
              <a:t>Reverse Engineering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FDD7C0D-3639-4435-BF2E-54E74AFA9F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800"/>
            <a:r>
              <a:rPr lang="de-DE" dirty="0"/>
              <a:t>SRH Unternehmen  –  Anil Keshav &amp; Ashish Chouhan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37E79E0-2715-4D89-B222-037FEF3EC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/>
            <a:fld id="{075B144D-941B-4DFC-AF5F-0416193D12EC}" type="slidenum">
              <a:rPr lang="de-DE"/>
              <a:pPr defTabSz="685800"/>
              <a:t>47</a:t>
            </a:fld>
            <a:endParaRPr lang="de-DE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B3DFCEC-BF8D-4636-B430-2CEA50739117}"/>
              </a:ext>
            </a:extLst>
          </p:cNvPr>
          <p:cNvSpPr txBox="1"/>
          <p:nvPr/>
        </p:nvSpPr>
        <p:spPr>
          <a:xfrm>
            <a:off x="1832236" y="3576481"/>
            <a:ext cx="15866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Push, 0x123</a:t>
            </a:r>
          </a:p>
          <a:p>
            <a:r>
              <a:rPr lang="en-US" dirty="0">
                <a:solidFill>
                  <a:schemeClr val="bg1"/>
                </a:solidFill>
              </a:rPr>
              <a:t>Jump, Ox567</a:t>
            </a:r>
            <a:endParaRPr lang="en-DE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F045686-958C-4CF5-93F5-C8908E3C76EB}"/>
              </a:ext>
            </a:extLst>
          </p:cNvPr>
          <p:cNvSpPr txBox="1"/>
          <p:nvPr/>
        </p:nvSpPr>
        <p:spPr>
          <a:xfrm>
            <a:off x="742691" y="3576481"/>
            <a:ext cx="18877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Compiller</a:t>
            </a:r>
            <a:r>
              <a:rPr lang="en-US" dirty="0">
                <a:solidFill>
                  <a:schemeClr val="bg1"/>
                </a:solidFill>
              </a:rPr>
              <a:t> / Interpreter</a:t>
            </a:r>
            <a:endParaRPr lang="en-DE" dirty="0">
              <a:solidFill>
                <a:schemeClr val="bg1"/>
              </a:solidFill>
            </a:endParaRPr>
          </a:p>
        </p:txBody>
      </p:sp>
      <p:sp>
        <p:nvSpPr>
          <p:cNvPr id="11" name="Datumsplatzhalter 3">
            <a:extLst>
              <a:ext uri="{FF2B5EF4-FFF2-40B4-BE49-F238E27FC236}">
                <a16:creationId xmlns:a16="http://schemas.microsoft.com/office/drawing/2014/main" id="{C3F9F00A-C892-4E3F-AFF2-47AD32C7EDC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75734" y="4767263"/>
            <a:ext cx="655919" cy="273844"/>
          </a:xfrm>
        </p:spPr>
        <p:txBody>
          <a:bodyPr/>
          <a:lstStyle/>
          <a:p>
            <a:pPr defTabSz="685800"/>
            <a:r>
              <a:rPr lang="de-DE" dirty="0"/>
              <a:t>07.06.2022</a:t>
            </a:r>
          </a:p>
        </p:txBody>
      </p:sp>
      <p:sp>
        <p:nvSpPr>
          <p:cNvPr id="4" name="Inhaltsplatzhalter 2">
            <a:extLst>
              <a:ext uri="{FF2B5EF4-FFF2-40B4-BE49-F238E27FC236}">
                <a16:creationId xmlns:a16="http://schemas.microsoft.com/office/drawing/2014/main" id="{DA9C1CDF-EC68-97A1-0BDF-3904C0F1F4B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75733" y="1296000"/>
            <a:ext cx="5640417" cy="3172500"/>
          </a:xfrm>
        </p:spPr>
        <p:txBody>
          <a:bodyPr/>
          <a:lstStyle/>
          <a:p>
            <a:pPr lvl="1"/>
            <a:r>
              <a:rPr lang="de-DE" sz="1600" dirty="0" err="1"/>
              <a:t>Understading</a:t>
            </a:r>
            <a:r>
              <a:rPr lang="de-DE" sz="1600" dirty="0"/>
              <a:t> </a:t>
            </a:r>
            <a:r>
              <a:rPr lang="de-DE" sz="1600" dirty="0" err="1"/>
              <a:t>registers</a:t>
            </a:r>
            <a:r>
              <a:rPr lang="de-DE" sz="1600" dirty="0"/>
              <a:t> :</a:t>
            </a:r>
          </a:p>
          <a:p>
            <a:pPr lvl="2"/>
            <a:r>
              <a:rPr lang="de-DE" sz="1600" dirty="0"/>
              <a:t>General Purpose Registers</a:t>
            </a:r>
          </a:p>
          <a:p>
            <a:pPr lvl="2"/>
            <a:r>
              <a:rPr lang="de-DE" sz="1600" dirty="0"/>
              <a:t>Segment Register</a:t>
            </a:r>
          </a:p>
          <a:p>
            <a:pPr lvl="2"/>
            <a:r>
              <a:rPr lang="de-DE" sz="1600" dirty="0" err="1"/>
              <a:t>Instruction</a:t>
            </a:r>
            <a:r>
              <a:rPr lang="de-DE" sz="1600" dirty="0"/>
              <a:t> Pointer Register</a:t>
            </a:r>
          </a:p>
          <a:p>
            <a:pPr lvl="2"/>
            <a:r>
              <a:rPr lang="de-DE" sz="1600" dirty="0"/>
              <a:t>Control Register</a:t>
            </a:r>
          </a:p>
          <a:p>
            <a:pPr lvl="2"/>
            <a:endParaRPr lang="de-DE" sz="1600" dirty="0"/>
          </a:p>
        </p:txBody>
      </p:sp>
    </p:spTree>
    <p:extLst>
      <p:ext uri="{BB962C8B-B14F-4D97-AF65-F5344CB8AC3E}">
        <p14:creationId xmlns:p14="http://schemas.microsoft.com/office/powerpoint/2010/main" val="1912390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A4A1FFF-CF92-4430-936D-95E35768C0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000" y="269227"/>
            <a:ext cx="6874200" cy="375097"/>
          </a:xfrm>
        </p:spPr>
        <p:txBody>
          <a:bodyPr/>
          <a:lstStyle/>
          <a:p>
            <a:r>
              <a:rPr lang="de-DE" dirty="0"/>
              <a:t>Reverse Engineering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FDD7C0D-3639-4435-BF2E-54E74AFA9F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800"/>
            <a:r>
              <a:rPr lang="de-DE" dirty="0"/>
              <a:t>SRH Unternehmen  –  Anil Keshav &amp; Ashish Chouhan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37E79E0-2715-4D89-B222-037FEF3EC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/>
            <a:fld id="{075B144D-941B-4DFC-AF5F-0416193D12EC}" type="slidenum">
              <a:rPr lang="de-DE"/>
              <a:pPr defTabSz="685800"/>
              <a:t>48</a:t>
            </a:fld>
            <a:endParaRPr lang="de-DE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B3DFCEC-BF8D-4636-B430-2CEA50739117}"/>
              </a:ext>
            </a:extLst>
          </p:cNvPr>
          <p:cNvSpPr txBox="1"/>
          <p:nvPr/>
        </p:nvSpPr>
        <p:spPr>
          <a:xfrm>
            <a:off x="1832236" y="3576481"/>
            <a:ext cx="15866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Push, 0x123</a:t>
            </a:r>
          </a:p>
          <a:p>
            <a:r>
              <a:rPr lang="en-US" dirty="0">
                <a:solidFill>
                  <a:schemeClr val="bg1"/>
                </a:solidFill>
              </a:rPr>
              <a:t>Jump, Ox567</a:t>
            </a:r>
            <a:endParaRPr lang="en-DE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F045686-958C-4CF5-93F5-C8908E3C76EB}"/>
              </a:ext>
            </a:extLst>
          </p:cNvPr>
          <p:cNvSpPr txBox="1"/>
          <p:nvPr/>
        </p:nvSpPr>
        <p:spPr>
          <a:xfrm>
            <a:off x="742691" y="3576481"/>
            <a:ext cx="18877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Compiller</a:t>
            </a:r>
            <a:r>
              <a:rPr lang="en-US" dirty="0">
                <a:solidFill>
                  <a:schemeClr val="bg1"/>
                </a:solidFill>
              </a:rPr>
              <a:t> / Interpreter</a:t>
            </a:r>
            <a:endParaRPr lang="en-DE" dirty="0">
              <a:solidFill>
                <a:schemeClr val="bg1"/>
              </a:solidFill>
            </a:endParaRPr>
          </a:p>
        </p:txBody>
      </p:sp>
      <p:sp>
        <p:nvSpPr>
          <p:cNvPr id="11" name="Datumsplatzhalter 3">
            <a:extLst>
              <a:ext uri="{FF2B5EF4-FFF2-40B4-BE49-F238E27FC236}">
                <a16:creationId xmlns:a16="http://schemas.microsoft.com/office/drawing/2014/main" id="{C3F9F00A-C892-4E3F-AFF2-47AD32C7EDC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75734" y="4767263"/>
            <a:ext cx="655919" cy="273844"/>
          </a:xfrm>
        </p:spPr>
        <p:txBody>
          <a:bodyPr/>
          <a:lstStyle/>
          <a:p>
            <a:pPr defTabSz="685800"/>
            <a:r>
              <a:rPr lang="de-DE" dirty="0"/>
              <a:t>07.06.2022</a:t>
            </a:r>
          </a:p>
        </p:txBody>
      </p:sp>
      <p:sp>
        <p:nvSpPr>
          <p:cNvPr id="4" name="Inhaltsplatzhalter 2">
            <a:extLst>
              <a:ext uri="{FF2B5EF4-FFF2-40B4-BE49-F238E27FC236}">
                <a16:creationId xmlns:a16="http://schemas.microsoft.com/office/drawing/2014/main" id="{DA9C1CDF-EC68-97A1-0BDF-3904C0F1F4B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94969" y="727146"/>
            <a:ext cx="5640417" cy="3172500"/>
          </a:xfrm>
        </p:spPr>
        <p:txBody>
          <a:bodyPr/>
          <a:lstStyle/>
          <a:p>
            <a:pPr lvl="1"/>
            <a:r>
              <a:rPr lang="de-DE" sz="1600" dirty="0" err="1"/>
              <a:t>Important</a:t>
            </a:r>
            <a:r>
              <a:rPr lang="de-DE" sz="1600" dirty="0"/>
              <a:t> General Purpose Registers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41FB4DB-B794-CC1B-CB91-F718C071F2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8738645"/>
              </p:ext>
            </p:extLst>
          </p:nvPr>
        </p:nvGraphicFramePr>
        <p:xfrm>
          <a:off x="1942273" y="952393"/>
          <a:ext cx="6096000" cy="38861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34566072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840732343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705144190"/>
                    </a:ext>
                  </a:extLst>
                </a:gridCol>
              </a:tblGrid>
              <a:tr h="322092">
                <a:tc>
                  <a:txBody>
                    <a:bodyPr/>
                    <a:lstStyle/>
                    <a:p>
                      <a:r>
                        <a:rPr lang="en-US" sz="1200" dirty="0"/>
                        <a:t>X86 (32 bit)</a:t>
                      </a:r>
                    </a:p>
                  </a:txBody>
                  <a:tcPr marT="41564" marB="41564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function</a:t>
                      </a:r>
                      <a:endParaRPr lang="en-DE" sz="1200" dirty="0"/>
                    </a:p>
                  </a:txBody>
                  <a:tcPr marT="41564" marB="41564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X64 (64 bit)</a:t>
                      </a:r>
                      <a:endParaRPr lang="en-DE" sz="1200" dirty="0"/>
                    </a:p>
                  </a:txBody>
                  <a:tcPr marT="41564" marB="41564"/>
                </a:tc>
                <a:extLst>
                  <a:ext uri="{0D108BD9-81ED-4DB2-BD59-A6C34878D82A}">
                    <a16:rowId xmlns:a16="http://schemas.microsoft.com/office/drawing/2014/main" val="33524764"/>
                  </a:ext>
                </a:extLst>
              </a:tr>
              <a:tr h="428868">
                <a:tc>
                  <a:txBody>
                    <a:bodyPr/>
                    <a:lstStyle/>
                    <a:p>
                      <a:r>
                        <a:rPr lang="en-US" sz="1200" dirty="0"/>
                        <a:t>EAX</a:t>
                      </a:r>
                      <a:endParaRPr lang="en-DE" sz="1200" dirty="0"/>
                    </a:p>
                  </a:txBody>
                  <a:tcPr marT="41564" marB="41564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arithmetic calculation result and function return values</a:t>
                      </a:r>
                      <a:endParaRPr lang="en-DE" sz="1200" dirty="0"/>
                    </a:p>
                  </a:txBody>
                  <a:tcPr marT="41564" marB="41564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RAX</a:t>
                      </a:r>
                      <a:endParaRPr lang="en-DE" sz="1200" dirty="0"/>
                    </a:p>
                  </a:txBody>
                  <a:tcPr marT="41564" marB="41564"/>
                </a:tc>
                <a:extLst>
                  <a:ext uri="{0D108BD9-81ED-4DB2-BD59-A6C34878D82A}">
                    <a16:rowId xmlns:a16="http://schemas.microsoft.com/office/drawing/2014/main" val="2648931670"/>
                  </a:ext>
                </a:extLst>
              </a:tr>
              <a:tr h="428868">
                <a:tc>
                  <a:txBody>
                    <a:bodyPr/>
                    <a:lstStyle/>
                    <a:p>
                      <a:r>
                        <a:rPr lang="en-US" sz="1200" dirty="0"/>
                        <a:t>EBX</a:t>
                      </a:r>
                      <a:endParaRPr lang="en-DE" sz="1200" dirty="0"/>
                    </a:p>
                  </a:txBody>
                  <a:tcPr marT="41564" marB="41564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base register . Stores the base address of the program</a:t>
                      </a:r>
                      <a:endParaRPr lang="en-DE" sz="1200" dirty="0"/>
                    </a:p>
                  </a:txBody>
                  <a:tcPr marT="41564" marB="41564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RBX</a:t>
                      </a:r>
                      <a:endParaRPr lang="en-DE" sz="1200" dirty="0"/>
                    </a:p>
                  </a:txBody>
                  <a:tcPr marT="41564" marB="41564"/>
                </a:tc>
                <a:extLst>
                  <a:ext uri="{0D108BD9-81ED-4DB2-BD59-A6C34878D82A}">
                    <a16:rowId xmlns:a16="http://schemas.microsoft.com/office/drawing/2014/main" val="64335036"/>
                  </a:ext>
                </a:extLst>
              </a:tr>
              <a:tr h="778316">
                <a:tc>
                  <a:txBody>
                    <a:bodyPr/>
                    <a:lstStyle/>
                    <a:p>
                      <a:r>
                        <a:rPr lang="en-US" sz="1200" dirty="0"/>
                        <a:t>ECX</a:t>
                      </a:r>
                      <a:endParaRPr lang="en-DE" sz="1200" dirty="0"/>
                    </a:p>
                  </a:txBody>
                  <a:tcPr marT="41564" marB="41564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holds the value that shows number of times a flow must repeat , for </a:t>
                      </a:r>
                      <a:r>
                        <a:rPr lang="en-US" sz="1200" dirty="0" err="1"/>
                        <a:t>e.g</a:t>
                      </a:r>
                      <a:r>
                        <a:rPr lang="en-US" sz="1200" dirty="0"/>
                        <a:t> the for loop count</a:t>
                      </a:r>
                      <a:endParaRPr lang="en-DE" sz="1200" dirty="0"/>
                    </a:p>
                  </a:txBody>
                  <a:tcPr marT="41564" marB="41564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RCX</a:t>
                      </a:r>
                      <a:endParaRPr lang="en-DE" sz="1200" dirty="0"/>
                    </a:p>
                  </a:txBody>
                  <a:tcPr marT="41564" marB="41564"/>
                </a:tc>
                <a:extLst>
                  <a:ext uri="{0D108BD9-81ED-4DB2-BD59-A6C34878D82A}">
                    <a16:rowId xmlns:a16="http://schemas.microsoft.com/office/drawing/2014/main" val="2496799363"/>
                  </a:ext>
                </a:extLst>
              </a:tr>
              <a:tr h="322092">
                <a:tc>
                  <a:txBody>
                    <a:bodyPr/>
                    <a:lstStyle/>
                    <a:p>
                      <a:r>
                        <a:rPr lang="en-US" sz="1200" dirty="0"/>
                        <a:t>EDX</a:t>
                      </a:r>
                      <a:endParaRPr lang="en-DE" sz="1200" dirty="0"/>
                    </a:p>
                  </a:txBody>
                  <a:tcPr marT="41564" marB="41564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general purpose</a:t>
                      </a:r>
                      <a:endParaRPr lang="en-DE" sz="1200" dirty="0"/>
                    </a:p>
                  </a:txBody>
                  <a:tcPr marT="41564" marB="41564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RDX</a:t>
                      </a:r>
                      <a:endParaRPr lang="en-DE" sz="1200" dirty="0"/>
                    </a:p>
                  </a:txBody>
                  <a:tcPr marT="41564" marB="41564"/>
                </a:tc>
                <a:extLst>
                  <a:ext uri="{0D108BD9-81ED-4DB2-BD59-A6C34878D82A}">
                    <a16:rowId xmlns:a16="http://schemas.microsoft.com/office/drawing/2014/main" val="3945505590"/>
                  </a:ext>
                </a:extLst>
              </a:tr>
              <a:tr h="428868">
                <a:tc>
                  <a:txBody>
                    <a:bodyPr/>
                    <a:lstStyle/>
                    <a:p>
                      <a:r>
                        <a:rPr lang="en-US" sz="1200" dirty="0"/>
                        <a:t>ESI</a:t>
                      </a:r>
                      <a:endParaRPr lang="en-DE" sz="1200" dirty="0"/>
                    </a:p>
                  </a:txBody>
                  <a:tcPr marT="41564" marB="41564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holds the address to read data / variable </a:t>
                      </a:r>
                      <a:endParaRPr lang="en-DE" sz="1200" dirty="0"/>
                    </a:p>
                  </a:txBody>
                  <a:tcPr marT="41564" marB="41564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RSI</a:t>
                      </a:r>
                      <a:endParaRPr lang="en-DE" sz="1200" dirty="0"/>
                    </a:p>
                  </a:txBody>
                  <a:tcPr marT="41564" marB="41564"/>
                </a:tc>
                <a:extLst>
                  <a:ext uri="{0D108BD9-81ED-4DB2-BD59-A6C34878D82A}">
                    <a16:rowId xmlns:a16="http://schemas.microsoft.com/office/drawing/2014/main" val="2144180857"/>
                  </a:ext>
                </a:extLst>
              </a:tr>
              <a:tr h="428868">
                <a:tc>
                  <a:txBody>
                    <a:bodyPr/>
                    <a:lstStyle/>
                    <a:p>
                      <a:r>
                        <a:rPr lang="en-US" sz="1200" dirty="0"/>
                        <a:t>EDI</a:t>
                      </a:r>
                      <a:endParaRPr lang="en-DE" sz="1200" dirty="0"/>
                    </a:p>
                  </a:txBody>
                  <a:tcPr marT="41564" marB="41564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write address for data / variable </a:t>
                      </a:r>
                      <a:endParaRPr lang="en-DE" sz="1200" dirty="0"/>
                    </a:p>
                  </a:txBody>
                  <a:tcPr marT="41564" marB="41564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RDI</a:t>
                      </a:r>
                      <a:endParaRPr lang="en-DE" sz="1200" dirty="0"/>
                    </a:p>
                  </a:txBody>
                  <a:tcPr marT="41564" marB="41564"/>
                </a:tc>
                <a:extLst>
                  <a:ext uri="{0D108BD9-81ED-4DB2-BD59-A6C34878D82A}">
                    <a16:rowId xmlns:a16="http://schemas.microsoft.com/office/drawing/2014/main" val="37031318"/>
                  </a:ext>
                </a:extLst>
              </a:tr>
              <a:tr h="603592">
                <a:tc>
                  <a:txBody>
                    <a:bodyPr/>
                    <a:lstStyle/>
                    <a:p>
                      <a:r>
                        <a:rPr lang="en-US" sz="1200" dirty="0"/>
                        <a:t>EBP and ESP</a:t>
                      </a:r>
                      <a:endParaRPr lang="en-DE" sz="1200" dirty="0"/>
                    </a:p>
                  </a:txBody>
                  <a:tcPr marT="41564" marB="41564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base pointer and stack pointer . Bottom and top of stack</a:t>
                      </a:r>
                      <a:endParaRPr lang="en-DE" sz="1200" dirty="0"/>
                    </a:p>
                  </a:txBody>
                  <a:tcPr marT="41564" marB="41564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RBP and RSP</a:t>
                      </a:r>
                      <a:endParaRPr lang="en-DE" sz="1200" dirty="0"/>
                    </a:p>
                  </a:txBody>
                  <a:tcPr marT="41564" marB="41564"/>
                </a:tc>
                <a:extLst>
                  <a:ext uri="{0D108BD9-81ED-4DB2-BD59-A6C34878D82A}">
                    <a16:rowId xmlns:a16="http://schemas.microsoft.com/office/drawing/2014/main" val="6312547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527648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A4A1FFF-CF92-4430-936D-95E35768C0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000" y="269227"/>
            <a:ext cx="6874200" cy="375097"/>
          </a:xfrm>
        </p:spPr>
        <p:txBody>
          <a:bodyPr/>
          <a:lstStyle/>
          <a:p>
            <a:r>
              <a:rPr lang="de-DE" dirty="0"/>
              <a:t>Reverse Engineering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FDD7C0D-3639-4435-BF2E-54E74AFA9F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800"/>
            <a:r>
              <a:rPr lang="de-DE" dirty="0"/>
              <a:t>SRH Unternehmen  –  Anil Keshav &amp; Ashish Chouhan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37E79E0-2715-4D89-B222-037FEF3EC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/>
            <a:fld id="{075B144D-941B-4DFC-AF5F-0416193D12EC}" type="slidenum">
              <a:rPr lang="de-DE"/>
              <a:pPr defTabSz="685800"/>
              <a:t>49</a:t>
            </a:fld>
            <a:endParaRPr lang="de-DE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B3DFCEC-BF8D-4636-B430-2CEA50739117}"/>
              </a:ext>
            </a:extLst>
          </p:cNvPr>
          <p:cNvSpPr txBox="1"/>
          <p:nvPr/>
        </p:nvSpPr>
        <p:spPr>
          <a:xfrm>
            <a:off x="1832236" y="3576481"/>
            <a:ext cx="15866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Push, 0x123</a:t>
            </a:r>
          </a:p>
          <a:p>
            <a:r>
              <a:rPr lang="en-US" dirty="0">
                <a:solidFill>
                  <a:schemeClr val="bg1"/>
                </a:solidFill>
              </a:rPr>
              <a:t>Jump, Ox567</a:t>
            </a:r>
            <a:endParaRPr lang="en-DE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F045686-958C-4CF5-93F5-C8908E3C76EB}"/>
              </a:ext>
            </a:extLst>
          </p:cNvPr>
          <p:cNvSpPr txBox="1"/>
          <p:nvPr/>
        </p:nvSpPr>
        <p:spPr>
          <a:xfrm>
            <a:off x="742691" y="3576481"/>
            <a:ext cx="18877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Compiller</a:t>
            </a:r>
            <a:r>
              <a:rPr lang="en-US" dirty="0">
                <a:solidFill>
                  <a:schemeClr val="bg1"/>
                </a:solidFill>
              </a:rPr>
              <a:t> / Interpreter</a:t>
            </a:r>
            <a:endParaRPr lang="en-DE" dirty="0">
              <a:solidFill>
                <a:schemeClr val="bg1"/>
              </a:solidFill>
            </a:endParaRPr>
          </a:p>
        </p:txBody>
      </p:sp>
      <p:sp>
        <p:nvSpPr>
          <p:cNvPr id="11" name="Datumsplatzhalter 3">
            <a:extLst>
              <a:ext uri="{FF2B5EF4-FFF2-40B4-BE49-F238E27FC236}">
                <a16:creationId xmlns:a16="http://schemas.microsoft.com/office/drawing/2014/main" id="{C3F9F00A-C892-4E3F-AFF2-47AD32C7EDC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75734" y="4767263"/>
            <a:ext cx="655919" cy="273844"/>
          </a:xfrm>
        </p:spPr>
        <p:txBody>
          <a:bodyPr/>
          <a:lstStyle/>
          <a:p>
            <a:pPr defTabSz="685800"/>
            <a:r>
              <a:rPr lang="de-DE" dirty="0"/>
              <a:t>07.06.2022</a:t>
            </a:r>
          </a:p>
        </p:txBody>
      </p:sp>
      <p:sp>
        <p:nvSpPr>
          <p:cNvPr id="4" name="Inhaltsplatzhalter 2">
            <a:extLst>
              <a:ext uri="{FF2B5EF4-FFF2-40B4-BE49-F238E27FC236}">
                <a16:creationId xmlns:a16="http://schemas.microsoft.com/office/drawing/2014/main" id="{DA9C1CDF-EC68-97A1-0BDF-3904C0F1F4B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94969" y="727146"/>
            <a:ext cx="5640417" cy="3172500"/>
          </a:xfrm>
        </p:spPr>
        <p:txBody>
          <a:bodyPr/>
          <a:lstStyle/>
          <a:p>
            <a:pPr lvl="1"/>
            <a:r>
              <a:rPr lang="de-DE" sz="1600" dirty="0" err="1"/>
              <a:t>Important</a:t>
            </a:r>
            <a:r>
              <a:rPr lang="de-DE" sz="1600" dirty="0"/>
              <a:t> Segment Registers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41FB4DB-B794-CC1B-CB91-F718C071F2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6115493"/>
              </p:ext>
            </p:extLst>
          </p:nvPr>
        </p:nvGraphicFramePr>
        <p:xfrm>
          <a:off x="1625898" y="1200928"/>
          <a:ext cx="6096000" cy="12198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34566072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840732343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705144190"/>
                    </a:ext>
                  </a:extLst>
                </a:gridCol>
              </a:tblGrid>
              <a:tr h="322092">
                <a:tc>
                  <a:txBody>
                    <a:bodyPr/>
                    <a:lstStyle/>
                    <a:p>
                      <a:r>
                        <a:rPr lang="en-US" sz="1200" dirty="0"/>
                        <a:t>X86 (32 bit)</a:t>
                      </a:r>
                    </a:p>
                  </a:txBody>
                  <a:tcPr marT="41564" marB="41564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function</a:t>
                      </a:r>
                      <a:endParaRPr lang="en-DE" sz="1200" dirty="0"/>
                    </a:p>
                  </a:txBody>
                  <a:tcPr marT="41564" marB="41564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X64 (64 bit)</a:t>
                      </a:r>
                      <a:endParaRPr lang="en-DE" sz="1200" dirty="0"/>
                    </a:p>
                  </a:txBody>
                  <a:tcPr marT="41564" marB="41564"/>
                </a:tc>
                <a:extLst>
                  <a:ext uri="{0D108BD9-81ED-4DB2-BD59-A6C34878D82A}">
                    <a16:rowId xmlns:a16="http://schemas.microsoft.com/office/drawing/2014/main" val="33524764"/>
                  </a:ext>
                </a:extLst>
              </a:tr>
              <a:tr h="428868">
                <a:tc>
                  <a:txBody>
                    <a:bodyPr/>
                    <a:lstStyle/>
                    <a:p>
                      <a:r>
                        <a:rPr lang="en-US" sz="1200" dirty="0"/>
                        <a:t>CS</a:t>
                      </a:r>
                      <a:endParaRPr lang="en-DE" sz="1200" dirty="0"/>
                    </a:p>
                  </a:txBody>
                  <a:tcPr marT="41564" marB="41564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arithmetic calculation result and function return values</a:t>
                      </a:r>
                      <a:endParaRPr lang="en-DE" sz="1200" dirty="0"/>
                    </a:p>
                  </a:txBody>
                  <a:tcPr marT="41564" marB="41564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RAX</a:t>
                      </a:r>
                      <a:endParaRPr lang="en-DE" sz="1200" dirty="0"/>
                    </a:p>
                  </a:txBody>
                  <a:tcPr marT="41564" marB="41564"/>
                </a:tc>
                <a:extLst>
                  <a:ext uri="{0D108BD9-81ED-4DB2-BD59-A6C34878D82A}">
                    <a16:rowId xmlns:a16="http://schemas.microsoft.com/office/drawing/2014/main" val="2648931670"/>
                  </a:ext>
                </a:extLst>
              </a:tr>
              <a:tr h="428868">
                <a:tc>
                  <a:txBody>
                    <a:bodyPr/>
                    <a:lstStyle/>
                    <a:p>
                      <a:r>
                        <a:rPr lang="en-US" sz="1200" dirty="0"/>
                        <a:t>DS</a:t>
                      </a:r>
                      <a:endParaRPr lang="en-DE" sz="1200" dirty="0"/>
                    </a:p>
                  </a:txBody>
                  <a:tcPr marT="41564" marB="41564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base register . Stores the base address of the program</a:t>
                      </a:r>
                      <a:endParaRPr lang="en-DE" sz="1200" dirty="0"/>
                    </a:p>
                  </a:txBody>
                  <a:tcPr marT="41564" marB="41564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RBX</a:t>
                      </a:r>
                      <a:endParaRPr lang="en-DE" sz="1200" dirty="0"/>
                    </a:p>
                  </a:txBody>
                  <a:tcPr marT="41564" marB="41564"/>
                </a:tc>
                <a:extLst>
                  <a:ext uri="{0D108BD9-81ED-4DB2-BD59-A6C34878D82A}">
                    <a16:rowId xmlns:a16="http://schemas.microsoft.com/office/drawing/2014/main" val="643350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513729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A4A1FFF-CF92-4430-936D-95E35768C0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000" y="269227"/>
            <a:ext cx="6874200" cy="375097"/>
          </a:xfrm>
        </p:spPr>
        <p:txBody>
          <a:bodyPr/>
          <a:lstStyle/>
          <a:p>
            <a:r>
              <a:rPr lang="de-DE" dirty="0"/>
              <a:t>Reverse Engineering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FDD7C0D-3639-4435-BF2E-54E74AFA9F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800"/>
            <a:r>
              <a:rPr lang="de-DE" dirty="0"/>
              <a:t>SRH Unternehmen  –  Anil Keshav &amp; Ashish Chouhan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37E79E0-2715-4D89-B222-037FEF3EC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/>
            <a:fld id="{075B144D-941B-4DFC-AF5F-0416193D12EC}" type="slidenum">
              <a:rPr lang="de-DE"/>
              <a:pPr defTabSz="685800"/>
              <a:t>50</a:t>
            </a:fld>
            <a:endParaRPr lang="de-DE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B3DFCEC-BF8D-4636-B430-2CEA50739117}"/>
              </a:ext>
            </a:extLst>
          </p:cNvPr>
          <p:cNvSpPr txBox="1"/>
          <p:nvPr/>
        </p:nvSpPr>
        <p:spPr>
          <a:xfrm>
            <a:off x="1832236" y="3576481"/>
            <a:ext cx="15866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Push, 0x123</a:t>
            </a:r>
          </a:p>
          <a:p>
            <a:r>
              <a:rPr lang="en-US" dirty="0">
                <a:solidFill>
                  <a:schemeClr val="bg1"/>
                </a:solidFill>
              </a:rPr>
              <a:t>Jump, Ox567</a:t>
            </a:r>
            <a:endParaRPr lang="en-DE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F045686-958C-4CF5-93F5-C8908E3C76EB}"/>
              </a:ext>
            </a:extLst>
          </p:cNvPr>
          <p:cNvSpPr txBox="1"/>
          <p:nvPr/>
        </p:nvSpPr>
        <p:spPr>
          <a:xfrm>
            <a:off x="742691" y="3576481"/>
            <a:ext cx="18877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Compiller</a:t>
            </a:r>
            <a:r>
              <a:rPr lang="en-US" dirty="0">
                <a:solidFill>
                  <a:schemeClr val="bg1"/>
                </a:solidFill>
              </a:rPr>
              <a:t> / Interpreter</a:t>
            </a:r>
            <a:endParaRPr lang="en-DE" dirty="0">
              <a:solidFill>
                <a:schemeClr val="bg1"/>
              </a:solidFill>
            </a:endParaRPr>
          </a:p>
        </p:txBody>
      </p:sp>
      <p:sp>
        <p:nvSpPr>
          <p:cNvPr id="11" name="Datumsplatzhalter 3">
            <a:extLst>
              <a:ext uri="{FF2B5EF4-FFF2-40B4-BE49-F238E27FC236}">
                <a16:creationId xmlns:a16="http://schemas.microsoft.com/office/drawing/2014/main" id="{C3F9F00A-C892-4E3F-AFF2-47AD32C7EDC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75734" y="4767263"/>
            <a:ext cx="655919" cy="273844"/>
          </a:xfrm>
        </p:spPr>
        <p:txBody>
          <a:bodyPr/>
          <a:lstStyle/>
          <a:p>
            <a:pPr defTabSz="685800"/>
            <a:r>
              <a:rPr lang="de-DE" dirty="0"/>
              <a:t>07.06.2022</a:t>
            </a:r>
          </a:p>
        </p:txBody>
      </p:sp>
      <p:sp>
        <p:nvSpPr>
          <p:cNvPr id="4" name="Inhaltsplatzhalter 2">
            <a:extLst>
              <a:ext uri="{FF2B5EF4-FFF2-40B4-BE49-F238E27FC236}">
                <a16:creationId xmlns:a16="http://schemas.microsoft.com/office/drawing/2014/main" id="{DA9C1CDF-EC68-97A1-0BDF-3904C0F1F4B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94969" y="727146"/>
            <a:ext cx="5640417" cy="3172500"/>
          </a:xfrm>
        </p:spPr>
        <p:txBody>
          <a:bodyPr/>
          <a:lstStyle/>
          <a:p>
            <a:pPr lvl="1"/>
            <a:r>
              <a:rPr lang="de-DE" sz="1600" dirty="0" err="1"/>
              <a:t>Instruction</a:t>
            </a:r>
            <a:r>
              <a:rPr lang="de-DE" sz="1600" dirty="0"/>
              <a:t> Pointer </a:t>
            </a:r>
            <a:r>
              <a:rPr lang="de-DE" sz="1600" dirty="0" err="1"/>
              <a:t>register</a:t>
            </a:r>
            <a:endParaRPr lang="de-DE" sz="1600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41FB4DB-B794-CC1B-CB91-F718C071F2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0810451"/>
              </p:ext>
            </p:extLst>
          </p:nvPr>
        </p:nvGraphicFramePr>
        <p:xfrm>
          <a:off x="1625898" y="1200928"/>
          <a:ext cx="6096000" cy="9538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34566072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840732343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705144190"/>
                    </a:ext>
                  </a:extLst>
                </a:gridCol>
              </a:tblGrid>
              <a:tr h="322092">
                <a:tc>
                  <a:txBody>
                    <a:bodyPr/>
                    <a:lstStyle/>
                    <a:p>
                      <a:r>
                        <a:rPr lang="en-US" sz="1200" dirty="0"/>
                        <a:t>X86 (32 bit)</a:t>
                      </a:r>
                    </a:p>
                  </a:txBody>
                  <a:tcPr marT="41564" marB="41564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function</a:t>
                      </a:r>
                      <a:endParaRPr lang="en-DE" sz="1200" dirty="0"/>
                    </a:p>
                  </a:txBody>
                  <a:tcPr marT="41564" marB="41564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X64 (64 bit)</a:t>
                      </a:r>
                      <a:endParaRPr lang="en-DE" sz="1200" dirty="0"/>
                    </a:p>
                  </a:txBody>
                  <a:tcPr marT="41564" marB="41564"/>
                </a:tc>
                <a:extLst>
                  <a:ext uri="{0D108BD9-81ED-4DB2-BD59-A6C34878D82A}">
                    <a16:rowId xmlns:a16="http://schemas.microsoft.com/office/drawing/2014/main" val="33524764"/>
                  </a:ext>
                </a:extLst>
              </a:tr>
              <a:tr h="428868">
                <a:tc>
                  <a:txBody>
                    <a:bodyPr/>
                    <a:lstStyle/>
                    <a:p>
                      <a:r>
                        <a:rPr lang="en-US" sz="1200" dirty="0"/>
                        <a:t>EIP</a:t>
                      </a:r>
                      <a:endParaRPr lang="en-DE" sz="1200" dirty="0"/>
                    </a:p>
                  </a:txBody>
                  <a:tcPr marT="41564" marB="41564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instruction pointer . holds the address of the next instruction to be executed</a:t>
                      </a:r>
                      <a:endParaRPr lang="en-DE" sz="1200" dirty="0"/>
                    </a:p>
                  </a:txBody>
                  <a:tcPr marT="41564" marB="41564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RIP</a:t>
                      </a:r>
                      <a:endParaRPr lang="en-DE" sz="1200" dirty="0"/>
                    </a:p>
                  </a:txBody>
                  <a:tcPr marT="41564" marB="41564"/>
                </a:tc>
                <a:extLst>
                  <a:ext uri="{0D108BD9-81ED-4DB2-BD59-A6C34878D82A}">
                    <a16:rowId xmlns:a16="http://schemas.microsoft.com/office/drawing/2014/main" val="26489316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188316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SRH Holding">
  <a:themeElements>
    <a:clrScheme name="SRH Holding">
      <a:dk1>
        <a:sysClr val="windowText" lastClr="000000"/>
      </a:dk1>
      <a:lt1>
        <a:sysClr val="window" lastClr="FFFFFF"/>
      </a:lt1>
      <a:dk2>
        <a:srgbClr val="0C3A78"/>
      </a:dk2>
      <a:lt2>
        <a:srgbClr val="F08300"/>
      </a:lt2>
      <a:accent1>
        <a:srgbClr val="909C09"/>
      </a:accent1>
      <a:accent2>
        <a:srgbClr val="717F80"/>
      </a:accent2>
      <a:accent3>
        <a:srgbClr val="860830"/>
      </a:accent3>
      <a:accent4>
        <a:srgbClr val="2E63AC"/>
      </a:accent4>
      <a:accent5>
        <a:srgbClr val="FEC958"/>
      </a:accent5>
      <a:accent6>
        <a:srgbClr val="EDAB33"/>
      </a:accent6>
      <a:hlink>
        <a:srgbClr val="0000FF"/>
      </a:hlink>
      <a:folHlink>
        <a:srgbClr val="800080"/>
      </a:folHlink>
    </a:clrScheme>
    <a:fontScheme name="SRH Bildung">
      <a:majorFont>
        <a:latin typeface="Frutiger 45 light"/>
        <a:ea typeface=""/>
        <a:cs typeface=""/>
      </a:majorFont>
      <a:minorFont>
        <a:latin typeface="Frutiger 45 light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RH">
  <a:themeElements>
    <a:clrScheme name="SRH Bildung">
      <a:dk1>
        <a:srgbClr val="575756"/>
      </a:dk1>
      <a:lt1>
        <a:sysClr val="window" lastClr="FFFFFF"/>
      </a:lt1>
      <a:dk2>
        <a:srgbClr val="00699A"/>
      </a:dk2>
      <a:lt2>
        <a:srgbClr val="AAA39D"/>
      </a:lt2>
      <a:accent1>
        <a:srgbClr val="DF4807"/>
      </a:accent1>
      <a:accent2>
        <a:srgbClr val="AAA39D"/>
      </a:accent2>
      <a:accent3>
        <a:srgbClr val="FCC61E"/>
      </a:accent3>
      <a:accent4>
        <a:srgbClr val="35B4A0"/>
      </a:accent4>
      <a:accent5>
        <a:srgbClr val="CA007F"/>
      </a:accent5>
      <a:accent6>
        <a:srgbClr val="021E30"/>
      </a:accent6>
      <a:hlink>
        <a:srgbClr val="000000"/>
      </a:hlink>
      <a:folHlink>
        <a:srgbClr val="000000"/>
      </a:folHlink>
    </a:clrScheme>
    <a:fontScheme name="SRH">
      <a:majorFont>
        <a:latin typeface="SRH Display"/>
        <a:ea typeface=""/>
        <a:cs typeface=""/>
      </a:majorFont>
      <a:minorFont>
        <a:latin typeface="SRH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SRH Bildung">
        <a:dk1>
          <a:srgbClr val="575756"/>
        </a:dk1>
        <a:lt1>
          <a:sysClr val="window" lastClr="FFFFFF"/>
        </a:lt1>
        <a:dk2>
          <a:srgbClr val="00699A"/>
        </a:dk2>
        <a:lt2>
          <a:srgbClr val="AAA39D"/>
        </a:lt2>
        <a:accent1>
          <a:srgbClr val="DF4807"/>
        </a:accent1>
        <a:accent2>
          <a:srgbClr val="AAA39D"/>
        </a:accent2>
        <a:accent3>
          <a:srgbClr val="FCC61E"/>
        </a:accent3>
        <a:accent4>
          <a:srgbClr val="35B4A0"/>
        </a:accent4>
        <a:accent5>
          <a:srgbClr val="CA007F"/>
        </a:accent5>
        <a:accent6>
          <a:srgbClr val="021E30"/>
        </a:accent6>
        <a:hlink>
          <a:srgbClr val="000000"/>
        </a:hlink>
        <a:folHlink>
          <a:srgbClr val="000000"/>
        </a:folHlink>
      </a:clrScheme>
    </a:extraClrScheme>
    <a:extraClrScheme>
      <a:clrScheme name="SRH Gesundheit">
        <a:dk1>
          <a:srgbClr val="575756"/>
        </a:dk1>
        <a:lt1>
          <a:sysClr val="window" lastClr="FFFFFF"/>
        </a:lt1>
        <a:dk2>
          <a:srgbClr val="35B4A0"/>
        </a:dk2>
        <a:lt2>
          <a:srgbClr val="AAA39D"/>
        </a:lt2>
        <a:accent1>
          <a:srgbClr val="00699A"/>
        </a:accent1>
        <a:accent2>
          <a:srgbClr val="CA007F"/>
        </a:accent2>
        <a:accent3>
          <a:srgbClr val="78C8D2"/>
        </a:accent3>
        <a:accent4>
          <a:srgbClr val="0D3A5D"/>
        </a:accent4>
        <a:accent5>
          <a:srgbClr val="DF4807"/>
        </a:accent5>
        <a:accent6>
          <a:srgbClr val="FCC61E"/>
        </a:accent6>
        <a:hlink>
          <a:srgbClr val="000000"/>
        </a:hlink>
        <a:folHlink>
          <a:srgbClr val="000000"/>
        </a:folHlink>
      </a:clrScheme>
    </a:extraClrScheme>
    <a:extraClrScheme>
      <a:clrScheme name="SRH Holding">
        <a:dk1>
          <a:srgbClr val="575756"/>
        </a:dk1>
        <a:lt1>
          <a:sysClr val="window" lastClr="FFFFFF"/>
        </a:lt1>
        <a:dk2>
          <a:srgbClr val="00699A"/>
        </a:dk2>
        <a:lt2>
          <a:srgbClr val="AAA39D"/>
        </a:lt2>
        <a:accent1>
          <a:srgbClr val="AAA39D"/>
        </a:accent1>
        <a:accent2>
          <a:srgbClr val="DF4807"/>
        </a:accent2>
        <a:accent3>
          <a:srgbClr val="575756"/>
        </a:accent3>
        <a:accent4>
          <a:srgbClr val="FCC61E"/>
        </a:accent4>
        <a:accent5>
          <a:srgbClr val="78C8D2"/>
        </a:accent5>
        <a:accent6>
          <a:srgbClr val="0D3A5D"/>
        </a:accent6>
        <a:hlink>
          <a:srgbClr val="000000"/>
        </a:hlink>
        <a:folHlink>
          <a:srgbClr val="000000"/>
        </a:folHlink>
      </a:clrScheme>
    </a:extraClrScheme>
    <a:extraClrScheme>
      <a:clrScheme name="SRH ServicePartner">
        <a:dk1>
          <a:srgbClr val="575756"/>
        </a:dk1>
        <a:lt1>
          <a:sysClr val="window" lastClr="FFFFFF"/>
        </a:lt1>
        <a:dk2>
          <a:srgbClr val="9C0C35"/>
        </a:dk2>
        <a:lt2>
          <a:srgbClr val="AAA39D"/>
        </a:lt2>
        <a:accent1>
          <a:srgbClr val="AAA39D"/>
        </a:accent1>
        <a:accent2>
          <a:srgbClr val="35B4A0"/>
        </a:accent2>
        <a:accent3>
          <a:srgbClr val="575756"/>
        </a:accent3>
        <a:accent4>
          <a:srgbClr val="0D3A5D"/>
        </a:accent4>
        <a:accent5>
          <a:srgbClr val="DF4807"/>
        </a:accent5>
        <a:accent6>
          <a:srgbClr val="00699A"/>
        </a:accent6>
        <a:hlink>
          <a:srgbClr val="000000"/>
        </a:hlink>
        <a:folHlink>
          <a:srgbClr val="000000"/>
        </a:folHlink>
      </a:clrScheme>
    </a:extraClrScheme>
  </a:extraClrSchemeLst>
  <a:custClrLst>
    <a:custClr name="SRH ORANGE">
      <a:srgbClr val="DF4807"/>
    </a:custClr>
    <a:custClr name="SRH WARM GREY">
      <a:srgbClr val="AAA39D"/>
    </a:custClr>
    <a:custClr name="SRH BLUE">
      <a:srgbClr val="00699A"/>
    </a:custClr>
    <a:custClr name="SRH SUN YELLOW">
      <a:srgbClr val="FCC61E"/>
    </a:custClr>
    <a:custClr name="SRH Fresh Mint">
      <a:srgbClr val="35B4A0"/>
    </a:custClr>
    <a:custClr name="SRH SWEET BERRY">
      <a:srgbClr val="CA007F"/>
    </a:custClr>
    <a:custClr name="WHITE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  <a:custClr name="SRH PASSION RED">
      <a:srgbClr val="9C0C35"/>
    </a:custClr>
    <a:custClr name="SRH SMOKEY BLACK">
      <a:srgbClr val="575756"/>
    </a:custClr>
    <a:custClr name="SRH CALM OCEAN">
      <a:srgbClr val="78C8D2"/>
    </a:custClr>
    <a:custClr name="SRH MIDNIGHT BLUE">
      <a:srgbClr val="0D3A5D"/>
    </a:custClr>
    <a:custClr name="SRH DEEP BLUE">
      <a:srgbClr val="021E30"/>
    </a:custClr>
    <a:custClr name=" SRH Text ">
      <a:srgbClr val="575756"/>
    </a:custClr>
    <a:custClr name="WHITE 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0cf7ac0a-4681-4823-ab0b-04ef02c5f873}" enabled="1" method="Standard" siteId="{42f7676c-f455-423c-82f6-dc2d99791af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4475</TotalTime>
  <Words>2731</Words>
  <Application>Microsoft Macintosh PowerPoint</Application>
  <PresentationFormat>On-screen Show (16:9)</PresentationFormat>
  <Paragraphs>771</Paragraphs>
  <Slides>50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50</vt:i4>
      </vt:variant>
    </vt:vector>
  </HeadingPairs>
  <TitlesOfParts>
    <vt:vector size="62" baseType="lpstr">
      <vt:lpstr>Arial</vt:lpstr>
      <vt:lpstr>Calibri</vt:lpstr>
      <vt:lpstr>Frutiger 45 light</vt:lpstr>
      <vt:lpstr>Frutiger 45 light</vt:lpstr>
      <vt:lpstr>Frutiger LT Std 45 Light</vt:lpstr>
      <vt:lpstr>Frutiger LT Std 47 Light Cn</vt:lpstr>
      <vt:lpstr>Frutiger LT Std 57 Cn</vt:lpstr>
      <vt:lpstr>SRH</vt:lpstr>
      <vt:lpstr>SRH Headline</vt:lpstr>
      <vt:lpstr>SRH Text</vt:lpstr>
      <vt:lpstr>SRH Holding</vt:lpstr>
      <vt:lpstr>SRH</vt:lpstr>
      <vt:lpstr>Introduction to programming </vt:lpstr>
      <vt:lpstr>INTRODUCTION </vt:lpstr>
      <vt:lpstr>How does any program execute </vt:lpstr>
      <vt:lpstr>How does any program execute </vt:lpstr>
      <vt:lpstr>How does any program execute </vt:lpstr>
      <vt:lpstr>How does any program execute </vt:lpstr>
      <vt:lpstr>How does any program execute </vt:lpstr>
      <vt:lpstr>How does any program execute </vt:lpstr>
      <vt:lpstr>How does any program execute </vt:lpstr>
      <vt:lpstr>How does any program execute </vt:lpstr>
      <vt:lpstr>How does any program execute </vt:lpstr>
      <vt:lpstr>How does any program execute </vt:lpstr>
      <vt:lpstr>How does any program execute </vt:lpstr>
      <vt:lpstr>How does any program execute </vt:lpstr>
      <vt:lpstr>How does any program execute </vt:lpstr>
      <vt:lpstr>How does any program execute </vt:lpstr>
      <vt:lpstr>How does any program execute </vt:lpstr>
      <vt:lpstr>How does any program execute </vt:lpstr>
      <vt:lpstr>How does any program execute </vt:lpstr>
      <vt:lpstr>How does any program execute </vt:lpstr>
      <vt:lpstr>How does any program execute </vt:lpstr>
      <vt:lpstr>How does any program execute </vt:lpstr>
      <vt:lpstr>How does any program execute </vt:lpstr>
      <vt:lpstr>How does any program execute </vt:lpstr>
      <vt:lpstr>How does any program execute </vt:lpstr>
      <vt:lpstr>How does any program execute </vt:lpstr>
      <vt:lpstr>How does any program execute </vt:lpstr>
      <vt:lpstr>How does any program execute </vt:lpstr>
      <vt:lpstr>How does any program execute </vt:lpstr>
      <vt:lpstr>How does any program execute </vt:lpstr>
      <vt:lpstr>How does any program execute </vt:lpstr>
      <vt:lpstr>How does any program execute </vt:lpstr>
      <vt:lpstr>How does any program execute </vt:lpstr>
      <vt:lpstr>How does any program execute </vt:lpstr>
      <vt:lpstr>How does any program execute </vt:lpstr>
      <vt:lpstr>How does any program execute </vt:lpstr>
      <vt:lpstr>How does any program execute </vt:lpstr>
      <vt:lpstr>How does any program execute </vt:lpstr>
      <vt:lpstr>How does any program execute </vt:lpstr>
      <vt:lpstr>What is a compiller / interpreter </vt:lpstr>
      <vt:lpstr>What is a compiller / interpreter </vt:lpstr>
      <vt:lpstr>What is a compiller / interpreter </vt:lpstr>
      <vt:lpstr>What is a compiller / interpreter </vt:lpstr>
      <vt:lpstr>What is a compiller / interpreter </vt:lpstr>
      <vt:lpstr>What is a compiler / interpreter </vt:lpstr>
      <vt:lpstr>Reverse Engineering</vt:lpstr>
      <vt:lpstr>Reverse Engineering</vt:lpstr>
      <vt:lpstr>Reverse Engineering</vt:lpstr>
      <vt:lpstr>Reverse Engineering</vt:lpstr>
      <vt:lpstr>Reverse Engineering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SRH Kliniken PPT Master</dc:title>
  <dc:creator>SRH Holding</dc:creator>
  <cp:lastModifiedBy>Keshav, Anil</cp:lastModifiedBy>
  <cp:revision>568</cp:revision>
  <dcterms:created xsi:type="dcterms:W3CDTF">2011-07-17T14:24:41Z</dcterms:created>
  <dcterms:modified xsi:type="dcterms:W3CDTF">2026-04-14T13:20:50Z</dcterms:modified>
</cp:coreProperties>
</file>
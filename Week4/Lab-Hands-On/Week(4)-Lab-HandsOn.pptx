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23"/>
  </p:notesMasterIdLst>
  <p:handoutMasterIdLst>
    <p:handoutMasterId r:id="rId24"/>
  </p:handoutMasterIdLst>
  <p:sldIdLst>
    <p:sldId id="297" r:id="rId2"/>
    <p:sldId id="4412" r:id="rId3"/>
    <p:sldId id="4382" r:id="rId4"/>
    <p:sldId id="4396" r:id="rId5"/>
    <p:sldId id="4402" r:id="rId6"/>
    <p:sldId id="4403" r:id="rId7"/>
    <p:sldId id="4404" r:id="rId8"/>
    <p:sldId id="4405" r:id="rId9"/>
    <p:sldId id="4406" r:id="rId10"/>
    <p:sldId id="4407" r:id="rId11"/>
    <p:sldId id="4408" r:id="rId12"/>
    <p:sldId id="4381" r:id="rId13"/>
    <p:sldId id="4383" r:id="rId14"/>
    <p:sldId id="4409" r:id="rId15"/>
    <p:sldId id="4410" r:id="rId16"/>
    <p:sldId id="4411" r:id="rId17"/>
    <p:sldId id="4377" r:id="rId18"/>
    <p:sldId id="4378" r:id="rId19"/>
    <p:sldId id="267" r:id="rId20"/>
    <p:sldId id="4379" r:id="rId21"/>
    <p:sldId id="285" r:id="rId22"/>
  </p:sldIdLst>
  <p:sldSz cx="12192000" cy="6858000"/>
  <p:notesSz cx="6858000" cy="9144000"/>
  <p:embeddedFontLst>
    <p:embeddedFont>
      <p:font typeface="Consolas" panose="020B0609020204030204" pitchFamily="49" charset="0"/>
      <p:regular r:id="rId25"/>
      <p:bold r:id="rId26"/>
      <p:italic r:id="rId27"/>
      <p:boldItalic r:id="rId28"/>
    </p:embeddedFont>
    <p:embeddedFont>
      <p:font typeface="SRH" panose="020B0604020202020204" charset="0"/>
      <p:regular r:id="rId29"/>
      <p:bold r:id="rId30"/>
      <p:italic r:id="rId31"/>
      <p:boldItalic r:id="rId32"/>
    </p:embeddedFont>
    <p:embeddedFont>
      <p:font typeface="SRH Headline" panose="020B0604020202020204" charset="0"/>
      <p:regular r:id="rId33"/>
      <p:bold r:id="rId34"/>
    </p:embeddedFont>
    <p:embeddedFont>
      <p:font typeface="SRH Text" panose="020B0604020202020204" charset="0"/>
      <p:regular r:id="rId35"/>
      <p:bold r:id="rId36"/>
      <p:italic r:id="rId37"/>
      <p:boldItalic r:id="rId38"/>
    </p:embeddedFont>
  </p:embeddedFontLst>
  <p:custDataLst>
    <p:tags r:id="rId3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4)" id="{8E6C202D-32A9-4242-9C7F-061CD6AD0586}">
          <p14:sldIdLst>
            <p14:sldId id="297"/>
          </p14:sldIdLst>
        </p14:section>
        <p14:section name="Agenda" id="{3FFF4A2F-D12C-4BB1-AEA5-1CF8C98DB087}">
          <p14:sldIdLst>
            <p14:sldId id="4412"/>
          </p14:sldIdLst>
        </p14:section>
        <p14:section name="Purpose of Functions" id="{2801BB6F-49DE-4497-8D10-DB7E37B5AAFD}">
          <p14:sldIdLst>
            <p14:sldId id="4382"/>
          </p14:sldIdLst>
        </p14:section>
        <p14:section name="Function Parameters &amp; Return Values" id="{8182B8DC-BFF0-4589-A8E8-075215DD32B2}">
          <p14:sldIdLst>
            <p14:sldId id="4396"/>
            <p14:sldId id="4402"/>
            <p14:sldId id="4403"/>
          </p14:sldIdLst>
        </p14:section>
        <p14:section name="Variable Scope" id="{86C1BF0E-C64A-44C9-9239-230175BDB962}">
          <p14:sldIdLst>
            <p14:sldId id="4404"/>
            <p14:sldId id="4405"/>
          </p14:sldIdLst>
        </p14:section>
        <p14:section name="Functions with Default Parameters" id="{FC3C6728-2E40-44E3-B58A-6EAC846BF684}">
          <p14:sldIdLst>
            <p14:sldId id="4406"/>
          </p14:sldIdLst>
        </p14:section>
        <p14:section name="Functions passing an Arbitary Number of Arguments" id="{F4FC8562-21EF-4D84-87B5-0B7E8A21B17A}">
          <p14:sldIdLst>
            <p14:sldId id="4407"/>
            <p14:sldId id="4408"/>
          </p14:sldIdLst>
        </p14:section>
        <p14:section name="Break" id="{67FE0DEB-6D63-40D6-8BA8-224DBA78E4AF}">
          <p14:sldIdLst>
            <p14:sldId id="4381"/>
          </p14:sldIdLst>
        </p14:section>
        <p14:section name="Lambda Expression" id="{B3D8AB8D-7765-4D75-8C76-7A59533D48D9}">
          <p14:sldIdLst>
            <p14:sldId id="4383"/>
            <p14:sldId id="4409"/>
            <p14:sldId id="4410"/>
          </p14:sldIdLst>
        </p14:section>
        <p14:section name="Putting it all together" id="{380F9697-BAA1-4CD7-85EA-1E9B98CFE771}">
          <p14:sldIdLst>
            <p14:sldId id="4411"/>
          </p14:sldIdLst>
        </p14:section>
        <p14:section name="Wrap-up &amp; Take-home Assignments" id="{6FE3154E-4358-409C-BEF1-5013BF88E2FC}">
          <p14:sldIdLst>
            <p14:sldId id="4377"/>
            <p14:sldId id="4378"/>
            <p14:sldId id="267"/>
            <p14:sldId id="4379"/>
            <p14:sldId id="285"/>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E2E"/>
    <a:srgbClr val="DF4807"/>
    <a:srgbClr val="6D674E"/>
    <a:srgbClr val="021E30"/>
    <a:srgbClr val="D54407"/>
    <a:srgbClr val="A29181"/>
    <a:srgbClr val="CECFC9"/>
    <a:srgbClr val="FFFFFF"/>
    <a:srgbClr val="000000"/>
    <a:srgbClr val="B92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3925A-0BDA-49DD-8F80-0F6335132A2B}" v="40" dt="2026-05-07T10:25:40.168"/>
  </p1510:revLst>
</p1510:revInfo>
</file>

<file path=ppt/tableStyles.xml><?xml version="1.0" encoding="utf-8"?>
<a:tblStyleLst xmlns:a="http://schemas.openxmlformats.org/drawingml/2006/main" def="{5ACB3F56-7768-405F-84FF-31046667B651}">
  <a:tblStyle styleId="{FEC09086-8A00-4FE0-B5C7-1A88A72B4ECC}" styleName="SRH: Standard-Tabelle">
    <a:wholeTbl>
      <a:tcTxStyle>
        <a:fontRef idx="minor">
          <a:prstClr val="black"/>
        </a:fontRef>
        <a:srgbClr val="2C2E2E"/>
      </a:tcTxStyle>
      <a:tcStyle>
        <a:tcBdr>
          <a:left>
            <a:ln w="6350" cmpd="sng">
              <a:noFill/>
            </a:ln>
          </a:left>
          <a:right>
            <a:ln w="6350" cmpd="sng">
              <a:noFill/>
            </a:ln>
          </a:right>
          <a:top>
            <a:ln w="6350" cmpd="sng">
              <a:noFill/>
            </a:ln>
          </a:top>
          <a:bottom>
            <a:ln w="6350" cmpd="sng">
              <a:noFill/>
            </a:ln>
          </a:bottom>
          <a:insideH>
            <a:ln w="6350" cmpd="sng">
              <a:solidFill>
                <a:schemeClr val="accent1"/>
              </a:solidFill>
            </a:ln>
          </a:insideH>
          <a:insideV>
            <a:ln w="6350" cmpd="sng">
              <a:noFill/>
            </a:ln>
          </a:insideV>
        </a:tcBdr>
        <a:fill>
          <a:noFill/>
        </a:fill>
      </a:tcStyle>
    </a:wholeTbl>
    <a:lastCol>
      <a:tcTxStyle b="off">
        <a:fontRef idx="minor">
          <a:prstClr val="black"/>
        </a:fontRef>
        <a:srgbClr val="2C2E2E"/>
      </a:tcTxStyle>
      <a:tcStyle>
        <a:tcBdr/>
        <a:fill>
          <a:noFill/>
        </a:fill>
      </a:tcStyle>
    </a:lastCol>
    <a:firstCol>
      <a:tcTxStyle b="off">
        <a:fontRef idx="minor">
          <a:prstClr val="black"/>
        </a:fontRef>
        <a:srgbClr val="2C2E2E"/>
      </a:tcTxStyle>
      <a:tcStyle>
        <a:tcBdr/>
        <a:fill>
          <a:noFill/>
        </a:fill>
      </a:tcStyle>
    </a:firstCol>
    <a:lastRow>
      <a:tcTxStyle b="on">
        <a:fontRef idx="minor">
          <a:prstClr val="black"/>
        </a:fontRef>
        <a:srgbClr val="2C2E2E"/>
      </a:tcTxStyle>
      <a:tcStyle>
        <a:tcBdr>
          <a:top>
            <a:ln w="6350" cmpd="sng">
              <a:solidFill>
                <a:schemeClr val="accent1"/>
              </a:solidFill>
            </a:ln>
          </a:top>
        </a:tcBdr>
        <a:fill>
          <a:noFill/>
        </a:fill>
      </a:tcStyle>
    </a:lastRow>
    <a:firstRow>
      <a:tcTxStyle b="on">
        <a:fontRef idx="minor">
          <a:prstClr val="black"/>
        </a:fontRef>
        <a:srgbClr val="2C2E2E"/>
      </a:tcTxStyle>
      <a:tcStyle>
        <a:tcBdr>
          <a:bottom>
            <a:ln w="25400" cmpd="sng">
              <a:solidFill>
                <a:schemeClr val="accent1"/>
              </a:solidFill>
            </a:ln>
          </a:bottom>
        </a:tcBdr>
        <a:fill>
          <a:noFill/>
        </a:fill>
      </a:tcStyle>
    </a:firstRow>
  </a:tblStyle>
  <a:tblStyle styleId="{5ACB3F56-7768-405F-84FF-31046667B651}" styleName="SRH: Für Überschrift">
    <a:wholeTbl>
      <a:tcTxStyle>
        <a:fontRef idx="minor">
          <a:prstClr val="black"/>
        </a:fontRef>
        <a:srgbClr val="2C2E2E"/>
      </a:tcTxStyle>
      <a:tcStyle>
        <a:tcBdr>
          <a:left>
            <a:ln w="6350" cmpd="sng">
              <a:noFill/>
            </a:ln>
          </a:left>
          <a:right>
            <a:ln w="6350" cmpd="sng">
              <a:noFill/>
            </a:ln>
          </a:right>
          <a:top>
            <a:ln w="6350" cmpd="sng">
              <a:noFill/>
            </a:ln>
          </a:top>
          <a:bottom>
            <a:ln w="6350" cmpd="sng">
              <a:noFill/>
            </a:ln>
          </a:bottom>
          <a:insideH>
            <a:ln w="6350" cmpd="sng">
              <a:solidFill>
                <a:schemeClr val="accent1"/>
              </a:solidFill>
            </a:ln>
          </a:insideH>
          <a:insideV>
            <a:ln w="6350" cmpd="sng">
              <a:noFill/>
            </a:ln>
          </a:insideV>
        </a:tcBdr>
        <a:fill>
          <a:noFill/>
        </a:fill>
      </a:tcStyle>
    </a:wholeTbl>
    <a:lastCol>
      <a:tcTxStyle b="off">
        <a:fontRef idx="minor">
          <a:prstClr val="black"/>
        </a:fontRef>
        <a:srgbClr val="2C2E2E"/>
      </a:tcTxStyle>
      <a:tcStyle>
        <a:tcBdr/>
        <a:fill>
          <a:noFill/>
        </a:fill>
      </a:tcStyle>
    </a:lastCol>
    <a:firstCol>
      <a:tcTxStyle b="off">
        <a:fontRef idx="minor">
          <a:prstClr val="black"/>
        </a:fontRef>
        <a:srgbClr val="2C2E2E"/>
      </a:tcTxStyle>
      <a:tcStyle>
        <a:tcBdr/>
        <a:fill>
          <a:noFill/>
        </a:fill>
      </a:tcStyle>
    </a:firstCol>
    <a:lastRow>
      <a:tcTxStyle b="on">
        <a:fontRef idx="minor">
          <a:prstClr val="black"/>
        </a:fontRef>
        <a:srgbClr val="2C2E2E"/>
      </a:tcTxStyle>
      <a:tcStyle>
        <a:tcBdr>
          <a:top>
            <a:ln w="6350" cmpd="sng">
              <a:solidFill>
                <a:schemeClr val="accent1"/>
              </a:solidFill>
            </a:ln>
          </a:top>
        </a:tcBdr>
        <a:fill>
          <a:noFill/>
        </a:fill>
      </a:tcStyle>
    </a:lastRow>
    <a:firstRow>
      <a:tcTxStyle b="on">
        <a:fontRef idx="major">
          <a:prstClr val="black"/>
        </a:fontRef>
        <a:srgbClr val="2C2E2E"/>
      </a:tcTxStyle>
      <a:tcStyle>
        <a:tcBdr>
          <a:bottom>
            <a:ln w="635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54" autoAdjust="0"/>
    <p:restoredTop sz="96723" autoAdjust="0"/>
  </p:normalViewPr>
  <p:slideViewPr>
    <p:cSldViewPr snapToGrid="0">
      <p:cViewPr varScale="1">
        <p:scale>
          <a:sx n="121" d="100"/>
          <a:sy n="121" d="100"/>
        </p:scale>
        <p:origin x="180" y="90"/>
      </p:cViewPr>
      <p:guideLst>
        <p:guide orient="horz" pos="2160"/>
        <p:guide pos="3817"/>
      </p:guideLst>
    </p:cSldViewPr>
  </p:slideViewPr>
  <p:outlineViewPr>
    <p:cViewPr>
      <p:scale>
        <a:sx n="33" d="100"/>
        <a:sy n="33" d="100"/>
      </p:scale>
      <p:origin x="0" y="0"/>
    </p:cViewPr>
  </p:outlineViewPr>
  <p:notesTextViewPr>
    <p:cViewPr>
      <p:scale>
        <a:sx n="3" d="2"/>
        <a:sy n="3" d="2"/>
      </p:scale>
      <p:origin x="0" y="0"/>
    </p:cViewPr>
  </p:notesTextViewPr>
  <p:sorterViewPr>
    <p:cViewPr>
      <p:scale>
        <a:sx n="50" d="100"/>
        <a:sy n="50" d="100"/>
      </p:scale>
      <p:origin x="0" y="0"/>
    </p:cViewPr>
  </p:sorterViewPr>
  <p:notesViewPr>
    <p:cSldViewPr snapToGrid="0">
      <p:cViewPr varScale="1">
        <p:scale>
          <a:sx n="94" d="100"/>
          <a:sy n="94" d="100"/>
        </p:scale>
        <p:origin x="36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basher, Ghadeer (Lehre SRH Hochschule Heidelberg)" userId="056b872e-5b37-4b43-9e51-028485f38874" providerId="ADAL" clId="{D8EFBD6C-8FE6-4C25-A331-21F9F0AD5358}"/>
    <pc:docChg chg="undo custSel addSld delSld modSld sldOrd addSection delSection modSection">
      <pc:chgData name="Mobasher, Ghadeer (Lehre SRH Hochschule Heidelberg)" userId="056b872e-5b37-4b43-9e51-028485f38874" providerId="ADAL" clId="{D8EFBD6C-8FE6-4C25-A331-21F9F0AD5358}" dt="2026-05-07T11:44:08.031" v="2407" actId="2696"/>
      <pc:docMkLst>
        <pc:docMk/>
      </pc:docMkLst>
      <pc:sldChg chg="modSp">
        <pc:chgData name="Mobasher, Ghadeer (Lehre SRH Hochschule Heidelberg)" userId="056b872e-5b37-4b43-9e51-028485f38874" providerId="ADAL" clId="{D8EFBD6C-8FE6-4C25-A331-21F9F0AD5358}" dt="2026-05-04T14:49:18.773" v="2045" actId="20577"/>
        <pc:sldMkLst>
          <pc:docMk/>
          <pc:sldMk cId="4250973503" sldId="267"/>
        </pc:sldMkLst>
        <pc:spChg chg="mod">
          <ac:chgData name="Mobasher, Ghadeer (Lehre SRH Hochschule Heidelberg)" userId="056b872e-5b37-4b43-9e51-028485f38874" providerId="ADAL" clId="{D8EFBD6C-8FE6-4C25-A331-21F9F0AD5358}" dt="2026-05-04T14:49:18.773" v="2045" actId="20577"/>
          <ac:spMkLst>
            <pc:docMk/>
            <pc:sldMk cId="4250973503" sldId="267"/>
            <ac:spMk id="7" creationId="{514BACE3-4337-4A2D-8DDD-F4398029E921}"/>
          </ac:spMkLst>
        </pc:spChg>
      </pc:sldChg>
      <pc:sldChg chg="addSp delSp modSp mod">
        <pc:chgData name="Mobasher, Ghadeer (Lehre SRH Hochschule Heidelberg)" userId="056b872e-5b37-4b43-9e51-028485f38874" providerId="ADAL" clId="{D8EFBD6C-8FE6-4C25-A331-21F9F0AD5358}" dt="2026-05-06T10:13:43.894" v="2075" actId="1076"/>
        <pc:sldMkLst>
          <pc:docMk/>
          <pc:sldMk cId="756172801" sldId="297"/>
        </pc:sldMkLst>
        <pc:spChg chg="add mod">
          <ac:chgData name="Mobasher, Ghadeer (Lehre SRH Hochschule Heidelberg)" userId="056b872e-5b37-4b43-9e51-028485f38874" providerId="ADAL" clId="{D8EFBD6C-8FE6-4C25-A331-21F9F0AD5358}" dt="2026-05-04T09:42:27.770" v="82" actId="164"/>
          <ac:spMkLst>
            <pc:docMk/>
            <pc:sldMk cId="756172801" sldId="297"/>
            <ac:spMk id="5" creationId="{F78765C9-2CAF-4A8A-BDF3-D93841B2820D}"/>
          </ac:spMkLst>
        </pc:spChg>
        <pc:spChg chg="mod">
          <ac:chgData name="Mobasher, Ghadeer (Lehre SRH Hochschule Heidelberg)" userId="056b872e-5b37-4b43-9e51-028485f38874" providerId="ADAL" clId="{D8EFBD6C-8FE6-4C25-A331-21F9F0AD5358}" dt="2026-05-06T10:09:23.376" v="2070" actId="1076"/>
          <ac:spMkLst>
            <pc:docMk/>
            <pc:sldMk cId="756172801" sldId="297"/>
            <ac:spMk id="6" creationId="{1F6E6FC4-C5A8-42EB-8C76-017ABA498F4B}"/>
          </ac:spMkLst>
        </pc:spChg>
        <pc:spChg chg="mod">
          <ac:chgData name="Mobasher, Ghadeer (Lehre SRH Hochschule Heidelberg)" userId="056b872e-5b37-4b43-9e51-028485f38874" providerId="ADAL" clId="{D8EFBD6C-8FE6-4C25-A331-21F9F0AD5358}" dt="2026-05-06T10:09:29.699" v="2071" actId="1076"/>
          <ac:spMkLst>
            <pc:docMk/>
            <pc:sldMk cId="756172801" sldId="297"/>
            <ac:spMk id="8" creationId="{D2C9CD85-AEC2-EA9F-A307-E9A335CBF91F}"/>
          </ac:spMkLst>
        </pc:spChg>
        <pc:spChg chg="add mod">
          <ac:chgData name="Mobasher, Ghadeer (Lehre SRH Hochschule Heidelberg)" userId="056b872e-5b37-4b43-9e51-028485f38874" providerId="ADAL" clId="{D8EFBD6C-8FE6-4C25-A331-21F9F0AD5358}" dt="2026-05-04T09:42:32.146" v="83" actId="164"/>
          <ac:spMkLst>
            <pc:docMk/>
            <pc:sldMk cId="756172801" sldId="297"/>
            <ac:spMk id="13" creationId="{45030705-4EDF-A88E-DDC4-E7FA9D014BAD}"/>
          </ac:spMkLst>
        </pc:spChg>
        <pc:grpChg chg="add mod">
          <ac:chgData name="Mobasher, Ghadeer (Lehre SRH Hochschule Heidelberg)" userId="056b872e-5b37-4b43-9e51-028485f38874" providerId="ADAL" clId="{D8EFBD6C-8FE6-4C25-A331-21F9F0AD5358}" dt="2026-05-06T10:13:38.195" v="2074" actId="1076"/>
          <ac:grpSpMkLst>
            <pc:docMk/>
            <pc:sldMk cId="756172801" sldId="297"/>
            <ac:grpSpMk id="14" creationId="{28640DD1-3461-38A7-A9F4-FA6A1160EB4B}"/>
          </ac:grpSpMkLst>
        </pc:grpChg>
        <pc:grpChg chg="add mod">
          <ac:chgData name="Mobasher, Ghadeer (Lehre SRH Hochschule Heidelberg)" userId="056b872e-5b37-4b43-9e51-028485f38874" providerId="ADAL" clId="{D8EFBD6C-8FE6-4C25-A331-21F9F0AD5358}" dt="2026-05-06T10:13:43.894" v="2075" actId="1076"/>
          <ac:grpSpMkLst>
            <pc:docMk/>
            <pc:sldMk cId="756172801" sldId="297"/>
            <ac:grpSpMk id="15" creationId="{5D5D399C-249F-B261-7BE0-AA5001AD8ECF}"/>
          </ac:grpSpMkLst>
        </pc:grpChg>
        <pc:picChg chg="add mod">
          <ac:chgData name="Mobasher, Ghadeer (Lehre SRH Hochschule Heidelberg)" userId="056b872e-5b37-4b43-9e51-028485f38874" providerId="ADAL" clId="{D8EFBD6C-8FE6-4C25-A331-21F9F0AD5358}" dt="2026-05-04T09:42:27.770" v="82" actId="164"/>
          <ac:picMkLst>
            <pc:docMk/>
            <pc:sldMk cId="756172801" sldId="297"/>
            <ac:picMk id="4" creationId="{B75850A7-8C43-5EDB-9CAC-AAA3CC34E531}"/>
          </ac:picMkLst>
        </pc:picChg>
        <pc:picChg chg="add mod">
          <ac:chgData name="Mobasher, Ghadeer (Lehre SRH Hochschule Heidelberg)" userId="056b872e-5b37-4b43-9e51-028485f38874" providerId="ADAL" clId="{D8EFBD6C-8FE6-4C25-A331-21F9F0AD5358}" dt="2026-05-04T09:42:32.146" v="83" actId="164"/>
          <ac:picMkLst>
            <pc:docMk/>
            <pc:sldMk cId="756172801" sldId="297"/>
            <ac:picMk id="11" creationId="{5600469A-BDF2-E4DF-7EFA-05AE91F81C6B}"/>
          </ac:picMkLst>
        </pc:picChg>
      </pc:sldChg>
      <pc:sldChg chg="addSp modSp mod modAnim">
        <pc:chgData name="Mobasher, Ghadeer (Lehre SRH Hochschule Heidelberg)" userId="056b872e-5b37-4b43-9e51-028485f38874" providerId="ADAL" clId="{D8EFBD6C-8FE6-4C25-A331-21F9F0AD5358}" dt="2026-05-04T15:01:01.788" v="2064" actId="1076"/>
        <pc:sldMkLst>
          <pc:docMk/>
          <pc:sldMk cId="2320336657" sldId="4377"/>
        </pc:sldMkLst>
        <pc:spChg chg="mod">
          <ac:chgData name="Mobasher, Ghadeer (Lehre SRH Hochschule Heidelberg)" userId="056b872e-5b37-4b43-9e51-028485f38874" providerId="ADAL" clId="{D8EFBD6C-8FE6-4C25-A331-21F9F0AD5358}" dt="2026-05-04T14:38:53.115" v="1942"/>
          <ac:spMkLst>
            <pc:docMk/>
            <pc:sldMk cId="2320336657" sldId="4377"/>
            <ac:spMk id="6" creationId="{971767CF-BFF0-66EC-8E22-4AE57EDB536D}"/>
          </ac:spMkLst>
        </pc:spChg>
        <pc:spChg chg="mod">
          <ac:chgData name="Mobasher, Ghadeer (Lehre SRH Hochschule Heidelberg)" userId="056b872e-5b37-4b43-9e51-028485f38874" providerId="ADAL" clId="{D8EFBD6C-8FE6-4C25-A331-21F9F0AD5358}" dt="2026-05-04T14:38:33.377" v="1916" actId="14100"/>
          <ac:spMkLst>
            <pc:docMk/>
            <pc:sldMk cId="2320336657" sldId="4377"/>
            <ac:spMk id="12" creationId="{33F664F6-F88A-381C-3A53-F5DB26739A30}"/>
          </ac:spMkLst>
        </pc:spChg>
        <pc:spChg chg="mod">
          <ac:chgData name="Mobasher, Ghadeer (Lehre SRH Hochschule Heidelberg)" userId="056b872e-5b37-4b43-9e51-028485f38874" providerId="ADAL" clId="{D8EFBD6C-8FE6-4C25-A331-21F9F0AD5358}" dt="2026-05-04T14:38:46.787" v="1940" actId="20577"/>
          <ac:spMkLst>
            <pc:docMk/>
            <pc:sldMk cId="2320336657" sldId="4377"/>
            <ac:spMk id="13" creationId="{7898194A-18F2-D083-E1B0-62389C0E713D}"/>
          </ac:spMkLst>
        </pc:spChg>
        <pc:spChg chg="mod">
          <ac:chgData name="Mobasher, Ghadeer (Lehre SRH Hochschule Heidelberg)" userId="056b872e-5b37-4b43-9e51-028485f38874" providerId="ADAL" clId="{D8EFBD6C-8FE6-4C25-A331-21F9F0AD5358}" dt="2026-05-04T14:39:19.909" v="1949" actId="1076"/>
          <ac:spMkLst>
            <pc:docMk/>
            <pc:sldMk cId="2320336657" sldId="4377"/>
            <ac:spMk id="17" creationId="{AE534C86-0569-971E-45F0-A3E8CBDD20A0}"/>
          </ac:spMkLst>
        </pc:spChg>
        <pc:spChg chg="mod">
          <ac:chgData name="Mobasher, Ghadeer (Lehre SRH Hochschule Heidelberg)" userId="056b872e-5b37-4b43-9e51-028485f38874" providerId="ADAL" clId="{D8EFBD6C-8FE6-4C25-A331-21F9F0AD5358}" dt="2026-05-04T14:39:29.682" v="1950"/>
          <ac:spMkLst>
            <pc:docMk/>
            <pc:sldMk cId="2320336657" sldId="4377"/>
            <ac:spMk id="18" creationId="{3486C43A-1577-8CE0-C543-4F46EF68D4BC}"/>
          </ac:spMkLst>
        </pc:spChg>
        <pc:spChg chg="mod">
          <ac:chgData name="Mobasher, Ghadeer (Lehre SRH Hochschule Heidelberg)" userId="056b872e-5b37-4b43-9e51-028485f38874" providerId="ADAL" clId="{D8EFBD6C-8FE6-4C25-A331-21F9F0AD5358}" dt="2026-05-04T14:39:44.756" v="1977" actId="20577"/>
          <ac:spMkLst>
            <pc:docMk/>
            <pc:sldMk cId="2320336657" sldId="4377"/>
            <ac:spMk id="19" creationId="{6734AE6A-C429-1F28-5BBA-30FE624E4DD8}"/>
          </ac:spMkLst>
        </pc:spChg>
        <pc:spChg chg="mod">
          <ac:chgData name="Mobasher, Ghadeer (Lehre SRH Hochschule Heidelberg)" userId="056b872e-5b37-4b43-9e51-028485f38874" providerId="ADAL" clId="{D8EFBD6C-8FE6-4C25-A331-21F9F0AD5358}" dt="2026-05-04T14:40:01.441" v="1978"/>
          <ac:spMkLst>
            <pc:docMk/>
            <pc:sldMk cId="2320336657" sldId="4377"/>
            <ac:spMk id="20" creationId="{3F6DB210-1B11-75BE-4091-BB01D1FCA1E9}"/>
          </ac:spMkLst>
        </pc:spChg>
        <pc:spChg chg="mod">
          <ac:chgData name="Mobasher, Ghadeer (Lehre SRH Hochschule Heidelberg)" userId="056b872e-5b37-4b43-9e51-028485f38874" providerId="ADAL" clId="{D8EFBD6C-8FE6-4C25-A331-21F9F0AD5358}" dt="2026-05-04T15:00:51.485" v="2062" actId="1076"/>
          <ac:spMkLst>
            <pc:docMk/>
            <pc:sldMk cId="2320336657" sldId="4377"/>
            <ac:spMk id="47" creationId="{286F0E4E-E273-D061-7192-D7173B5D9B9A}"/>
          </ac:spMkLst>
        </pc:spChg>
        <pc:spChg chg="mod">
          <ac:chgData name="Mobasher, Ghadeer (Lehre SRH Hochschule Heidelberg)" userId="056b872e-5b37-4b43-9e51-028485f38874" providerId="ADAL" clId="{D8EFBD6C-8FE6-4C25-A331-21F9F0AD5358}" dt="2026-05-04T15:00:55.523" v="2063" actId="1076"/>
          <ac:spMkLst>
            <pc:docMk/>
            <pc:sldMk cId="2320336657" sldId="4377"/>
            <ac:spMk id="49" creationId="{47BF0B76-8E61-1E49-B945-9F0D40625AB8}"/>
          </ac:spMkLst>
        </pc:spChg>
        <pc:spChg chg="mod">
          <ac:chgData name="Mobasher, Ghadeer (Lehre SRH Hochschule Heidelberg)" userId="056b872e-5b37-4b43-9e51-028485f38874" providerId="ADAL" clId="{D8EFBD6C-8FE6-4C25-A331-21F9F0AD5358}" dt="2026-05-04T15:01:01.788" v="2064" actId="1076"/>
          <ac:spMkLst>
            <pc:docMk/>
            <pc:sldMk cId="2320336657" sldId="4377"/>
            <ac:spMk id="50" creationId="{3BDDF7FE-3C21-451D-E622-66D24316088B}"/>
          </ac:spMkLst>
        </pc:spChg>
        <pc:spChg chg="mod">
          <ac:chgData name="Mobasher, Ghadeer (Lehre SRH Hochschule Heidelberg)" userId="056b872e-5b37-4b43-9e51-028485f38874" providerId="ADAL" clId="{D8EFBD6C-8FE6-4C25-A331-21F9F0AD5358}" dt="2026-05-04T14:38:31.359" v="1915" actId="1076"/>
          <ac:spMkLst>
            <pc:docMk/>
            <pc:sldMk cId="2320336657" sldId="4377"/>
            <ac:spMk id="53" creationId="{E3C67E34-F51C-E066-647C-BA1E0700A63A}"/>
          </ac:spMkLst>
        </pc:spChg>
        <pc:spChg chg="mod">
          <ac:chgData name="Mobasher, Ghadeer (Lehre SRH Hochschule Heidelberg)" userId="056b872e-5b37-4b43-9e51-028485f38874" providerId="ADAL" clId="{D8EFBD6C-8FE6-4C25-A331-21F9F0AD5358}" dt="2026-05-04T14:37:33.493" v="1864" actId="20577"/>
          <ac:spMkLst>
            <pc:docMk/>
            <pc:sldMk cId="2320336657" sldId="4377"/>
            <ac:spMk id="54" creationId="{9BA461B3-7414-035E-2191-B2D58B8EFE90}"/>
          </ac:spMkLst>
        </pc:spChg>
        <pc:spChg chg="mod">
          <ac:chgData name="Mobasher, Ghadeer (Lehre SRH Hochschule Heidelberg)" userId="056b872e-5b37-4b43-9e51-028485f38874" providerId="ADAL" clId="{D8EFBD6C-8FE6-4C25-A331-21F9F0AD5358}" dt="2026-05-04T14:37:47.735" v="1865"/>
          <ac:spMkLst>
            <pc:docMk/>
            <pc:sldMk cId="2320336657" sldId="4377"/>
            <ac:spMk id="57" creationId="{F3E87FC5-78CA-F29A-E5AA-DDF0AB94F6C3}"/>
          </ac:spMkLst>
        </pc:spChg>
        <pc:spChg chg="mod">
          <ac:chgData name="Mobasher, Ghadeer (Lehre SRH Hochschule Heidelberg)" userId="056b872e-5b37-4b43-9e51-028485f38874" providerId="ADAL" clId="{D8EFBD6C-8FE6-4C25-A331-21F9F0AD5358}" dt="2026-05-04T14:38:11.448" v="1911" actId="20577"/>
          <ac:spMkLst>
            <pc:docMk/>
            <pc:sldMk cId="2320336657" sldId="4377"/>
            <ac:spMk id="58" creationId="{612E97B9-C600-79AF-1097-50F7ED2C39BD}"/>
          </ac:spMkLst>
        </pc:spChg>
        <pc:grpChg chg="add mod">
          <ac:chgData name="Mobasher, Ghadeer (Lehre SRH Hochschule Heidelberg)" userId="056b872e-5b37-4b43-9e51-028485f38874" providerId="ADAL" clId="{D8EFBD6C-8FE6-4C25-A331-21F9F0AD5358}" dt="2026-05-04T14:38:56.250" v="1943" actId="1076"/>
          <ac:grpSpMkLst>
            <pc:docMk/>
            <pc:sldMk cId="2320336657" sldId="4377"/>
            <ac:grpSpMk id="5" creationId="{8BABC87C-51F9-B685-1D0C-29D1851D0F57}"/>
          </ac:grpSpMkLst>
        </pc:grpChg>
        <pc:grpChg chg="mod">
          <ac:chgData name="Mobasher, Ghadeer (Lehre SRH Hochschule Heidelberg)" userId="056b872e-5b37-4b43-9e51-028485f38874" providerId="ADAL" clId="{D8EFBD6C-8FE6-4C25-A331-21F9F0AD5358}" dt="2026-05-04T14:39:08.077" v="1945" actId="1076"/>
          <ac:grpSpMkLst>
            <pc:docMk/>
            <pc:sldMk cId="2320336657" sldId="4377"/>
            <ac:grpSpMk id="15" creationId="{FD2D650B-20A5-71E3-BFDC-32FB29B0E1CA}"/>
          </ac:grpSpMkLst>
        </pc:grpChg>
      </pc:sldChg>
      <pc:sldChg chg="addSp delSp modSp mod delAnim modAnim">
        <pc:chgData name="Mobasher, Ghadeer (Lehre SRH Hochschule Heidelberg)" userId="056b872e-5b37-4b43-9e51-028485f38874" providerId="ADAL" clId="{D8EFBD6C-8FE6-4C25-A331-21F9F0AD5358}" dt="2026-05-07T10:25:40.168" v="2406" actId="20577"/>
        <pc:sldMkLst>
          <pc:docMk/>
          <pc:sldMk cId="3762456871" sldId="4378"/>
        </pc:sldMkLst>
        <pc:spChg chg="mod">
          <ac:chgData name="Mobasher, Ghadeer (Lehre SRH Hochschule Heidelberg)" userId="056b872e-5b37-4b43-9e51-028485f38874" providerId="ADAL" clId="{D8EFBD6C-8FE6-4C25-A331-21F9F0AD5358}" dt="2026-05-07T10:25:40.168" v="2406" actId="20577"/>
          <ac:spMkLst>
            <pc:docMk/>
            <pc:sldMk cId="3762456871" sldId="4378"/>
            <ac:spMk id="2" creationId="{3C1A7F77-7141-9E81-633D-2DD35750F158}"/>
          </ac:spMkLst>
        </pc:spChg>
        <pc:picChg chg="add mod modCrop">
          <ac:chgData name="Mobasher, Ghadeer (Lehre SRH Hochschule Heidelberg)" userId="056b872e-5b37-4b43-9e51-028485f38874" providerId="ADAL" clId="{D8EFBD6C-8FE6-4C25-A331-21F9F0AD5358}" dt="2026-05-04T14:45:15.437" v="2005" actId="1076"/>
          <ac:picMkLst>
            <pc:docMk/>
            <pc:sldMk cId="3762456871" sldId="4378"/>
            <ac:picMk id="5" creationId="{A26F3839-1E4C-E13D-5EF1-FA92E85CDC7D}"/>
          </ac:picMkLst>
        </pc:picChg>
      </pc:sldChg>
      <pc:sldChg chg="addSp delSp modSp mod">
        <pc:chgData name="Mobasher, Ghadeer (Lehre SRH Hochschule Heidelberg)" userId="056b872e-5b37-4b43-9e51-028485f38874" providerId="ADAL" clId="{D8EFBD6C-8FE6-4C25-A331-21F9F0AD5358}" dt="2026-05-04T14:50:00.868" v="2052" actId="1076"/>
        <pc:sldMkLst>
          <pc:docMk/>
          <pc:sldMk cId="3687336806" sldId="4379"/>
        </pc:sldMkLst>
        <pc:picChg chg="add mod">
          <ac:chgData name="Mobasher, Ghadeer (Lehre SRH Hochschule Heidelberg)" userId="056b872e-5b37-4b43-9e51-028485f38874" providerId="ADAL" clId="{D8EFBD6C-8FE6-4C25-A331-21F9F0AD5358}" dt="2026-05-04T14:50:00.868" v="2052" actId="1076"/>
          <ac:picMkLst>
            <pc:docMk/>
            <pc:sldMk cId="3687336806" sldId="4379"/>
            <ac:picMk id="3" creationId="{7881AB7C-D432-D081-0BCB-2814F290E7E9}"/>
          </ac:picMkLst>
        </pc:picChg>
      </pc:sldChg>
      <pc:sldChg chg="ord">
        <pc:chgData name="Mobasher, Ghadeer (Lehre SRH Hochschule Heidelberg)" userId="056b872e-5b37-4b43-9e51-028485f38874" providerId="ADAL" clId="{D8EFBD6C-8FE6-4C25-A331-21F9F0AD5358}" dt="2026-05-04T12:07:28.433" v="1140"/>
        <pc:sldMkLst>
          <pc:docMk/>
          <pc:sldMk cId="1776145192" sldId="4381"/>
        </pc:sldMkLst>
      </pc:sldChg>
      <pc:sldChg chg="addSp delSp modSp add del mod ord delAnim modAnim">
        <pc:chgData name="Mobasher, Ghadeer (Lehre SRH Hochschule Heidelberg)" userId="056b872e-5b37-4b43-9e51-028485f38874" providerId="ADAL" clId="{D8EFBD6C-8FE6-4C25-A331-21F9F0AD5358}" dt="2026-05-06T10:43:04.136" v="2097" actId="1076"/>
        <pc:sldMkLst>
          <pc:docMk/>
          <pc:sldMk cId="1378576645" sldId="4382"/>
        </pc:sldMkLst>
        <pc:spChg chg="mod">
          <ac:chgData name="Mobasher, Ghadeer (Lehre SRH Hochschule Heidelberg)" userId="056b872e-5b37-4b43-9e51-028485f38874" providerId="ADAL" clId="{D8EFBD6C-8FE6-4C25-A331-21F9F0AD5358}" dt="2026-05-04T10:52:09.416" v="614" actId="20577"/>
          <ac:spMkLst>
            <pc:docMk/>
            <pc:sldMk cId="1378576645" sldId="4382"/>
            <ac:spMk id="4" creationId="{E1BD28FD-CF05-625A-CE6F-E3C34DF25607}"/>
          </ac:spMkLst>
        </pc:spChg>
        <pc:spChg chg="mod">
          <ac:chgData name="Mobasher, Ghadeer (Lehre SRH Hochschule Heidelberg)" userId="056b872e-5b37-4b43-9e51-028485f38874" providerId="ADAL" clId="{D8EFBD6C-8FE6-4C25-A331-21F9F0AD5358}" dt="2026-05-04T11:00:31.934" v="777" actId="207"/>
          <ac:spMkLst>
            <pc:docMk/>
            <pc:sldMk cId="1378576645" sldId="4382"/>
            <ac:spMk id="9" creationId="{30432AE5-F359-2ECE-815D-BD5F72B497A5}"/>
          </ac:spMkLst>
        </pc:spChg>
        <pc:grpChg chg="add mod">
          <ac:chgData name="Mobasher, Ghadeer (Lehre SRH Hochschule Heidelberg)" userId="056b872e-5b37-4b43-9e51-028485f38874" providerId="ADAL" clId="{D8EFBD6C-8FE6-4C25-A331-21F9F0AD5358}" dt="2026-05-06T10:43:04.136" v="2097" actId="1076"/>
          <ac:grpSpMkLst>
            <pc:docMk/>
            <pc:sldMk cId="1378576645" sldId="4382"/>
            <ac:grpSpMk id="8" creationId="{FB10DF9A-E0D7-0DA1-EEF2-CE50484FE26E}"/>
          </ac:grpSpMkLst>
        </pc:grpChg>
        <pc:picChg chg="add mod modCrop">
          <ac:chgData name="Mobasher, Ghadeer (Lehre SRH Hochschule Heidelberg)" userId="056b872e-5b37-4b43-9e51-028485f38874" providerId="ADAL" clId="{D8EFBD6C-8FE6-4C25-A331-21F9F0AD5358}" dt="2026-05-06T10:41:08.906" v="2085" actId="1076"/>
          <ac:picMkLst>
            <pc:docMk/>
            <pc:sldMk cId="1378576645" sldId="4382"/>
            <ac:picMk id="3" creationId="{C94DE949-8644-AA0B-F420-AF9748463E02}"/>
          </ac:picMkLst>
        </pc:picChg>
        <pc:picChg chg="add del mod modCrop">
          <ac:chgData name="Mobasher, Ghadeer (Lehre SRH Hochschule Heidelberg)" userId="056b872e-5b37-4b43-9e51-028485f38874" providerId="ADAL" clId="{D8EFBD6C-8FE6-4C25-A331-21F9F0AD5358}" dt="2026-05-06T10:40:50.216" v="2079" actId="478"/>
          <ac:picMkLst>
            <pc:docMk/>
            <pc:sldMk cId="1378576645" sldId="4382"/>
            <ac:picMk id="5" creationId="{E31C9985-1514-4962-9329-19795B3D35EC}"/>
          </ac:picMkLst>
        </pc:picChg>
        <pc:picChg chg="add del mod">
          <ac:chgData name="Mobasher, Ghadeer (Lehre SRH Hochschule Heidelberg)" userId="056b872e-5b37-4b43-9e51-028485f38874" providerId="ADAL" clId="{D8EFBD6C-8FE6-4C25-A331-21F9F0AD5358}" dt="2026-05-06T10:41:20.182" v="2088" actId="478"/>
          <ac:picMkLst>
            <pc:docMk/>
            <pc:sldMk cId="1378576645" sldId="4382"/>
            <ac:picMk id="7" creationId="{142C6C1D-18C3-F301-3545-5D7F825E7641}"/>
          </ac:picMkLst>
        </pc:picChg>
        <pc:picChg chg="add del mod">
          <ac:chgData name="Mobasher, Ghadeer (Lehre SRH Hochschule Heidelberg)" userId="056b872e-5b37-4b43-9e51-028485f38874" providerId="ADAL" clId="{D8EFBD6C-8FE6-4C25-A331-21F9F0AD5358}" dt="2026-05-05T11:39:26.954" v="2066" actId="208"/>
          <ac:picMkLst>
            <pc:docMk/>
            <pc:sldMk cId="1378576645" sldId="4382"/>
            <ac:picMk id="11" creationId="{E148A841-85D9-7431-78FA-9F0C7A7AABFA}"/>
          </ac:picMkLst>
        </pc:picChg>
        <pc:picChg chg="add mod modCrop">
          <ac:chgData name="Mobasher, Ghadeer (Lehre SRH Hochschule Heidelberg)" userId="056b872e-5b37-4b43-9e51-028485f38874" providerId="ADAL" clId="{D8EFBD6C-8FE6-4C25-A331-21F9F0AD5358}" dt="2026-05-06T10:42:23.086" v="2093" actId="1076"/>
          <ac:picMkLst>
            <pc:docMk/>
            <pc:sldMk cId="1378576645" sldId="4382"/>
            <ac:picMk id="12" creationId="{24D71813-6D4E-EB6D-FDD6-CEC896181CF6}"/>
          </ac:picMkLst>
        </pc:picChg>
      </pc:sldChg>
      <pc:sldChg chg="addSp delSp modSp mod ord delAnim modAnim">
        <pc:chgData name="Mobasher, Ghadeer (Lehre SRH Hochschule Heidelberg)" userId="056b872e-5b37-4b43-9e51-028485f38874" providerId="ADAL" clId="{D8EFBD6C-8FE6-4C25-A331-21F9F0AD5358}" dt="2026-05-04T14:29:04.482" v="1641"/>
        <pc:sldMkLst>
          <pc:docMk/>
          <pc:sldMk cId="1235978586" sldId="4383"/>
        </pc:sldMkLst>
        <pc:spChg chg="mod">
          <ac:chgData name="Mobasher, Ghadeer (Lehre SRH Hochschule Heidelberg)" userId="056b872e-5b37-4b43-9e51-028485f38874" providerId="ADAL" clId="{D8EFBD6C-8FE6-4C25-A331-21F9F0AD5358}" dt="2026-05-04T14:20:07.087" v="1583" actId="20577"/>
          <ac:spMkLst>
            <pc:docMk/>
            <pc:sldMk cId="1235978586" sldId="4383"/>
            <ac:spMk id="4" creationId="{0D3959A7-C159-EB9D-7815-AE9CF37A757A}"/>
          </ac:spMkLst>
        </pc:spChg>
        <pc:picChg chg="add mod modCrop">
          <ac:chgData name="Mobasher, Ghadeer (Lehre SRH Hochschule Heidelberg)" userId="056b872e-5b37-4b43-9e51-028485f38874" providerId="ADAL" clId="{D8EFBD6C-8FE6-4C25-A331-21F9F0AD5358}" dt="2026-05-04T14:20:56.075" v="1591" actId="1076"/>
          <ac:picMkLst>
            <pc:docMk/>
            <pc:sldMk cId="1235978586" sldId="4383"/>
            <ac:picMk id="3" creationId="{4EB9CAB0-DA36-244D-A036-B2A1F45A55C4}"/>
          </ac:picMkLst>
        </pc:picChg>
      </pc:sldChg>
      <pc:sldChg chg="addSp delSp modSp mod delAnim modAnim">
        <pc:chgData name="Mobasher, Ghadeer (Lehre SRH Hochschule Heidelberg)" userId="056b872e-5b37-4b43-9e51-028485f38874" providerId="ADAL" clId="{D8EFBD6C-8FE6-4C25-A331-21F9F0AD5358}" dt="2026-05-06T10:46:12.268" v="2108" actId="21"/>
        <pc:sldMkLst>
          <pc:docMk/>
          <pc:sldMk cId="3073212920" sldId="4396"/>
        </pc:sldMkLst>
        <pc:spChg chg="mod">
          <ac:chgData name="Mobasher, Ghadeer (Lehre SRH Hochschule Heidelberg)" userId="056b872e-5b37-4b43-9e51-028485f38874" providerId="ADAL" clId="{D8EFBD6C-8FE6-4C25-A331-21F9F0AD5358}" dt="2026-05-04T11:09:04.044" v="810" actId="20577"/>
          <ac:spMkLst>
            <pc:docMk/>
            <pc:sldMk cId="3073212920" sldId="4396"/>
            <ac:spMk id="4" creationId="{C0934582-70DD-A08B-CFB7-CCA87B614680}"/>
          </ac:spMkLst>
        </pc:spChg>
        <pc:spChg chg="mod">
          <ac:chgData name="Mobasher, Ghadeer (Lehre SRH Hochschule Heidelberg)" userId="056b872e-5b37-4b43-9e51-028485f38874" providerId="ADAL" clId="{D8EFBD6C-8FE6-4C25-A331-21F9F0AD5358}" dt="2026-05-06T10:46:10.321" v="2107"/>
          <ac:spMkLst>
            <pc:docMk/>
            <pc:sldMk cId="3073212920" sldId="4396"/>
            <ac:spMk id="11" creationId="{87CA1C2E-281A-6ACB-AD27-AE6787D45B5B}"/>
          </ac:spMkLst>
        </pc:spChg>
        <pc:spChg chg="add mod">
          <ac:chgData name="Mobasher, Ghadeer (Lehre SRH Hochschule Heidelberg)" userId="056b872e-5b37-4b43-9e51-028485f38874" providerId="ADAL" clId="{D8EFBD6C-8FE6-4C25-A331-21F9F0AD5358}" dt="2026-05-04T11:13:31.976" v="868" actId="164"/>
          <ac:spMkLst>
            <pc:docMk/>
            <pc:sldMk cId="3073212920" sldId="4396"/>
            <ac:spMk id="12" creationId="{E93AB4EA-23FB-1CAE-3498-2A5ADAE1A42C}"/>
          </ac:spMkLst>
        </pc:spChg>
        <pc:spChg chg="add mod">
          <ac:chgData name="Mobasher, Ghadeer (Lehre SRH Hochschule Heidelberg)" userId="056b872e-5b37-4b43-9e51-028485f38874" providerId="ADAL" clId="{D8EFBD6C-8FE6-4C25-A331-21F9F0AD5358}" dt="2026-05-04T11:13:43.179" v="870" actId="164"/>
          <ac:spMkLst>
            <pc:docMk/>
            <pc:sldMk cId="3073212920" sldId="4396"/>
            <ac:spMk id="15" creationId="{7CD23902-BD10-B6A9-9297-5ADEF3AC2C68}"/>
          </ac:spMkLst>
        </pc:spChg>
        <pc:grpChg chg="add del mod">
          <ac:chgData name="Mobasher, Ghadeer (Lehre SRH Hochschule Heidelberg)" userId="056b872e-5b37-4b43-9e51-028485f38874" providerId="ADAL" clId="{D8EFBD6C-8FE6-4C25-A331-21F9F0AD5358}" dt="2026-05-06T10:46:12.268" v="2108" actId="21"/>
          <ac:grpSpMkLst>
            <pc:docMk/>
            <pc:sldMk cId="3073212920" sldId="4396"/>
            <ac:grpSpMk id="7" creationId="{C850B0BB-7A15-6CC7-9B01-32FF40543D5A}"/>
          </ac:grpSpMkLst>
        </pc:grpChg>
        <pc:grpChg chg="add mod">
          <ac:chgData name="Mobasher, Ghadeer (Lehre SRH Hochschule Heidelberg)" userId="056b872e-5b37-4b43-9e51-028485f38874" providerId="ADAL" clId="{D8EFBD6C-8FE6-4C25-A331-21F9F0AD5358}" dt="2026-05-06T10:43:42.378" v="2100" actId="1076"/>
          <ac:grpSpMkLst>
            <pc:docMk/>
            <pc:sldMk cId="3073212920" sldId="4396"/>
            <ac:grpSpMk id="17" creationId="{44560F3E-4169-0E96-0B24-5B7BB525B4C7}"/>
          </ac:grpSpMkLst>
        </pc:grpChg>
        <pc:grpChg chg="add mod">
          <ac:chgData name="Mobasher, Ghadeer (Lehre SRH Hochschule Heidelberg)" userId="056b872e-5b37-4b43-9e51-028485f38874" providerId="ADAL" clId="{D8EFBD6C-8FE6-4C25-A331-21F9F0AD5358}" dt="2026-05-06T10:43:33.236" v="2099" actId="1076"/>
          <ac:grpSpMkLst>
            <pc:docMk/>
            <pc:sldMk cId="3073212920" sldId="4396"/>
            <ac:grpSpMk id="18" creationId="{6F0E880C-B471-0C53-5E2C-A5C95DF4573A}"/>
          </ac:grpSpMkLst>
        </pc:grpChg>
        <pc:picChg chg="add mod">
          <ac:chgData name="Mobasher, Ghadeer (Lehre SRH Hochschule Heidelberg)" userId="056b872e-5b37-4b43-9e51-028485f38874" providerId="ADAL" clId="{D8EFBD6C-8FE6-4C25-A331-21F9F0AD5358}" dt="2026-05-06T10:44:57.286" v="2104" actId="1076"/>
          <ac:picMkLst>
            <pc:docMk/>
            <pc:sldMk cId="3073212920" sldId="4396"/>
            <ac:picMk id="3" creationId="{E88AB70F-DEFC-2346-AF85-BF899BEFF8E7}"/>
          </ac:picMkLst>
        </pc:picChg>
        <pc:picChg chg="add del mod modCrop">
          <ac:chgData name="Mobasher, Ghadeer (Lehre SRH Hochschule Heidelberg)" userId="056b872e-5b37-4b43-9e51-028485f38874" providerId="ADAL" clId="{D8EFBD6C-8FE6-4C25-A331-21F9F0AD5358}" dt="2026-05-06T10:44:38.996" v="2101" actId="478"/>
          <ac:picMkLst>
            <pc:docMk/>
            <pc:sldMk cId="3073212920" sldId="4396"/>
            <ac:picMk id="5" creationId="{A8BF77CD-1576-64DB-FD6E-EBAED8DB084A}"/>
          </ac:picMkLst>
        </pc:picChg>
        <pc:picChg chg="add mod modCrop">
          <ac:chgData name="Mobasher, Ghadeer (Lehre SRH Hochschule Heidelberg)" userId="056b872e-5b37-4b43-9e51-028485f38874" providerId="ADAL" clId="{D8EFBD6C-8FE6-4C25-A331-21F9F0AD5358}" dt="2026-05-06T10:43:26.372" v="2098" actId="1076"/>
          <ac:picMkLst>
            <pc:docMk/>
            <pc:sldMk cId="3073212920" sldId="4396"/>
            <ac:picMk id="6" creationId="{1DC76BFF-06EB-EF8B-0314-0DA9794D8B13}"/>
          </ac:picMkLst>
        </pc:picChg>
        <pc:cxnChg chg="mod">
          <ac:chgData name="Mobasher, Ghadeer (Lehre SRH Hochschule Heidelberg)" userId="056b872e-5b37-4b43-9e51-028485f38874" providerId="ADAL" clId="{D8EFBD6C-8FE6-4C25-A331-21F9F0AD5358}" dt="2026-05-06T10:46:10.321" v="2107"/>
          <ac:cxnSpMkLst>
            <pc:docMk/>
            <pc:sldMk cId="3073212920" sldId="4396"/>
            <ac:cxnSpMk id="8" creationId="{158CA362-162C-6C0B-41F3-5C23C9582595}"/>
          </ac:cxnSpMkLst>
        </pc:cxnChg>
        <pc:cxnChg chg="add mod">
          <ac:chgData name="Mobasher, Ghadeer (Lehre SRH Hochschule Heidelberg)" userId="056b872e-5b37-4b43-9e51-028485f38874" providerId="ADAL" clId="{D8EFBD6C-8FE6-4C25-A331-21F9F0AD5358}" dt="2026-05-04T11:13:31.976" v="868" actId="164"/>
          <ac:cxnSpMkLst>
            <pc:docMk/>
            <pc:sldMk cId="3073212920" sldId="4396"/>
            <ac:cxnSpMk id="9" creationId="{6AD4742A-8457-BD15-666C-F31257F453CA}"/>
          </ac:cxnSpMkLst>
        </pc:cxnChg>
        <pc:cxnChg chg="add mod">
          <ac:chgData name="Mobasher, Ghadeer (Lehre SRH Hochschule Heidelberg)" userId="056b872e-5b37-4b43-9e51-028485f38874" providerId="ADAL" clId="{D8EFBD6C-8FE6-4C25-A331-21F9F0AD5358}" dt="2026-05-04T11:13:43.179" v="870" actId="164"/>
          <ac:cxnSpMkLst>
            <pc:docMk/>
            <pc:sldMk cId="3073212920" sldId="4396"/>
            <ac:cxnSpMk id="14" creationId="{FC0CA869-E5C7-1A8D-BFE7-102FABDCBED3}"/>
          </ac:cxnSpMkLst>
        </pc:cxnChg>
      </pc:sldChg>
      <pc:sldChg chg="addSp delSp modSp add del mod setBg modAnim">
        <pc:chgData name="Mobasher, Ghadeer (Lehre SRH Hochschule Heidelberg)" userId="056b872e-5b37-4b43-9e51-028485f38874" providerId="ADAL" clId="{D8EFBD6C-8FE6-4C25-A331-21F9F0AD5358}" dt="2026-05-07T11:44:08.031" v="2407" actId="2696"/>
        <pc:sldMkLst>
          <pc:docMk/>
          <pc:sldMk cId="344214838" sldId="4401"/>
        </pc:sldMkLst>
      </pc:sldChg>
      <pc:sldChg chg="addSp delSp modSp add mod delAnim modAnim">
        <pc:chgData name="Mobasher, Ghadeer (Lehre SRH Hochschule Heidelberg)" userId="056b872e-5b37-4b43-9e51-028485f38874" providerId="ADAL" clId="{D8EFBD6C-8FE6-4C25-A331-21F9F0AD5358}" dt="2026-05-06T10:46:39.195" v="2131" actId="20577"/>
        <pc:sldMkLst>
          <pc:docMk/>
          <pc:sldMk cId="358113500" sldId="4402"/>
        </pc:sldMkLst>
        <pc:spChg chg="mod">
          <ac:chgData name="Mobasher, Ghadeer (Lehre SRH Hochschule Heidelberg)" userId="056b872e-5b37-4b43-9e51-028485f38874" providerId="ADAL" clId="{D8EFBD6C-8FE6-4C25-A331-21F9F0AD5358}" dt="2026-05-04T11:20:11.773" v="900" actId="20577"/>
          <ac:spMkLst>
            <pc:docMk/>
            <pc:sldMk cId="358113500" sldId="4402"/>
            <ac:spMk id="4" creationId="{A4D1329A-C84B-9848-BE96-1DD4186644C2}"/>
          </ac:spMkLst>
        </pc:spChg>
        <pc:spChg chg="mod">
          <ac:chgData name="Mobasher, Ghadeer (Lehre SRH Hochschule Heidelberg)" userId="056b872e-5b37-4b43-9e51-028485f38874" providerId="ADAL" clId="{D8EFBD6C-8FE6-4C25-A331-21F9F0AD5358}" dt="2026-05-06T10:46:39.195" v="2131" actId="20577"/>
          <ac:spMkLst>
            <pc:docMk/>
            <pc:sldMk cId="358113500" sldId="4402"/>
            <ac:spMk id="11" creationId="{87CA1C2E-281A-6ACB-AD27-AE6787D45B5B}"/>
          </ac:spMkLst>
        </pc:spChg>
        <pc:grpChg chg="add mod">
          <ac:chgData name="Mobasher, Ghadeer (Lehre SRH Hochschule Heidelberg)" userId="056b872e-5b37-4b43-9e51-028485f38874" providerId="ADAL" clId="{D8EFBD6C-8FE6-4C25-A331-21F9F0AD5358}" dt="2026-05-06T10:46:26.633" v="2111" actId="14100"/>
          <ac:grpSpMkLst>
            <pc:docMk/>
            <pc:sldMk cId="358113500" sldId="4402"/>
            <ac:grpSpMk id="7" creationId="{C850B0BB-7A15-6CC7-9B01-32FF40543D5A}"/>
          </ac:grpSpMkLst>
        </pc:grpChg>
        <pc:picChg chg="add mod modCrop">
          <ac:chgData name="Mobasher, Ghadeer (Lehre SRH Hochschule Heidelberg)" userId="056b872e-5b37-4b43-9e51-028485f38874" providerId="ADAL" clId="{D8EFBD6C-8FE6-4C25-A331-21F9F0AD5358}" dt="2026-05-04T14:41:23.487" v="1984" actId="1076"/>
          <ac:picMkLst>
            <pc:docMk/>
            <pc:sldMk cId="358113500" sldId="4402"/>
            <ac:picMk id="3" creationId="{D4EA271F-81FD-A241-765A-58C2B0B4F630}"/>
          </ac:picMkLst>
        </pc:picChg>
        <pc:cxnChg chg="mod">
          <ac:chgData name="Mobasher, Ghadeer (Lehre SRH Hochschule Heidelberg)" userId="056b872e-5b37-4b43-9e51-028485f38874" providerId="ADAL" clId="{D8EFBD6C-8FE6-4C25-A331-21F9F0AD5358}" dt="2026-05-06T10:46:30.773" v="2112" actId="14100"/>
          <ac:cxnSpMkLst>
            <pc:docMk/>
            <pc:sldMk cId="358113500" sldId="4402"/>
            <ac:cxnSpMk id="8" creationId="{158CA362-162C-6C0B-41F3-5C23C9582595}"/>
          </ac:cxnSpMkLst>
        </pc:cxnChg>
      </pc:sldChg>
      <pc:sldChg chg="addSp delSp modSp add mod modAnim">
        <pc:chgData name="Mobasher, Ghadeer (Lehre SRH Hochschule Heidelberg)" userId="056b872e-5b37-4b43-9e51-028485f38874" providerId="ADAL" clId="{D8EFBD6C-8FE6-4C25-A331-21F9F0AD5358}" dt="2026-05-06T10:47:20.075" v="2159" actId="1076"/>
        <pc:sldMkLst>
          <pc:docMk/>
          <pc:sldMk cId="2124912574" sldId="4403"/>
        </pc:sldMkLst>
        <pc:spChg chg="mod">
          <ac:chgData name="Mobasher, Ghadeer (Lehre SRH Hochschule Heidelberg)" userId="056b872e-5b37-4b43-9e51-028485f38874" providerId="ADAL" clId="{D8EFBD6C-8FE6-4C25-A331-21F9F0AD5358}" dt="2026-05-06T10:47:20.075" v="2159" actId="1076"/>
          <ac:spMkLst>
            <pc:docMk/>
            <pc:sldMk cId="2124912574" sldId="4403"/>
            <ac:spMk id="5" creationId="{EBDC5FEF-C6F1-201E-50F0-CDD132C1AC47}"/>
          </ac:spMkLst>
        </pc:spChg>
        <pc:grpChg chg="add mod">
          <ac:chgData name="Mobasher, Ghadeer (Lehre SRH Hochschule Heidelberg)" userId="056b872e-5b37-4b43-9e51-028485f38874" providerId="ADAL" clId="{D8EFBD6C-8FE6-4C25-A331-21F9F0AD5358}" dt="2026-05-06T10:46:51.291" v="2133" actId="1076"/>
          <ac:grpSpMkLst>
            <pc:docMk/>
            <pc:sldMk cId="2124912574" sldId="4403"/>
            <ac:grpSpMk id="2" creationId="{67C3BE8C-AED6-D7D5-88AB-2D4B26DEE80E}"/>
          </ac:grpSpMkLst>
        </pc:grpChg>
        <pc:picChg chg="add mod">
          <ac:chgData name="Mobasher, Ghadeer (Lehre SRH Hochschule Heidelberg)" userId="056b872e-5b37-4b43-9e51-028485f38874" providerId="ADAL" clId="{D8EFBD6C-8FE6-4C25-A331-21F9F0AD5358}" dt="2026-05-04T14:41:26.929" v="1985" actId="1076"/>
          <ac:picMkLst>
            <pc:docMk/>
            <pc:sldMk cId="2124912574" sldId="4403"/>
            <ac:picMk id="8" creationId="{8ECAFA79-868B-7A75-4C1A-EF234B973C86}"/>
          </ac:picMkLst>
        </pc:picChg>
        <pc:cxnChg chg="mod">
          <ac:chgData name="Mobasher, Ghadeer (Lehre SRH Hochschule Heidelberg)" userId="056b872e-5b37-4b43-9e51-028485f38874" providerId="ADAL" clId="{D8EFBD6C-8FE6-4C25-A331-21F9F0AD5358}" dt="2026-05-06T10:47:00.866" v="2135" actId="14100"/>
          <ac:cxnSpMkLst>
            <pc:docMk/>
            <pc:sldMk cId="2124912574" sldId="4403"/>
            <ac:cxnSpMk id="3" creationId="{3CEC2853-B6CE-F202-7023-F798D9BE55C4}"/>
          </ac:cxnSpMkLst>
        </pc:cxnChg>
      </pc:sldChg>
      <pc:sldChg chg="addSp delSp modSp add mod delAnim modAnim">
        <pc:chgData name="Mobasher, Ghadeer (Lehre SRH Hochschule Heidelberg)" userId="056b872e-5b37-4b43-9e51-028485f38874" providerId="ADAL" clId="{D8EFBD6C-8FE6-4C25-A331-21F9F0AD5358}" dt="2026-05-06T10:54:51.248" v="2168" actId="1076"/>
        <pc:sldMkLst>
          <pc:docMk/>
          <pc:sldMk cId="889289102" sldId="4404"/>
        </pc:sldMkLst>
        <pc:spChg chg="mod">
          <ac:chgData name="Mobasher, Ghadeer (Lehre SRH Hochschule Heidelberg)" userId="056b872e-5b37-4b43-9e51-028485f38874" providerId="ADAL" clId="{D8EFBD6C-8FE6-4C25-A331-21F9F0AD5358}" dt="2026-05-04T11:49:49.206" v="967" actId="20577"/>
          <ac:spMkLst>
            <pc:docMk/>
            <pc:sldMk cId="889289102" sldId="4404"/>
            <ac:spMk id="4" creationId="{0862EEDF-057E-13EC-2C5D-397F2177BD25}"/>
          </ac:spMkLst>
        </pc:spChg>
        <pc:spChg chg="add mod">
          <ac:chgData name="Mobasher, Ghadeer (Lehre SRH Hochschule Heidelberg)" userId="056b872e-5b37-4b43-9e51-028485f38874" providerId="ADAL" clId="{D8EFBD6C-8FE6-4C25-A331-21F9F0AD5358}" dt="2026-05-04T14:59:10.319" v="2060" actId="1076"/>
          <ac:spMkLst>
            <pc:docMk/>
            <pc:sldMk cId="889289102" sldId="4404"/>
            <ac:spMk id="19" creationId="{DE0C144A-6F0E-3970-340F-73009BE133A9}"/>
          </ac:spMkLst>
        </pc:spChg>
        <pc:spChg chg="mod">
          <ac:chgData name="Mobasher, Ghadeer (Lehre SRH Hochschule Heidelberg)" userId="056b872e-5b37-4b43-9e51-028485f38874" providerId="ADAL" clId="{D8EFBD6C-8FE6-4C25-A331-21F9F0AD5358}" dt="2026-05-04T12:04:16.119" v="1135" actId="1076"/>
          <ac:spMkLst>
            <pc:docMk/>
            <pc:sldMk cId="889289102" sldId="4404"/>
            <ac:spMk id="24" creationId="{5D752AA1-5BB8-6C37-667E-9BE3CE44AABB}"/>
          </ac:spMkLst>
        </pc:spChg>
        <pc:grpChg chg="add mod">
          <ac:chgData name="Mobasher, Ghadeer (Lehre SRH Hochschule Heidelberg)" userId="056b872e-5b37-4b43-9e51-028485f38874" providerId="ADAL" clId="{D8EFBD6C-8FE6-4C25-A331-21F9F0AD5358}" dt="2026-05-06T10:54:51.248" v="2168" actId="1076"/>
          <ac:grpSpMkLst>
            <pc:docMk/>
            <pc:sldMk cId="889289102" sldId="4404"/>
            <ac:grpSpMk id="22" creationId="{304B3A5D-0AF7-E43C-0E72-EFC2C7712DBE}"/>
          </ac:grpSpMkLst>
        </pc:grpChg>
        <pc:picChg chg="add mod modCrop">
          <ac:chgData name="Mobasher, Ghadeer (Lehre SRH Hochschule Heidelberg)" userId="056b872e-5b37-4b43-9e51-028485f38874" providerId="ADAL" clId="{D8EFBD6C-8FE6-4C25-A331-21F9F0AD5358}" dt="2026-05-04T11:50:39.379" v="973" actId="1076"/>
          <ac:picMkLst>
            <pc:docMk/>
            <pc:sldMk cId="889289102" sldId="4404"/>
            <ac:picMk id="3" creationId="{26DE491E-EF18-BB36-5A5A-AAF7904291DE}"/>
          </ac:picMkLst>
        </pc:picChg>
        <pc:picChg chg="add mod">
          <ac:chgData name="Mobasher, Ghadeer (Lehre SRH Hochschule Heidelberg)" userId="056b872e-5b37-4b43-9e51-028485f38874" providerId="ADAL" clId="{D8EFBD6C-8FE6-4C25-A331-21F9F0AD5358}" dt="2026-05-04T11:54:20.671" v="975" actId="1076"/>
          <ac:picMkLst>
            <pc:docMk/>
            <pc:sldMk cId="889289102" sldId="4404"/>
            <ac:picMk id="8" creationId="{8115636E-E79A-6057-33A5-17D05FEE5F46}"/>
          </ac:picMkLst>
        </pc:picChg>
        <pc:picChg chg="add mod">
          <ac:chgData name="Mobasher, Ghadeer (Lehre SRH Hochschule Heidelberg)" userId="056b872e-5b37-4b43-9e51-028485f38874" providerId="ADAL" clId="{D8EFBD6C-8FE6-4C25-A331-21F9F0AD5358}" dt="2026-05-06T10:14:00.670" v="2077" actId="1076"/>
          <ac:picMkLst>
            <pc:docMk/>
            <pc:sldMk cId="889289102" sldId="4404"/>
            <ac:picMk id="18" creationId="{2473317E-48CA-D2FF-64DC-1FBDCCCB47BF}"/>
          </ac:picMkLst>
        </pc:picChg>
        <pc:cxnChg chg="mod">
          <ac:chgData name="Mobasher, Ghadeer (Lehre SRH Hochschule Heidelberg)" userId="056b872e-5b37-4b43-9e51-028485f38874" providerId="ADAL" clId="{D8EFBD6C-8FE6-4C25-A331-21F9F0AD5358}" dt="2026-05-06T10:54:43.655" v="2167" actId="14100"/>
          <ac:cxnSpMkLst>
            <pc:docMk/>
            <pc:sldMk cId="889289102" sldId="4404"/>
            <ac:cxnSpMk id="23" creationId="{6E343511-BE60-6C3F-A3D9-188B333E2FC1}"/>
          </ac:cxnSpMkLst>
        </pc:cxnChg>
      </pc:sldChg>
      <pc:sldChg chg="addSp delSp modSp add mod addAnim delAnim modAnim">
        <pc:chgData name="Mobasher, Ghadeer (Lehre SRH Hochschule Heidelberg)" userId="056b872e-5b37-4b43-9e51-028485f38874" providerId="ADAL" clId="{D8EFBD6C-8FE6-4C25-A331-21F9F0AD5358}" dt="2026-05-04T12:01:58.852" v="1075"/>
        <pc:sldMkLst>
          <pc:docMk/>
          <pc:sldMk cId="1890213032" sldId="4405"/>
        </pc:sldMkLst>
        <pc:spChg chg="mod">
          <ac:chgData name="Mobasher, Ghadeer (Lehre SRH Hochschule Heidelberg)" userId="056b872e-5b37-4b43-9e51-028485f38874" providerId="ADAL" clId="{D8EFBD6C-8FE6-4C25-A331-21F9F0AD5358}" dt="2026-05-04T11:56:02.760" v="1042" actId="20577"/>
          <ac:spMkLst>
            <pc:docMk/>
            <pc:sldMk cId="1890213032" sldId="4405"/>
            <ac:spMk id="4" creationId="{8C443DC3-1754-FC21-DFEA-9641E1597A13}"/>
          </ac:spMkLst>
        </pc:spChg>
        <pc:spChg chg="add mod">
          <ac:chgData name="Mobasher, Ghadeer (Lehre SRH Hochschule Heidelberg)" userId="056b872e-5b37-4b43-9e51-028485f38874" providerId="ADAL" clId="{D8EFBD6C-8FE6-4C25-A331-21F9F0AD5358}" dt="2026-05-04T11:59:42.195" v="1058" actId="14100"/>
          <ac:spMkLst>
            <pc:docMk/>
            <pc:sldMk cId="1890213032" sldId="4405"/>
            <ac:spMk id="6" creationId="{E2300660-E752-1025-DA46-F7821ADA66CB}"/>
          </ac:spMkLst>
        </pc:spChg>
        <pc:picChg chg="add mod modCrop">
          <ac:chgData name="Mobasher, Ghadeer (Lehre SRH Hochschule Heidelberg)" userId="056b872e-5b37-4b43-9e51-028485f38874" providerId="ADAL" clId="{D8EFBD6C-8FE6-4C25-A331-21F9F0AD5358}" dt="2026-05-04T11:59:24.611" v="1055" actId="14100"/>
          <ac:picMkLst>
            <pc:docMk/>
            <pc:sldMk cId="1890213032" sldId="4405"/>
            <ac:picMk id="5" creationId="{CA2025CC-C51A-D14F-F6D3-390FB130D01A}"/>
          </ac:picMkLst>
        </pc:picChg>
        <pc:picChg chg="add mod modCrop">
          <ac:chgData name="Mobasher, Ghadeer (Lehre SRH Hochschule Heidelberg)" userId="056b872e-5b37-4b43-9e51-028485f38874" providerId="ADAL" clId="{D8EFBD6C-8FE6-4C25-A331-21F9F0AD5358}" dt="2026-05-04T12:01:33.181" v="1073" actId="1076"/>
          <ac:picMkLst>
            <pc:docMk/>
            <pc:sldMk cId="1890213032" sldId="4405"/>
            <ac:picMk id="9" creationId="{7BE7B190-B06C-6DC3-C76E-D62FD4B9A3E6}"/>
          </ac:picMkLst>
        </pc:picChg>
      </pc:sldChg>
      <pc:sldChg chg="addSp delSp modSp add mod delAnim modAnim">
        <pc:chgData name="Mobasher, Ghadeer (Lehre SRH Hochschule Heidelberg)" userId="056b872e-5b37-4b43-9e51-028485f38874" providerId="ADAL" clId="{D8EFBD6C-8FE6-4C25-A331-21F9F0AD5358}" dt="2026-05-06T10:56:44.087" v="2192" actId="14100"/>
        <pc:sldMkLst>
          <pc:docMk/>
          <pc:sldMk cId="798454515" sldId="4406"/>
        </pc:sldMkLst>
        <pc:spChg chg="mod">
          <ac:chgData name="Mobasher, Ghadeer (Lehre SRH Hochschule Heidelberg)" userId="056b872e-5b37-4b43-9e51-028485f38874" providerId="ADAL" clId="{D8EFBD6C-8FE6-4C25-A331-21F9F0AD5358}" dt="2026-05-04T12:08:10.944" v="1168" actId="20577"/>
          <ac:spMkLst>
            <pc:docMk/>
            <pc:sldMk cId="798454515" sldId="4406"/>
            <ac:spMk id="4" creationId="{BFB591E4-DC03-7179-B656-86A6E81D163B}"/>
          </ac:spMkLst>
        </pc:spChg>
        <pc:spChg chg="mod">
          <ac:chgData name="Mobasher, Ghadeer (Lehre SRH Hochschule Heidelberg)" userId="056b872e-5b37-4b43-9e51-028485f38874" providerId="ADAL" clId="{D8EFBD6C-8FE6-4C25-A331-21F9F0AD5358}" dt="2026-05-06T10:56:10.785" v="2191" actId="1076"/>
          <ac:spMkLst>
            <pc:docMk/>
            <pc:sldMk cId="798454515" sldId="4406"/>
            <ac:spMk id="6" creationId="{7017C1F1-3655-7D5C-3D20-6965618F186A}"/>
          </ac:spMkLst>
        </pc:spChg>
        <pc:grpChg chg="add mod">
          <ac:chgData name="Mobasher, Ghadeer (Lehre SRH Hochschule Heidelberg)" userId="056b872e-5b37-4b43-9e51-028485f38874" providerId="ADAL" clId="{D8EFBD6C-8FE6-4C25-A331-21F9F0AD5358}" dt="2026-05-06T10:55:42.409" v="2170" actId="1076"/>
          <ac:grpSpMkLst>
            <pc:docMk/>
            <pc:sldMk cId="798454515" sldId="4406"/>
            <ac:grpSpMk id="2" creationId="{B5785109-990E-1D7C-E5FB-214C514A0BD3}"/>
          </ac:grpSpMkLst>
        </pc:grpChg>
        <pc:picChg chg="add mod modCrop">
          <ac:chgData name="Mobasher, Ghadeer (Lehre SRH Hochschule Heidelberg)" userId="056b872e-5b37-4b43-9e51-028485f38874" providerId="ADAL" clId="{D8EFBD6C-8FE6-4C25-A331-21F9F0AD5358}" dt="2026-05-04T12:08:54.040" v="1175" actId="1076"/>
          <ac:picMkLst>
            <pc:docMk/>
            <pc:sldMk cId="798454515" sldId="4406"/>
            <ac:picMk id="5" creationId="{CD98D1F4-EA33-9165-00CC-5D86AC3D2E88}"/>
          </ac:picMkLst>
        </pc:picChg>
        <pc:cxnChg chg="mod">
          <ac:chgData name="Mobasher, Ghadeer (Lehre SRH Hochschule Heidelberg)" userId="056b872e-5b37-4b43-9e51-028485f38874" providerId="ADAL" clId="{D8EFBD6C-8FE6-4C25-A331-21F9F0AD5358}" dt="2026-05-06T10:56:44.087" v="2192" actId="14100"/>
          <ac:cxnSpMkLst>
            <pc:docMk/>
            <pc:sldMk cId="798454515" sldId="4406"/>
            <ac:cxnSpMk id="3" creationId="{C6C0C94E-9A96-29AB-E9F1-4FF4734AC154}"/>
          </ac:cxnSpMkLst>
        </pc:cxnChg>
      </pc:sldChg>
      <pc:sldChg chg="addSp delSp modSp add mod delAnim modAnim">
        <pc:chgData name="Mobasher, Ghadeer (Lehre SRH Hochschule Heidelberg)" userId="056b872e-5b37-4b43-9e51-028485f38874" providerId="ADAL" clId="{D8EFBD6C-8FE6-4C25-A331-21F9F0AD5358}" dt="2026-05-06T11:00:47.032" v="2325" actId="1076"/>
        <pc:sldMkLst>
          <pc:docMk/>
          <pc:sldMk cId="100443124" sldId="4407"/>
        </pc:sldMkLst>
        <pc:spChg chg="add mod">
          <ac:chgData name="Mobasher, Ghadeer (Lehre SRH Hochschule Heidelberg)" userId="056b872e-5b37-4b43-9e51-028485f38874" providerId="ADAL" clId="{D8EFBD6C-8FE6-4C25-A331-21F9F0AD5358}" dt="2026-05-04T12:14:25.018" v="1244" actId="113"/>
          <ac:spMkLst>
            <pc:docMk/>
            <pc:sldMk cId="100443124" sldId="4407"/>
            <ac:spMk id="3" creationId="{F3C3527E-7052-888F-751F-B03843BF206C}"/>
          </ac:spMkLst>
        </pc:spChg>
        <pc:spChg chg="mod">
          <ac:chgData name="Mobasher, Ghadeer (Lehre SRH Hochschule Heidelberg)" userId="056b872e-5b37-4b43-9e51-028485f38874" providerId="ADAL" clId="{D8EFBD6C-8FE6-4C25-A331-21F9F0AD5358}" dt="2026-05-04T12:13:58.160" v="1238" actId="313"/>
          <ac:spMkLst>
            <pc:docMk/>
            <pc:sldMk cId="100443124" sldId="4407"/>
            <ac:spMk id="4" creationId="{60236D72-C1AF-F0DD-72CC-2FA7C18A4F40}"/>
          </ac:spMkLst>
        </pc:spChg>
        <pc:spChg chg="mod">
          <ac:chgData name="Mobasher, Ghadeer (Lehre SRH Hochschule Heidelberg)" userId="056b872e-5b37-4b43-9e51-028485f38874" providerId="ADAL" clId="{D8EFBD6C-8FE6-4C25-A331-21F9F0AD5358}" dt="2026-05-06T11:00:38.243" v="2324" actId="113"/>
          <ac:spMkLst>
            <pc:docMk/>
            <pc:sldMk cId="100443124" sldId="4407"/>
            <ac:spMk id="5" creationId="{73A13998-0445-D6CA-2697-EF2A5751EC5D}"/>
          </ac:spMkLst>
        </pc:spChg>
        <pc:spChg chg="add mod">
          <ac:chgData name="Mobasher, Ghadeer (Lehre SRH Hochschule Heidelberg)" userId="056b872e-5b37-4b43-9e51-028485f38874" providerId="ADAL" clId="{D8EFBD6C-8FE6-4C25-A331-21F9F0AD5358}" dt="2026-05-04T12:29:37.062" v="1381" actId="1076"/>
          <ac:spMkLst>
            <pc:docMk/>
            <pc:sldMk cId="100443124" sldId="4407"/>
            <ac:spMk id="7" creationId="{9A49C7AE-185A-5DDB-4B42-81706CBCB0BB}"/>
          </ac:spMkLst>
        </pc:spChg>
        <pc:spChg chg="add del mod">
          <ac:chgData name="Mobasher, Ghadeer (Lehre SRH Hochschule Heidelberg)" userId="056b872e-5b37-4b43-9e51-028485f38874" providerId="ADAL" clId="{D8EFBD6C-8FE6-4C25-A331-21F9F0AD5358}" dt="2026-05-04T12:29:29.662" v="1380" actId="1076"/>
          <ac:spMkLst>
            <pc:docMk/>
            <pc:sldMk cId="100443124" sldId="4407"/>
            <ac:spMk id="13" creationId="{87FCC74D-542A-AC2B-72A9-D2EC74BAF5BB}"/>
          </ac:spMkLst>
        </pc:spChg>
        <pc:grpChg chg="add mod">
          <ac:chgData name="Mobasher, Ghadeer (Lehre SRH Hochschule Heidelberg)" userId="056b872e-5b37-4b43-9e51-028485f38874" providerId="ADAL" clId="{D8EFBD6C-8FE6-4C25-A331-21F9F0AD5358}" dt="2026-05-06T11:00:47.032" v="2325" actId="1076"/>
          <ac:grpSpMkLst>
            <pc:docMk/>
            <pc:sldMk cId="100443124" sldId="4407"/>
            <ac:grpSpMk id="2" creationId="{67130527-AC27-9681-E969-6AADD9FF03A4}"/>
          </ac:grpSpMkLst>
        </pc:grpChg>
        <pc:picChg chg="mod">
          <ac:chgData name="Mobasher, Ghadeer (Lehre SRH Hochschule Heidelberg)" userId="056b872e-5b37-4b43-9e51-028485f38874" providerId="ADAL" clId="{D8EFBD6C-8FE6-4C25-A331-21F9F0AD5358}" dt="2026-05-06T10:59:30.623" v="2193"/>
          <ac:picMkLst>
            <pc:docMk/>
            <pc:sldMk cId="100443124" sldId="4407"/>
            <ac:picMk id="6" creationId="{B33F3915-6C44-C3F6-3D54-5A86E7C27602}"/>
          </ac:picMkLst>
        </pc:picChg>
        <pc:picChg chg="add mod">
          <ac:chgData name="Mobasher, Ghadeer (Lehre SRH Hochschule Heidelberg)" userId="056b872e-5b37-4b43-9e51-028485f38874" providerId="ADAL" clId="{D8EFBD6C-8FE6-4C25-A331-21F9F0AD5358}" dt="2026-05-04T12:29:38.865" v="1382" actId="1076"/>
          <ac:picMkLst>
            <pc:docMk/>
            <pc:sldMk cId="100443124" sldId="4407"/>
            <ac:picMk id="9" creationId="{E331EE25-BA15-769D-7F2C-3062F71BCE1B}"/>
          </ac:picMkLst>
        </pc:picChg>
        <pc:picChg chg="add mod modCrop">
          <ac:chgData name="Mobasher, Ghadeer (Lehre SRH Hochschule Heidelberg)" userId="056b872e-5b37-4b43-9e51-028485f38874" providerId="ADAL" clId="{D8EFBD6C-8FE6-4C25-A331-21F9F0AD5358}" dt="2026-05-04T12:29:43.880" v="1384" actId="1076"/>
          <ac:picMkLst>
            <pc:docMk/>
            <pc:sldMk cId="100443124" sldId="4407"/>
            <ac:picMk id="21" creationId="{F87F9434-3DDF-449A-1FFD-0BCF56FCBDE4}"/>
          </ac:picMkLst>
        </pc:picChg>
      </pc:sldChg>
      <pc:sldChg chg="addSp delSp modSp add mod delAnim modAnim">
        <pc:chgData name="Mobasher, Ghadeer (Lehre SRH Hochschule Heidelberg)" userId="056b872e-5b37-4b43-9e51-028485f38874" providerId="ADAL" clId="{D8EFBD6C-8FE6-4C25-A331-21F9F0AD5358}" dt="2026-05-06T10:14:17.084" v="2078" actId="1076"/>
        <pc:sldMkLst>
          <pc:docMk/>
          <pc:sldMk cId="2241994493" sldId="4408"/>
        </pc:sldMkLst>
        <pc:spChg chg="mod">
          <ac:chgData name="Mobasher, Ghadeer (Lehre SRH Hochschule Heidelberg)" userId="056b872e-5b37-4b43-9e51-028485f38874" providerId="ADAL" clId="{D8EFBD6C-8FE6-4C25-A331-21F9F0AD5358}" dt="2026-05-04T12:28:21.902" v="1371" actId="20577"/>
          <ac:spMkLst>
            <pc:docMk/>
            <pc:sldMk cId="2241994493" sldId="4408"/>
            <ac:spMk id="4" creationId="{79CFD210-A173-80D3-93D9-55C788558A5F}"/>
          </ac:spMkLst>
        </pc:spChg>
        <pc:spChg chg="add mod">
          <ac:chgData name="Mobasher, Ghadeer (Lehre SRH Hochschule Heidelberg)" userId="056b872e-5b37-4b43-9e51-028485f38874" providerId="ADAL" clId="{D8EFBD6C-8FE6-4C25-A331-21F9F0AD5358}" dt="2026-05-04T13:04:00.381" v="1394" actId="688"/>
          <ac:spMkLst>
            <pc:docMk/>
            <pc:sldMk cId="2241994493" sldId="4408"/>
            <ac:spMk id="6" creationId="{D87E1FA1-19A3-1718-EDBD-E25D7F784A51}"/>
          </ac:spMkLst>
        </pc:spChg>
        <pc:spChg chg="add mod">
          <ac:chgData name="Mobasher, Ghadeer (Lehre SRH Hochschule Heidelberg)" userId="056b872e-5b37-4b43-9e51-028485f38874" providerId="ADAL" clId="{D8EFBD6C-8FE6-4C25-A331-21F9F0AD5358}" dt="2026-05-04T13:57:51.366" v="1403" actId="14100"/>
          <ac:spMkLst>
            <pc:docMk/>
            <pc:sldMk cId="2241994493" sldId="4408"/>
            <ac:spMk id="12" creationId="{E16A5A92-500C-127A-3897-1669279E5240}"/>
          </ac:spMkLst>
        </pc:spChg>
        <pc:spChg chg="add mod">
          <ac:chgData name="Mobasher, Ghadeer (Lehre SRH Hochschule Heidelberg)" userId="056b872e-5b37-4b43-9e51-028485f38874" providerId="ADAL" clId="{D8EFBD6C-8FE6-4C25-A331-21F9F0AD5358}" dt="2026-05-04T13:58:27.646" v="1410" actId="208"/>
          <ac:spMkLst>
            <pc:docMk/>
            <pc:sldMk cId="2241994493" sldId="4408"/>
            <ac:spMk id="14" creationId="{092BE948-AA22-CD27-39C8-BF31A62BBAB3}"/>
          </ac:spMkLst>
        </pc:spChg>
        <pc:spChg chg="mod">
          <ac:chgData name="Mobasher, Ghadeer (Lehre SRH Hochschule Heidelberg)" userId="056b872e-5b37-4b43-9e51-028485f38874" providerId="ADAL" clId="{D8EFBD6C-8FE6-4C25-A331-21F9F0AD5358}" dt="2026-05-04T14:12:24.414" v="1531" actId="20577"/>
          <ac:spMkLst>
            <pc:docMk/>
            <pc:sldMk cId="2241994493" sldId="4408"/>
            <ac:spMk id="16" creationId="{7D1D1501-6525-BB3A-562C-BA7EE88F2714}"/>
          </ac:spMkLst>
        </pc:spChg>
        <pc:spChg chg="mod">
          <ac:chgData name="Mobasher, Ghadeer (Lehre SRH Hochschule Heidelberg)" userId="056b872e-5b37-4b43-9e51-028485f38874" providerId="ADAL" clId="{D8EFBD6C-8FE6-4C25-A331-21F9F0AD5358}" dt="2026-05-04T14:18:20.720" v="1564" actId="1076"/>
          <ac:spMkLst>
            <pc:docMk/>
            <pc:sldMk cId="2241994493" sldId="4408"/>
            <ac:spMk id="20" creationId="{E56C6BC0-BFA4-9645-103D-F203ACF893E9}"/>
          </ac:spMkLst>
        </pc:spChg>
        <pc:grpChg chg="add mod">
          <ac:chgData name="Mobasher, Ghadeer (Lehre SRH Hochschule Heidelberg)" userId="056b872e-5b37-4b43-9e51-028485f38874" providerId="ADAL" clId="{D8EFBD6C-8FE6-4C25-A331-21F9F0AD5358}" dt="2026-05-06T10:14:17.084" v="2078" actId="1076"/>
          <ac:grpSpMkLst>
            <pc:docMk/>
            <pc:sldMk cId="2241994493" sldId="4408"/>
            <ac:grpSpMk id="15" creationId="{EE8922F0-D042-BFB8-458E-A32562B9A701}"/>
          </ac:grpSpMkLst>
        </pc:grpChg>
        <pc:grpChg chg="add mod">
          <ac:chgData name="Mobasher, Ghadeer (Lehre SRH Hochschule Heidelberg)" userId="056b872e-5b37-4b43-9e51-028485f38874" providerId="ADAL" clId="{D8EFBD6C-8FE6-4C25-A331-21F9F0AD5358}" dt="2026-05-04T14:18:25.990" v="1565" actId="1076"/>
          <ac:grpSpMkLst>
            <pc:docMk/>
            <pc:sldMk cId="2241994493" sldId="4408"/>
            <ac:grpSpMk id="18" creationId="{413EE02B-C16F-6E87-73EC-1606F1B89B46}"/>
          </ac:grpSpMkLst>
        </pc:grpChg>
        <pc:picChg chg="add mod modCrop">
          <ac:chgData name="Mobasher, Ghadeer (Lehre SRH Hochschule Heidelberg)" userId="056b872e-5b37-4b43-9e51-028485f38874" providerId="ADAL" clId="{D8EFBD6C-8FE6-4C25-A331-21F9F0AD5358}" dt="2026-05-04T14:11:01.833" v="1415" actId="1076"/>
          <ac:picMkLst>
            <pc:docMk/>
            <pc:sldMk cId="2241994493" sldId="4408"/>
            <ac:picMk id="5" creationId="{A8F84A7F-DDF6-CECA-EED8-03ADF1EF0675}"/>
          </ac:picMkLst>
        </pc:picChg>
        <pc:picChg chg="add mod">
          <ac:chgData name="Mobasher, Ghadeer (Lehre SRH Hochschule Heidelberg)" userId="056b872e-5b37-4b43-9e51-028485f38874" providerId="ADAL" clId="{D8EFBD6C-8FE6-4C25-A331-21F9F0AD5358}" dt="2026-05-04T13:45:05.363" v="1400" actId="1076"/>
          <ac:picMkLst>
            <pc:docMk/>
            <pc:sldMk cId="2241994493" sldId="4408"/>
            <ac:picMk id="11" creationId="{4C1D160D-9BC1-1E25-E2DC-D1F41EB8EBA4}"/>
          </ac:picMkLst>
        </pc:picChg>
        <pc:picChg chg="mod">
          <ac:chgData name="Mobasher, Ghadeer (Lehre SRH Hochschule Heidelberg)" userId="056b872e-5b37-4b43-9e51-028485f38874" providerId="ADAL" clId="{D8EFBD6C-8FE6-4C25-A331-21F9F0AD5358}" dt="2026-05-04T14:10:58.639" v="1413"/>
          <ac:picMkLst>
            <pc:docMk/>
            <pc:sldMk cId="2241994493" sldId="4408"/>
            <ac:picMk id="17" creationId="{F5A59F0E-7C98-2A28-6F16-92261DDEF8B4}"/>
          </ac:picMkLst>
        </pc:picChg>
        <pc:picChg chg="mod">
          <ac:chgData name="Mobasher, Ghadeer (Lehre SRH Hochschule Heidelberg)" userId="056b872e-5b37-4b43-9e51-028485f38874" providerId="ADAL" clId="{D8EFBD6C-8FE6-4C25-A331-21F9F0AD5358}" dt="2026-05-04T14:10:58.639" v="1413"/>
          <ac:picMkLst>
            <pc:docMk/>
            <pc:sldMk cId="2241994493" sldId="4408"/>
            <ac:picMk id="19" creationId="{7DABEC06-AABD-C615-D8EF-9D2179B2757A}"/>
          </ac:picMkLst>
        </pc:picChg>
      </pc:sldChg>
      <pc:sldChg chg="addSp delSp modSp add mod modAnim">
        <pc:chgData name="Mobasher, Ghadeer (Lehre SRH Hochschule Heidelberg)" userId="056b872e-5b37-4b43-9e51-028485f38874" providerId="ADAL" clId="{D8EFBD6C-8FE6-4C25-A331-21F9F0AD5358}" dt="2026-05-06T11:05:20.725" v="2331"/>
        <pc:sldMkLst>
          <pc:docMk/>
          <pc:sldMk cId="2558103656" sldId="4409"/>
        </pc:sldMkLst>
        <pc:spChg chg="add mod">
          <ac:chgData name="Mobasher, Ghadeer (Lehre SRH Hochschule Heidelberg)" userId="056b872e-5b37-4b43-9e51-028485f38874" providerId="ADAL" clId="{D8EFBD6C-8FE6-4C25-A331-21F9F0AD5358}" dt="2026-05-06T11:04:54.332" v="2330" actId="208"/>
          <ac:spMkLst>
            <pc:docMk/>
            <pc:sldMk cId="2558103656" sldId="4409"/>
            <ac:spMk id="2" creationId="{6339DA83-D988-E0B8-8434-4F70D5F497C4}"/>
          </ac:spMkLst>
        </pc:spChg>
        <pc:spChg chg="mod">
          <ac:chgData name="Mobasher, Ghadeer (Lehre SRH Hochschule Heidelberg)" userId="056b872e-5b37-4b43-9e51-028485f38874" providerId="ADAL" clId="{D8EFBD6C-8FE6-4C25-A331-21F9F0AD5358}" dt="2026-05-06T11:05:20.725" v="2331"/>
          <ac:spMkLst>
            <pc:docMk/>
            <pc:sldMk cId="2558103656" sldId="4409"/>
            <ac:spMk id="4" creationId="{F0482840-50D4-AA62-BDE1-DDDA5D0B0550}"/>
          </ac:spMkLst>
        </pc:spChg>
        <pc:picChg chg="add mod">
          <ac:chgData name="Mobasher, Ghadeer (Lehre SRH Hochschule Heidelberg)" userId="056b872e-5b37-4b43-9e51-028485f38874" providerId="ADAL" clId="{D8EFBD6C-8FE6-4C25-A331-21F9F0AD5358}" dt="2026-05-04T14:23:44.929" v="1639" actId="1076"/>
          <ac:picMkLst>
            <pc:docMk/>
            <pc:sldMk cId="2558103656" sldId="4409"/>
            <ac:picMk id="5" creationId="{C431ACA8-BAAC-00B0-A1ED-205CD90818EC}"/>
          </ac:picMkLst>
        </pc:picChg>
      </pc:sldChg>
      <pc:sldChg chg="addSp delSp modSp add mod modAnim">
        <pc:chgData name="Mobasher, Ghadeer (Lehre SRH Hochschule Heidelberg)" userId="056b872e-5b37-4b43-9e51-028485f38874" providerId="ADAL" clId="{D8EFBD6C-8FE6-4C25-A331-21F9F0AD5358}" dt="2026-05-06T11:21:31.961" v="2394" actId="14100"/>
        <pc:sldMkLst>
          <pc:docMk/>
          <pc:sldMk cId="445508764" sldId="4410"/>
        </pc:sldMkLst>
        <pc:spChg chg="mod">
          <ac:chgData name="Mobasher, Ghadeer (Lehre SRH Hochschule Heidelberg)" userId="056b872e-5b37-4b43-9e51-028485f38874" providerId="ADAL" clId="{D8EFBD6C-8FE6-4C25-A331-21F9F0AD5358}" dt="2026-05-06T11:20:24.851" v="2389" actId="14100"/>
          <ac:spMkLst>
            <pc:docMk/>
            <pc:sldMk cId="445508764" sldId="4410"/>
            <ac:spMk id="4" creationId="{1A36DFEE-464F-4E40-E3FF-1A78C6360FF8}"/>
          </ac:spMkLst>
        </pc:spChg>
        <pc:spChg chg="mod">
          <ac:chgData name="Mobasher, Ghadeer (Lehre SRH Hochschule Heidelberg)" userId="056b872e-5b37-4b43-9e51-028485f38874" providerId="ADAL" clId="{D8EFBD6C-8FE6-4C25-A331-21F9F0AD5358}" dt="2026-05-04T14:31:26.773" v="1688" actId="20577"/>
          <ac:spMkLst>
            <pc:docMk/>
            <pc:sldMk cId="445508764" sldId="4410"/>
            <ac:spMk id="7" creationId="{4E9411B7-C888-44DE-AA3D-0BDEA489C992}"/>
          </ac:spMkLst>
        </pc:spChg>
        <pc:spChg chg="mod">
          <ac:chgData name="Mobasher, Ghadeer (Lehre SRH Hochschule Heidelberg)" userId="056b872e-5b37-4b43-9e51-028485f38874" providerId="ADAL" clId="{D8EFBD6C-8FE6-4C25-A331-21F9F0AD5358}" dt="2026-05-04T14:31:59.065" v="1690" actId="20577"/>
          <ac:spMkLst>
            <pc:docMk/>
            <pc:sldMk cId="445508764" sldId="4410"/>
            <ac:spMk id="12" creationId="{EC6919D7-AEA2-C2C5-464A-97F77E34C6DF}"/>
          </ac:spMkLst>
        </pc:spChg>
        <pc:spChg chg="mod">
          <ac:chgData name="Mobasher, Ghadeer (Lehre SRH Hochschule Heidelberg)" userId="056b872e-5b37-4b43-9e51-028485f38874" providerId="ADAL" clId="{D8EFBD6C-8FE6-4C25-A331-21F9F0AD5358}" dt="2026-05-06T11:15:27.746" v="2355" actId="1076"/>
          <ac:spMkLst>
            <pc:docMk/>
            <pc:sldMk cId="445508764" sldId="4410"/>
            <ac:spMk id="13" creationId="{69EA5B07-72F8-B334-C75B-346A695419AA}"/>
          </ac:spMkLst>
        </pc:spChg>
        <pc:spChg chg="add mod">
          <ac:chgData name="Mobasher, Ghadeer (Lehre SRH Hochschule Heidelberg)" userId="056b872e-5b37-4b43-9e51-028485f38874" providerId="ADAL" clId="{D8EFBD6C-8FE6-4C25-A331-21F9F0AD5358}" dt="2026-05-06T11:17:00.818" v="2372" actId="1076"/>
          <ac:spMkLst>
            <pc:docMk/>
            <pc:sldMk cId="445508764" sldId="4410"/>
            <ac:spMk id="27" creationId="{13F7538C-6A81-9FE5-CE68-47D651045191}"/>
          </ac:spMkLst>
        </pc:spChg>
        <pc:grpChg chg="add mod">
          <ac:chgData name="Mobasher, Ghadeer (Lehre SRH Hochschule Heidelberg)" userId="056b872e-5b37-4b43-9e51-028485f38874" providerId="ADAL" clId="{D8EFBD6C-8FE6-4C25-A331-21F9F0AD5358}" dt="2026-05-06T11:14:26.618" v="2334" actId="1076"/>
          <ac:grpSpMkLst>
            <pc:docMk/>
            <pc:sldMk cId="445508764" sldId="4410"/>
            <ac:grpSpMk id="2" creationId="{578E35C5-BC19-376C-6330-81389BA31BCE}"/>
          </ac:grpSpMkLst>
        </pc:grpChg>
        <pc:grpChg chg="add mod">
          <ac:chgData name="Mobasher, Ghadeer (Lehre SRH Hochschule Heidelberg)" userId="056b872e-5b37-4b43-9e51-028485f38874" providerId="ADAL" clId="{D8EFBD6C-8FE6-4C25-A331-21F9F0AD5358}" dt="2026-05-06T11:21:03.135" v="2391" actId="1076"/>
          <ac:grpSpMkLst>
            <pc:docMk/>
            <pc:sldMk cId="445508764" sldId="4410"/>
            <ac:grpSpMk id="6" creationId="{99DF61E4-CD2F-35F2-5BEC-0C6B1138B745}"/>
          </ac:grpSpMkLst>
        </pc:grpChg>
        <pc:grpChg chg="add mod">
          <ac:chgData name="Mobasher, Ghadeer (Lehre SRH Hochschule Heidelberg)" userId="056b872e-5b37-4b43-9e51-028485f38874" providerId="ADAL" clId="{D8EFBD6C-8FE6-4C25-A331-21F9F0AD5358}" dt="2026-05-06T11:21:10.097" v="2392" actId="1076"/>
          <ac:grpSpMkLst>
            <pc:docMk/>
            <pc:sldMk cId="445508764" sldId="4410"/>
            <ac:grpSpMk id="9" creationId="{33701BEF-2252-DC32-9D17-D50560B95B69}"/>
          </ac:grpSpMkLst>
        </pc:grpChg>
        <pc:grpChg chg="add mod">
          <ac:chgData name="Mobasher, Ghadeer (Lehre SRH Hochschule Heidelberg)" userId="056b872e-5b37-4b43-9e51-028485f38874" providerId="ADAL" clId="{D8EFBD6C-8FE6-4C25-A331-21F9F0AD5358}" dt="2026-05-06T11:16:52.794" v="2371" actId="164"/>
          <ac:grpSpMkLst>
            <pc:docMk/>
            <pc:sldMk cId="445508764" sldId="4410"/>
            <ac:grpSpMk id="28" creationId="{9B6CE21A-F395-88D7-7A6C-5362A615AAA2}"/>
          </ac:grpSpMkLst>
        </pc:grpChg>
        <pc:picChg chg="add mod">
          <ac:chgData name="Mobasher, Ghadeer (Lehre SRH Hochschule Heidelberg)" userId="056b872e-5b37-4b43-9e51-028485f38874" providerId="ADAL" clId="{D8EFBD6C-8FE6-4C25-A331-21F9F0AD5358}" dt="2026-05-04T14:31:09.168" v="1679" actId="1076"/>
          <ac:picMkLst>
            <pc:docMk/>
            <pc:sldMk cId="445508764" sldId="4410"/>
            <ac:picMk id="3" creationId="{653CCE8E-839C-88DF-ECE7-8FAA48786042}"/>
          </ac:picMkLst>
        </pc:picChg>
        <pc:picChg chg="mod">
          <ac:chgData name="Mobasher, Ghadeer (Lehre SRH Hochschule Heidelberg)" userId="056b872e-5b37-4b43-9e51-028485f38874" providerId="ADAL" clId="{D8EFBD6C-8FE6-4C25-A331-21F9F0AD5358}" dt="2026-05-04T14:30:58.563" v="1677"/>
          <ac:picMkLst>
            <pc:docMk/>
            <pc:sldMk cId="445508764" sldId="4410"/>
            <ac:picMk id="8" creationId="{899F5D6E-5503-2FAE-9547-A467200EB4C0}"/>
          </ac:picMkLst>
        </pc:picChg>
        <pc:picChg chg="mod">
          <ac:chgData name="Mobasher, Ghadeer (Lehre SRH Hochschule Heidelberg)" userId="056b872e-5b37-4b43-9e51-028485f38874" providerId="ADAL" clId="{D8EFBD6C-8FE6-4C25-A331-21F9F0AD5358}" dt="2026-05-04T14:30:58.563" v="1677"/>
          <ac:picMkLst>
            <pc:docMk/>
            <pc:sldMk cId="445508764" sldId="4410"/>
            <ac:picMk id="11" creationId="{D2EACA71-95B4-EB9E-9105-302F6672BBFC}"/>
          </ac:picMkLst>
        </pc:picChg>
        <pc:picChg chg="add mod">
          <ac:chgData name="Mobasher, Ghadeer (Lehre SRH Hochschule Heidelberg)" userId="056b872e-5b37-4b43-9e51-028485f38874" providerId="ADAL" clId="{D8EFBD6C-8FE6-4C25-A331-21F9F0AD5358}" dt="2026-05-06T11:21:31.961" v="2394" actId="14100"/>
          <ac:picMkLst>
            <pc:docMk/>
            <pc:sldMk cId="445508764" sldId="4410"/>
            <ac:picMk id="30" creationId="{7FDED66F-9D8B-F460-4561-A0D16DD19AB0}"/>
          </ac:picMkLst>
        </pc:picChg>
        <pc:cxnChg chg="mod">
          <ac:chgData name="Mobasher, Ghadeer (Lehre SRH Hochschule Heidelberg)" userId="056b872e-5b37-4b43-9e51-028485f38874" providerId="ADAL" clId="{D8EFBD6C-8FE6-4C25-A331-21F9F0AD5358}" dt="2026-05-06T11:15:15.088" v="2347" actId="14100"/>
          <ac:cxnSpMkLst>
            <pc:docMk/>
            <pc:sldMk cId="445508764" sldId="4410"/>
            <ac:cxnSpMk id="5" creationId="{229A57DE-76EC-A9C6-7500-E3F9DA005D3F}"/>
          </ac:cxnSpMkLst>
        </pc:cxnChg>
        <pc:cxnChg chg="add mod">
          <ac:chgData name="Mobasher, Ghadeer (Lehre SRH Hochschule Heidelberg)" userId="056b872e-5b37-4b43-9e51-028485f38874" providerId="ADAL" clId="{D8EFBD6C-8FE6-4C25-A331-21F9F0AD5358}" dt="2026-05-06T11:16:52.794" v="2371" actId="164"/>
          <ac:cxnSpMkLst>
            <pc:docMk/>
            <pc:sldMk cId="445508764" sldId="4410"/>
            <ac:cxnSpMk id="16" creationId="{26A22DD1-40B6-9F9A-FED6-E2486F670E0C}"/>
          </ac:cxnSpMkLst>
        </pc:cxnChg>
      </pc:sldChg>
      <pc:sldChg chg="addSp delSp modSp add mod ord delAnim modAnim">
        <pc:chgData name="Mobasher, Ghadeer (Lehre SRH Hochschule Heidelberg)" userId="056b872e-5b37-4b43-9e51-028485f38874" providerId="ADAL" clId="{D8EFBD6C-8FE6-4C25-A331-21F9F0AD5358}" dt="2026-05-04T14:36:07.747" v="1772" actId="1076"/>
        <pc:sldMkLst>
          <pc:docMk/>
          <pc:sldMk cId="1220118779" sldId="4411"/>
        </pc:sldMkLst>
        <pc:spChg chg="mod">
          <ac:chgData name="Mobasher, Ghadeer (Lehre SRH Hochschule Heidelberg)" userId="056b872e-5b37-4b43-9e51-028485f38874" providerId="ADAL" clId="{D8EFBD6C-8FE6-4C25-A331-21F9F0AD5358}" dt="2026-05-04T14:33:09.541" v="1739" actId="20577"/>
          <ac:spMkLst>
            <pc:docMk/>
            <pc:sldMk cId="1220118779" sldId="4411"/>
            <ac:spMk id="4" creationId="{226C0785-0075-0522-A9E4-9A6F2ED2CB78}"/>
          </ac:spMkLst>
        </pc:spChg>
        <pc:spChg chg="mod">
          <ac:chgData name="Mobasher, Ghadeer (Lehre SRH Hochschule Heidelberg)" userId="056b872e-5b37-4b43-9e51-028485f38874" providerId="ADAL" clId="{D8EFBD6C-8FE6-4C25-A331-21F9F0AD5358}" dt="2026-05-04T14:35:48.917" v="1770" actId="20577"/>
          <ac:spMkLst>
            <pc:docMk/>
            <pc:sldMk cId="1220118779" sldId="4411"/>
            <ac:spMk id="15" creationId="{2FBD0FE4-C966-7177-387E-756DEA053811}"/>
          </ac:spMkLst>
        </pc:spChg>
        <pc:grpChg chg="add mod">
          <ac:chgData name="Mobasher, Ghadeer (Lehre SRH Hochschule Heidelberg)" userId="056b872e-5b37-4b43-9e51-028485f38874" providerId="ADAL" clId="{D8EFBD6C-8FE6-4C25-A331-21F9F0AD5358}" dt="2026-05-04T14:36:07.747" v="1772" actId="1076"/>
          <ac:grpSpMkLst>
            <pc:docMk/>
            <pc:sldMk cId="1220118779" sldId="4411"/>
            <ac:grpSpMk id="13" creationId="{2EEC5711-59CF-97D0-27A1-AAEBEFC6BEBB}"/>
          </ac:grpSpMkLst>
        </pc:grpChg>
        <pc:picChg chg="add mod">
          <ac:chgData name="Mobasher, Ghadeer (Lehre SRH Hochschule Heidelberg)" userId="056b872e-5b37-4b43-9e51-028485f38874" providerId="ADAL" clId="{D8EFBD6C-8FE6-4C25-A331-21F9F0AD5358}" dt="2026-05-04T14:36:01.317" v="1771" actId="1076"/>
          <ac:picMkLst>
            <pc:docMk/>
            <pc:sldMk cId="1220118779" sldId="4411"/>
            <ac:picMk id="5" creationId="{AD64AF1D-45C2-FB37-5F67-A1B4DF40EE7B}"/>
          </ac:picMkLst>
        </pc:picChg>
        <pc:picChg chg="mod">
          <ac:chgData name="Mobasher, Ghadeer (Lehre SRH Hochschule Heidelberg)" userId="056b872e-5b37-4b43-9e51-028485f38874" providerId="ADAL" clId="{D8EFBD6C-8FE6-4C25-A331-21F9F0AD5358}" dt="2026-05-04T14:35:29.353" v="1753"/>
          <ac:picMkLst>
            <pc:docMk/>
            <pc:sldMk cId="1220118779" sldId="4411"/>
            <ac:picMk id="14" creationId="{5E77228E-7F2C-B592-2425-8E6C6F8ED177}"/>
          </ac:picMkLst>
        </pc:picChg>
      </pc:sldChg>
      <pc:sldChg chg="modSp add ord">
        <pc:chgData name="Mobasher, Ghadeer (Lehre SRH Hochschule Heidelberg)" userId="056b872e-5b37-4b43-9e51-028485f38874" providerId="ADAL" clId="{D8EFBD6C-8FE6-4C25-A331-21F9F0AD5358}" dt="2026-05-04T14:40:35.369" v="1981"/>
        <pc:sldMkLst>
          <pc:docMk/>
          <pc:sldMk cId="2872931295" sldId="4412"/>
        </pc:sldMkLst>
        <pc:spChg chg="mod">
          <ac:chgData name="Mobasher, Ghadeer (Lehre SRH Hochschule Heidelberg)" userId="056b872e-5b37-4b43-9e51-028485f38874" providerId="ADAL" clId="{D8EFBD6C-8FE6-4C25-A331-21F9F0AD5358}" dt="2026-05-04T14:40:22.087" v="1979" actId="20577"/>
          <ac:spMkLst>
            <pc:docMk/>
            <pc:sldMk cId="2872931295" sldId="4412"/>
            <ac:spMk id="2" creationId="{0ED1C822-BE99-5E33-6DE1-82D75FBA049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4FD14F-B70D-D5AF-1A88-433ED140F5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56C11C1-92FA-8958-CAB4-BB441FEFE9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C32C2A-29BB-4EB6-9CC7-2A78C55C3576}" type="datetimeFigureOut">
              <a:rPr lang="en-GB" smtClean="0"/>
              <a:t>07/05/2026</a:t>
            </a:fld>
            <a:endParaRPr lang="en-GB"/>
          </a:p>
        </p:txBody>
      </p:sp>
      <p:sp>
        <p:nvSpPr>
          <p:cNvPr id="4" name="Footer Placeholder 3">
            <a:extLst>
              <a:ext uri="{FF2B5EF4-FFF2-40B4-BE49-F238E27FC236}">
                <a16:creationId xmlns:a16="http://schemas.microsoft.com/office/drawing/2014/main" id="{F5CF5C5B-700C-0197-306F-E7CD103E7E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77EB53B-293B-0C05-3217-92B665E63B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4D9B89-B461-4A4E-BF5D-F0E90320A3CF}" type="slidenum">
              <a:rPr lang="en-GB" smtClean="0"/>
              <a:t>‹#›</a:t>
            </a:fld>
            <a:endParaRPr lang="en-GB"/>
          </a:p>
        </p:txBody>
      </p:sp>
    </p:spTree>
    <p:extLst>
      <p:ext uri="{BB962C8B-B14F-4D97-AF65-F5344CB8AC3E}">
        <p14:creationId xmlns:p14="http://schemas.microsoft.com/office/powerpoint/2010/main" val="1340146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RH Text" panose="020B0503020204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RH Text" panose="020B0503020204020204" pitchFamily="34" charset="0"/>
              </a:defRPr>
            </a:lvl1pPr>
          </a:lstStyle>
          <a:p>
            <a:fld id="{877A3E2A-35AE-479C-B172-30C9CAEEE094}" type="datetimeFigureOut">
              <a:rPr lang="de-DE" smtClean="0"/>
              <a:pPr/>
              <a:t>07.05.2026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RH Text" panose="020B0503020204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RH Text" panose="020B0503020204020204" pitchFamily="34" charset="0"/>
              </a:defRPr>
            </a:lvl1pPr>
          </a:lstStyle>
          <a:p>
            <a:fld id="{CF191045-FCBB-4EC9-AB5F-AA4CFDEA61CB}" type="slidenum">
              <a:rPr lang="de-DE" smtClean="0"/>
              <a:pPr/>
              <a:t>‹#›</a:t>
            </a:fld>
            <a:endParaRPr lang="de-DE" dirty="0"/>
          </a:p>
        </p:txBody>
      </p:sp>
    </p:spTree>
    <p:extLst>
      <p:ext uri="{BB962C8B-B14F-4D97-AF65-F5344CB8AC3E}">
        <p14:creationId xmlns:p14="http://schemas.microsoft.com/office/powerpoint/2010/main" val="3027728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RH Text" panose="020B0503020204020204" pitchFamily="34" charset="0"/>
        <a:ea typeface="+mn-ea"/>
        <a:cs typeface="+mn-cs"/>
      </a:defRPr>
    </a:lvl1pPr>
    <a:lvl2pPr marL="457200" algn="l" defTabSz="914400" rtl="0" eaLnBrk="1" latinLnBrk="0" hangingPunct="1">
      <a:defRPr sz="1200" kern="1200">
        <a:solidFill>
          <a:schemeClr val="tx1"/>
        </a:solidFill>
        <a:latin typeface="SRH Text" panose="020B0503020204020204" pitchFamily="34" charset="0"/>
        <a:ea typeface="+mn-ea"/>
        <a:cs typeface="+mn-cs"/>
      </a:defRPr>
    </a:lvl2pPr>
    <a:lvl3pPr marL="914400" algn="l" defTabSz="914400" rtl="0" eaLnBrk="1" latinLnBrk="0" hangingPunct="1">
      <a:defRPr sz="1200" kern="1200">
        <a:solidFill>
          <a:schemeClr val="tx1"/>
        </a:solidFill>
        <a:latin typeface="SRH Text" panose="020B0503020204020204" pitchFamily="34" charset="0"/>
        <a:ea typeface="+mn-ea"/>
        <a:cs typeface="+mn-cs"/>
      </a:defRPr>
    </a:lvl3pPr>
    <a:lvl4pPr marL="1371600" algn="l" defTabSz="914400" rtl="0" eaLnBrk="1" latinLnBrk="0" hangingPunct="1">
      <a:defRPr sz="1200" kern="1200">
        <a:solidFill>
          <a:schemeClr val="tx1"/>
        </a:solidFill>
        <a:latin typeface="SRH Text" panose="020B0503020204020204" pitchFamily="34" charset="0"/>
        <a:ea typeface="+mn-ea"/>
        <a:cs typeface="+mn-cs"/>
      </a:defRPr>
    </a:lvl4pPr>
    <a:lvl5pPr marL="1828800" algn="l" defTabSz="914400" rtl="0" eaLnBrk="1" latinLnBrk="0" hangingPunct="1">
      <a:defRPr sz="1200" kern="1200">
        <a:solidFill>
          <a:schemeClr val="tx1"/>
        </a:solidFill>
        <a:latin typeface="SRH Text" panose="020B05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CF191045-FCBB-4EC9-AB5F-AA4CFDEA61CB}" type="slidenum">
              <a:rPr lang="de-DE" smtClean="0"/>
              <a:pPr/>
              <a:t>1</a:t>
            </a:fld>
            <a:endParaRPr lang="de-DE" dirty="0"/>
          </a:p>
        </p:txBody>
      </p:sp>
    </p:spTree>
    <p:extLst>
      <p:ext uri="{BB962C8B-B14F-4D97-AF65-F5344CB8AC3E}">
        <p14:creationId xmlns:p14="http://schemas.microsoft.com/office/powerpoint/2010/main" val="3510221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79C1-D618-B31D-8197-71B18E7DE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267D6-5DE5-1540-2872-A8FD031B2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43BC1-BB4F-82A9-2A6F-0F2DA3AFD2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71D5614-08A3-819A-2AC4-C305521AFC84}"/>
              </a:ext>
            </a:extLst>
          </p:cNvPr>
          <p:cNvSpPr>
            <a:spLocks noGrp="1"/>
          </p:cNvSpPr>
          <p:nvPr>
            <p:ph type="sldNum" sz="quarter" idx="5"/>
          </p:nvPr>
        </p:nvSpPr>
        <p:spPr/>
        <p:txBody>
          <a:bodyPr/>
          <a:lstStyle/>
          <a:p>
            <a:fld id="{CF191045-FCBB-4EC9-AB5F-AA4CFDEA61CB}" type="slidenum">
              <a:rPr lang="de-DE" smtClean="0"/>
              <a:pPr/>
              <a:t>2</a:t>
            </a:fld>
            <a:endParaRPr lang="de-DE" dirty="0"/>
          </a:p>
        </p:txBody>
      </p:sp>
    </p:spTree>
    <p:extLst>
      <p:ext uri="{BB962C8B-B14F-4D97-AF65-F5344CB8AC3E}">
        <p14:creationId xmlns:p14="http://schemas.microsoft.com/office/powerpoint/2010/main" val="329074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3</a:t>
            </a:fld>
            <a:endParaRPr lang="de-DE" dirty="0"/>
          </a:p>
        </p:txBody>
      </p:sp>
    </p:spTree>
    <p:extLst>
      <p:ext uri="{BB962C8B-B14F-4D97-AF65-F5344CB8AC3E}">
        <p14:creationId xmlns:p14="http://schemas.microsoft.com/office/powerpoint/2010/main" val="4172982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4</a:t>
            </a:fld>
            <a:endParaRPr lang="de-DE" dirty="0"/>
          </a:p>
        </p:txBody>
      </p:sp>
    </p:spTree>
    <p:extLst>
      <p:ext uri="{BB962C8B-B14F-4D97-AF65-F5344CB8AC3E}">
        <p14:creationId xmlns:p14="http://schemas.microsoft.com/office/powerpoint/2010/main" val="2095671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71E90-680A-E2A6-1A47-6C16C2A59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24C1A-4347-D263-B305-DFD02343B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686B8-9D60-A57D-D9C5-677374DF73C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68BB58D-E03F-00C0-1A9B-2969E68F067D}"/>
              </a:ext>
            </a:extLst>
          </p:cNvPr>
          <p:cNvSpPr>
            <a:spLocks noGrp="1"/>
          </p:cNvSpPr>
          <p:nvPr>
            <p:ph type="sldNum" sz="quarter" idx="5"/>
          </p:nvPr>
        </p:nvSpPr>
        <p:spPr/>
        <p:txBody>
          <a:bodyPr/>
          <a:lstStyle/>
          <a:p>
            <a:fld id="{CF191045-FCBB-4EC9-AB5F-AA4CFDEA61CB}" type="slidenum">
              <a:rPr lang="de-DE" smtClean="0"/>
              <a:pPr/>
              <a:t>5</a:t>
            </a:fld>
            <a:endParaRPr lang="de-DE" dirty="0"/>
          </a:p>
        </p:txBody>
      </p:sp>
    </p:spTree>
    <p:extLst>
      <p:ext uri="{BB962C8B-B14F-4D97-AF65-F5344CB8AC3E}">
        <p14:creationId xmlns:p14="http://schemas.microsoft.com/office/powerpoint/2010/main" val="3135357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3123F-4742-EB79-1AF3-71965BBDC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BC0B4-A9B2-4472-732A-E1948B700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6FFD7-3755-7C6B-20BC-BC1A4D15E1F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200173-E42D-AF94-A4E9-3094F306A7B0}"/>
              </a:ext>
            </a:extLst>
          </p:cNvPr>
          <p:cNvSpPr>
            <a:spLocks noGrp="1"/>
          </p:cNvSpPr>
          <p:nvPr>
            <p:ph type="sldNum" sz="quarter" idx="5"/>
          </p:nvPr>
        </p:nvSpPr>
        <p:spPr/>
        <p:txBody>
          <a:bodyPr/>
          <a:lstStyle/>
          <a:p>
            <a:fld id="{CF191045-FCBB-4EC9-AB5F-AA4CFDEA61CB}" type="slidenum">
              <a:rPr lang="de-DE" smtClean="0"/>
              <a:pPr/>
              <a:t>6</a:t>
            </a:fld>
            <a:endParaRPr lang="de-DE" dirty="0"/>
          </a:p>
        </p:txBody>
      </p:sp>
    </p:spTree>
    <p:extLst>
      <p:ext uri="{BB962C8B-B14F-4D97-AF65-F5344CB8AC3E}">
        <p14:creationId xmlns:p14="http://schemas.microsoft.com/office/powerpoint/2010/main" val="111521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33F1-FD31-3A21-A3F5-213127CB9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C8313-9E6D-F2A8-28C3-59FBB66BA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77E83-0777-4D3E-233A-B6FAA621D8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0A1699-FA65-CFD1-21CA-54AA32825E6E}"/>
              </a:ext>
            </a:extLst>
          </p:cNvPr>
          <p:cNvSpPr>
            <a:spLocks noGrp="1"/>
          </p:cNvSpPr>
          <p:nvPr>
            <p:ph type="sldNum" sz="quarter" idx="5"/>
          </p:nvPr>
        </p:nvSpPr>
        <p:spPr/>
        <p:txBody>
          <a:bodyPr/>
          <a:lstStyle/>
          <a:p>
            <a:fld id="{CF191045-FCBB-4EC9-AB5F-AA4CFDEA61CB}" type="slidenum">
              <a:rPr lang="de-DE" smtClean="0"/>
              <a:pPr/>
              <a:t>7</a:t>
            </a:fld>
            <a:endParaRPr lang="de-DE" dirty="0"/>
          </a:p>
        </p:txBody>
      </p:sp>
    </p:spTree>
    <p:extLst>
      <p:ext uri="{BB962C8B-B14F-4D97-AF65-F5344CB8AC3E}">
        <p14:creationId xmlns:p14="http://schemas.microsoft.com/office/powerpoint/2010/main" val="394030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6FF64-688E-690E-2739-F944D0685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1978E-CBC8-456D-3935-52EE56354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B7F35-03B8-BE58-534D-A582D304BF0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1680E7E-ECE1-5673-CC86-058664F75A79}"/>
              </a:ext>
            </a:extLst>
          </p:cNvPr>
          <p:cNvSpPr>
            <a:spLocks noGrp="1"/>
          </p:cNvSpPr>
          <p:nvPr>
            <p:ph type="sldNum" sz="quarter" idx="5"/>
          </p:nvPr>
        </p:nvSpPr>
        <p:spPr/>
        <p:txBody>
          <a:bodyPr/>
          <a:lstStyle/>
          <a:p>
            <a:fld id="{CF191045-FCBB-4EC9-AB5F-AA4CFDEA61CB}" type="slidenum">
              <a:rPr lang="de-DE" smtClean="0"/>
              <a:pPr/>
              <a:t>8</a:t>
            </a:fld>
            <a:endParaRPr lang="de-DE" dirty="0"/>
          </a:p>
        </p:txBody>
      </p:sp>
    </p:spTree>
    <p:extLst>
      <p:ext uri="{BB962C8B-B14F-4D97-AF65-F5344CB8AC3E}">
        <p14:creationId xmlns:p14="http://schemas.microsoft.com/office/powerpoint/2010/main" val="392242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6B0B-F9FE-F7F0-A34F-0D808678C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69B6E-FB89-EB4C-B051-CA7AF2A74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2E0AA-25D8-54EB-01EC-793F23829FB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145C3C9-A9E9-DA79-D71D-93A2FD6E43C1}"/>
              </a:ext>
            </a:extLst>
          </p:cNvPr>
          <p:cNvSpPr>
            <a:spLocks noGrp="1"/>
          </p:cNvSpPr>
          <p:nvPr>
            <p:ph type="sldNum" sz="quarter" idx="5"/>
          </p:nvPr>
        </p:nvSpPr>
        <p:spPr/>
        <p:txBody>
          <a:bodyPr/>
          <a:lstStyle/>
          <a:p>
            <a:fld id="{CF191045-FCBB-4EC9-AB5F-AA4CFDEA61CB}" type="slidenum">
              <a:rPr lang="de-DE" smtClean="0"/>
              <a:pPr/>
              <a:t>9</a:t>
            </a:fld>
            <a:endParaRPr lang="de-DE" dirty="0"/>
          </a:p>
        </p:txBody>
      </p:sp>
    </p:spTree>
    <p:extLst>
      <p:ext uri="{BB962C8B-B14F-4D97-AF65-F5344CB8AC3E}">
        <p14:creationId xmlns:p14="http://schemas.microsoft.com/office/powerpoint/2010/main" val="1605980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5275-751E-6E82-1840-1A6789898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7C9F4-3877-29BD-9E8E-F7E0DD2A8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CF59F-6274-A50E-3A80-D9891C5268B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44B58A-44AC-239F-725B-3CB180433093}"/>
              </a:ext>
            </a:extLst>
          </p:cNvPr>
          <p:cNvSpPr>
            <a:spLocks noGrp="1"/>
          </p:cNvSpPr>
          <p:nvPr>
            <p:ph type="sldNum" sz="quarter" idx="5"/>
          </p:nvPr>
        </p:nvSpPr>
        <p:spPr/>
        <p:txBody>
          <a:bodyPr/>
          <a:lstStyle/>
          <a:p>
            <a:fld id="{CF191045-FCBB-4EC9-AB5F-AA4CFDEA61CB}" type="slidenum">
              <a:rPr lang="de-DE" smtClean="0"/>
              <a:pPr/>
              <a:t>10</a:t>
            </a:fld>
            <a:endParaRPr lang="de-DE" dirty="0"/>
          </a:p>
        </p:txBody>
      </p:sp>
    </p:spTree>
    <p:extLst>
      <p:ext uri="{BB962C8B-B14F-4D97-AF65-F5344CB8AC3E}">
        <p14:creationId xmlns:p14="http://schemas.microsoft.com/office/powerpoint/2010/main" val="3304064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0D3B-62F0-0DFE-9BC3-89AE1218C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4AA9C-5967-3F2C-B1C5-F1270894D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7E76E-8CD7-5582-963E-2AA1DC7D7E8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6097235-1ECD-9207-4E6F-38734FD74706}"/>
              </a:ext>
            </a:extLst>
          </p:cNvPr>
          <p:cNvSpPr>
            <a:spLocks noGrp="1"/>
          </p:cNvSpPr>
          <p:nvPr>
            <p:ph type="sldNum" sz="quarter" idx="5"/>
          </p:nvPr>
        </p:nvSpPr>
        <p:spPr/>
        <p:txBody>
          <a:bodyPr/>
          <a:lstStyle/>
          <a:p>
            <a:fld id="{CF191045-FCBB-4EC9-AB5F-AA4CFDEA61CB}" type="slidenum">
              <a:rPr lang="de-DE" smtClean="0"/>
              <a:pPr/>
              <a:t>11</a:t>
            </a:fld>
            <a:endParaRPr lang="de-DE" dirty="0"/>
          </a:p>
        </p:txBody>
      </p:sp>
    </p:spTree>
    <p:extLst>
      <p:ext uri="{BB962C8B-B14F-4D97-AF65-F5344CB8AC3E}">
        <p14:creationId xmlns:p14="http://schemas.microsoft.com/office/powerpoint/2010/main" val="3289881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E373-95A7-0532-FE71-96F33ED25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700C1-05F0-D1A3-A7D1-434687F4E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C2A6E-7996-10D1-43C8-918B7BF5AD6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2B4CA94-BCF7-B1E9-BE70-AA05892037F3}"/>
              </a:ext>
            </a:extLst>
          </p:cNvPr>
          <p:cNvSpPr>
            <a:spLocks noGrp="1"/>
          </p:cNvSpPr>
          <p:nvPr>
            <p:ph type="sldNum" sz="quarter" idx="5"/>
          </p:nvPr>
        </p:nvSpPr>
        <p:spPr/>
        <p:txBody>
          <a:bodyPr/>
          <a:lstStyle/>
          <a:p>
            <a:fld id="{CF191045-FCBB-4EC9-AB5F-AA4CFDEA61CB}" type="slidenum">
              <a:rPr lang="de-DE" smtClean="0"/>
              <a:pPr/>
              <a:t>12</a:t>
            </a:fld>
            <a:endParaRPr lang="de-DE" dirty="0"/>
          </a:p>
        </p:txBody>
      </p:sp>
    </p:spTree>
    <p:extLst>
      <p:ext uri="{BB962C8B-B14F-4D97-AF65-F5344CB8AC3E}">
        <p14:creationId xmlns:p14="http://schemas.microsoft.com/office/powerpoint/2010/main" val="3674125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13</a:t>
            </a:fld>
            <a:endParaRPr lang="de-DE" dirty="0"/>
          </a:p>
        </p:txBody>
      </p:sp>
    </p:spTree>
    <p:extLst>
      <p:ext uri="{BB962C8B-B14F-4D97-AF65-F5344CB8AC3E}">
        <p14:creationId xmlns:p14="http://schemas.microsoft.com/office/powerpoint/2010/main" val="1708755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5FD6B-B279-09B5-7495-7D613117E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FBF47-D372-2B81-3C3B-47EA13435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46ED8-1899-90A0-C6FA-94BC02F0BEB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AAE6F86-B986-D96D-7817-9C607CAA790D}"/>
              </a:ext>
            </a:extLst>
          </p:cNvPr>
          <p:cNvSpPr>
            <a:spLocks noGrp="1"/>
          </p:cNvSpPr>
          <p:nvPr>
            <p:ph type="sldNum" sz="quarter" idx="5"/>
          </p:nvPr>
        </p:nvSpPr>
        <p:spPr/>
        <p:txBody>
          <a:bodyPr/>
          <a:lstStyle/>
          <a:p>
            <a:fld id="{CF191045-FCBB-4EC9-AB5F-AA4CFDEA61CB}" type="slidenum">
              <a:rPr lang="de-DE" smtClean="0"/>
              <a:pPr/>
              <a:t>14</a:t>
            </a:fld>
            <a:endParaRPr lang="de-DE" dirty="0"/>
          </a:p>
        </p:txBody>
      </p:sp>
    </p:spTree>
    <p:extLst>
      <p:ext uri="{BB962C8B-B14F-4D97-AF65-F5344CB8AC3E}">
        <p14:creationId xmlns:p14="http://schemas.microsoft.com/office/powerpoint/2010/main" val="1318130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BA2A-315B-2F73-018D-0C1F6F1DE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30C77-91A3-2949-7332-F1316A620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536B0-AE20-ABFB-94A6-8DB72EAB5BC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9C593F8-B465-3159-2834-34F6F03C4020}"/>
              </a:ext>
            </a:extLst>
          </p:cNvPr>
          <p:cNvSpPr>
            <a:spLocks noGrp="1"/>
          </p:cNvSpPr>
          <p:nvPr>
            <p:ph type="sldNum" sz="quarter" idx="5"/>
          </p:nvPr>
        </p:nvSpPr>
        <p:spPr/>
        <p:txBody>
          <a:bodyPr/>
          <a:lstStyle/>
          <a:p>
            <a:fld id="{CF191045-FCBB-4EC9-AB5F-AA4CFDEA61CB}" type="slidenum">
              <a:rPr lang="de-DE" smtClean="0"/>
              <a:pPr/>
              <a:t>15</a:t>
            </a:fld>
            <a:endParaRPr lang="de-DE" dirty="0"/>
          </a:p>
        </p:txBody>
      </p:sp>
    </p:spTree>
    <p:extLst>
      <p:ext uri="{BB962C8B-B14F-4D97-AF65-F5344CB8AC3E}">
        <p14:creationId xmlns:p14="http://schemas.microsoft.com/office/powerpoint/2010/main" val="3528615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B5E64-E8D0-8397-9D24-14B3FE681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454DF-F333-9DB7-274E-4424D5BED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FAF43-DBCF-6971-6687-621A054DB0A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955183-D220-5D2B-89CD-9008A65291E4}"/>
              </a:ext>
            </a:extLst>
          </p:cNvPr>
          <p:cNvSpPr>
            <a:spLocks noGrp="1"/>
          </p:cNvSpPr>
          <p:nvPr>
            <p:ph type="sldNum" sz="quarter" idx="5"/>
          </p:nvPr>
        </p:nvSpPr>
        <p:spPr/>
        <p:txBody>
          <a:bodyPr/>
          <a:lstStyle/>
          <a:p>
            <a:fld id="{CF191045-FCBB-4EC9-AB5F-AA4CFDEA61CB}" type="slidenum">
              <a:rPr lang="de-DE" smtClean="0"/>
              <a:pPr/>
              <a:t>16</a:t>
            </a:fld>
            <a:endParaRPr lang="de-DE" dirty="0"/>
          </a:p>
        </p:txBody>
      </p:sp>
    </p:spTree>
    <p:extLst>
      <p:ext uri="{BB962C8B-B14F-4D97-AF65-F5344CB8AC3E}">
        <p14:creationId xmlns:p14="http://schemas.microsoft.com/office/powerpoint/2010/main" val="3233967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17</a:t>
            </a:fld>
            <a:endParaRPr lang="de-DE" dirty="0"/>
          </a:p>
        </p:txBody>
      </p:sp>
    </p:spTree>
    <p:extLst>
      <p:ext uri="{BB962C8B-B14F-4D97-AF65-F5344CB8AC3E}">
        <p14:creationId xmlns:p14="http://schemas.microsoft.com/office/powerpoint/2010/main" val="3651813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18</a:t>
            </a:fld>
            <a:endParaRPr lang="de-DE" dirty="0"/>
          </a:p>
        </p:txBody>
      </p:sp>
    </p:spTree>
    <p:extLst>
      <p:ext uri="{BB962C8B-B14F-4D97-AF65-F5344CB8AC3E}">
        <p14:creationId xmlns:p14="http://schemas.microsoft.com/office/powerpoint/2010/main" val="1740198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19</a:t>
            </a:fld>
            <a:endParaRPr lang="de-DE" dirty="0"/>
          </a:p>
        </p:txBody>
      </p:sp>
    </p:spTree>
    <p:extLst>
      <p:ext uri="{BB962C8B-B14F-4D97-AF65-F5344CB8AC3E}">
        <p14:creationId xmlns:p14="http://schemas.microsoft.com/office/powerpoint/2010/main" val="1625704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20</a:t>
            </a:fld>
            <a:endParaRPr lang="de-DE" dirty="0"/>
          </a:p>
        </p:txBody>
      </p:sp>
    </p:spTree>
    <p:extLst>
      <p:ext uri="{BB962C8B-B14F-4D97-AF65-F5344CB8AC3E}">
        <p14:creationId xmlns:p14="http://schemas.microsoft.com/office/powerpoint/2010/main" val="1298621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191045-FCBB-4EC9-AB5F-AA4CFDEA61CB}" type="slidenum">
              <a:rPr lang="de-DE" smtClean="0"/>
              <a:pPr/>
              <a:t>21</a:t>
            </a:fld>
            <a:endParaRPr lang="de-DE" dirty="0"/>
          </a:p>
        </p:txBody>
      </p:sp>
    </p:spTree>
    <p:extLst>
      <p:ext uri="{BB962C8B-B14F-4D97-AF65-F5344CB8AC3E}">
        <p14:creationId xmlns:p14="http://schemas.microsoft.com/office/powerpoint/2010/main" val="473062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
    <p:bg>
      <p:bgPr>
        <a:solidFill>
          <a:schemeClr val="bg1"/>
        </a:solidFill>
        <a:effectLst/>
      </p:bgPr>
    </p:bg>
    <p:spTree>
      <p:nvGrpSpPr>
        <p:cNvPr id="1" name=""/>
        <p:cNvGrpSpPr/>
        <p:nvPr/>
      </p:nvGrpSpPr>
      <p:grpSpPr>
        <a:xfrm>
          <a:off x="0" y="0"/>
          <a:ext cx="0" cy="0"/>
          <a:chOff x="0" y="0"/>
          <a:chExt cx="0" cy="0"/>
        </a:xfrm>
      </p:grpSpPr>
      <p:sp>
        <p:nvSpPr>
          <p:cNvPr id="68" name="Bildplatzhalter 67">
            <a:extLst>
              <a:ext uri="{FF2B5EF4-FFF2-40B4-BE49-F238E27FC236}">
                <a16:creationId xmlns:a16="http://schemas.microsoft.com/office/drawing/2014/main" id="{C0838F9B-9AC4-4B9F-B75C-3598A1CE3405}"/>
              </a:ext>
            </a:extLst>
          </p:cNvPr>
          <p:cNvSpPr>
            <a:spLocks noGrp="1"/>
          </p:cNvSpPr>
          <p:nvPr>
            <p:ph type="pic" sz="quarter" idx="21"/>
          </p:nvPr>
        </p:nvSpPr>
        <p:spPr>
          <a:xfrm>
            <a:off x="0" y="0"/>
            <a:ext cx="12192000" cy="6858000"/>
          </a:xfrm>
          <a:solidFill>
            <a:schemeClr val="accent1">
              <a:lumMod val="20000"/>
              <a:lumOff val="80000"/>
            </a:schemeClr>
          </a:solidFill>
        </p:spPr>
        <p:txBody>
          <a:bodyPr/>
          <a:lstStyle>
            <a:lvl1pPr marL="0" indent="0">
              <a:buNone/>
              <a:defRPr/>
            </a:lvl1pPr>
          </a:lstStyle>
          <a:p>
            <a:endParaRPr lang="de-DE"/>
          </a:p>
        </p:txBody>
      </p:sp>
      <p:sp>
        <p:nvSpPr>
          <p:cNvPr id="3" name="Untertitel 2">
            <a:extLst>
              <a:ext uri="{FF2B5EF4-FFF2-40B4-BE49-F238E27FC236}">
                <a16:creationId xmlns:a16="http://schemas.microsoft.com/office/drawing/2014/main" id="{F888B086-C83B-42E9-9F00-760DD2680177}"/>
              </a:ext>
            </a:extLst>
          </p:cNvPr>
          <p:cNvSpPr>
            <a:spLocks noGrp="1"/>
          </p:cNvSpPr>
          <p:nvPr>
            <p:ph type="subTitle" idx="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a:extLst>
              <a:ext uri="{FF2B5EF4-FFF2-40B4-BE49-F238E27FC236}">
                <a16:creationId xmlns:a16="http://schemas.microsoft.com/office/drawing/2014/main" id="{F153482C-77B3-40C5-ADC7-6EF2A1FA5AD3}"/>
              </a:ext>
            </a:extLst>
          </p:cNvPr>
          <p:cNvSpPr>
            <a:spLocks noGrp="1"/>
          </p:cNvSpPr>
          <p:nvPr>
            <p:ph type="ctrTitle"/>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4" name="Textplatzhalter 5">
            <a:extLst>
              <a:ext uri="{FF2B5EF4-FFF2-40B4-BE49-F238E27FC236}">
                <a16:creationId xmlns:a16="http://schemas.microsoft.com/office/drawing/2014/main" id="{ED1BC13A-F8DC-4F93-5A36-98888E2F070B}"/>
              </a:ext>
            </a:extLst>
          </p:cNvPr>
          <p:cNvSpPr>
            <a:spLocks noGrp="1"/>
          </p:cNvSpPr>
          <p:nvPr>
            <p:ph type="body" sz="quarter" idx="10"/>
          </p:nvPr>
        </p:nvSpPr>
        <p:spPr>
          <a:xfrm>
            <a:off x="9410400" y="622144"/>
            <a:ext cx="2228400" cy="553513"/>
          </a:xfrm>
        </p:spPr>
        <p:txBody>
          <a:bodyPr/>
          <a:lstStyle>
            <a:lvl1pPr marL="0" indent="0">
              <a:lnSpc>
                <a:spcPct val="94000"/>
              </a:lnSpc>
              <a:spcBef>
                <a:spcPts val="0"/>
              </a:spcBef>
              <a:spcAft>
                <a:spcPts val="0"/>
              </a:spcAft>
              <a:buNone/>
              <a:defRPr sz="1550" b="1">
                <a:solidFill>
                  <a:schemeClr val="bg1"/>
                </a:solidFill>
              </a:defRPr>
            </a:lvl1pPr>
            <a:lvl2pPr marL="0" indent="0">
              <a:lnSpc>
                <a:spcPct val="94000"/>
              </a:lnSpc>
              <a:spcBef>
                <a:spcPts val="0"/>
              </a:spcBef>
              <a:spcAft>
                <a:spcPts val="0"/>
              </a:spcAft>
              <a:buFont typeface="Arial" panose="020B0604020202020204" pitchFamily="34" charset="0"/>
              <a:buNone/>
              <a:defRPr sz="1550" b="1">
                <a:solidFill>
                  <a:schemeClr val="bg1"/>
                </a:solidFill>
              </a:defRPr>
            </a:lvl2pPr>
            <a:lvl3pPr marL="0" indent="0">
              <a:lnSpc>
                <a:spcPct val="94000"/>
              </a:lnSpc>
              <a:spcBef>
                <a:spcPts val="0"/>
              </a:spcBef>
              <a:spcAft>
                <a:spcPts val="0"/>
              </a:spcAft>
              <a:buFont typeface="Arial" panose="020B0604020202020204" pitchFamily="34" charset="0"/>
              <a:buNone/>
              <a:defRPr sz="1550" b="1">
                <a:solidFill>
                  <a:schemeClr val="bg1"/>
                </a:solidFill>
              </a:defRPr>
            </a:lvl3pPr>
            <a:lvl4pPr marL="0" indent="0">
              <a:lnSpc>
                <a:spcPct val="94000"/>
              </a:lnSpc>
              <a:spcBef>
                <a:spcPts val="0"/>
              </a:spcBef>
              <a:spcAft>
                <a:spcPts val="0"/>
              </a:spcAft>
              <a:buNone/>
              <a:defRPr sz="1550" b="1">
                <a:solidFill>
                  <a:schemeClr val="bg1"/>
                </a:solidFill>
              </a:defRPr>
            </a:lvl4pPr>
            <a:lvl5pPr marL="0" indent="0">
              <a:lnSpc>
                <a:spcPct val="94000"/>
              </a:lnSpc>
              <a:spcBef>
                <a:spcPts val="0"/>
              </a:spcBef>
              <a:spcAft>
                <a:spcPts val="0"/>
              </a:spcAft>
              <a:buNone/>
              <a:defRPr sz="1550" b="1">
                <a:solidFill>
                  <a:schemeClr val="bg1"/>
                </a:solidFill>
              </a:defRPr>
            </a:lvl5pPr>
            <a:lvl6pPr marL="0" indent="0">
              <a:lnSpc>
                <a:spcPct val="94000"/>
              </a:lnSpc>
              <a:spcBef>
                <a:spcPts val="0"/>
              </a:spcBef>
              <a:spcAft>
                <a:spcPts val="0"/>
              </a:spcAft>
              <a:buNone/>
              <a:defRPr sz="1550">
                <a:solidFill>
                  <a:schemeClr val="bg1"/>
                </a:solidFill>
              </a:defRPr>
            </a:lvl6pPr>
            <a:lvl7pPr marL="0" indent="0">
              <a:lnSpc>
                <a:spcPct val="94000"/>
              </a:lnSpc>
              <a:spcBef>
                <a:spcPts val="0"/>
              </a:spcBef>
              <a:spcAft>
                <a:spcPts val="0"/>
              </a:spcAft>
              <a:buNone/>
              <a:defRPr sz="1550">
                <a:solidFill>
                  <a:schemeClr val="bg1"/>
                </a:solidFill>
                <a:latin typeface="+mn-lt"/>
              </a:defRPr>
            </a:lvl7pPr>
            <a:lvl8pPr marL="0" indent="0">
              <a:lnSpc>
                <a:spcPct val="94000"/>
              </a:lnSpc>
              <a:spcBef>
                <a:spcPts val="0"/>
              </a:spcBef>
              <a:spcAft>
                <a:spcPts val="0"/>
              </a:spcAft>
              <a:buNone/>
              <a:defRPr sz="1550">
                <a:solidFill>
                  <a:schemeClr val="bg1"/>
                </a:solidFill>
                <a:latin typeface="+mn-lt"/>
              </a:defRPr>
            </a:lvl8pPr>
            <a:lvl9pPr marL="0" indent="0">
              <a:lnSpc>
                <a:spcPct val="94000"/>
              </a:lnSpc>
              <a:spcBef>
                <a:spcPts val="0"/>
              </a:spcBef>
              <a:spcAft>
                <a:spcPts val="0"/>
              </a:spcAft>
              <a:buNone/>
              <a:defRPr sz="1550" b="1">
                <a:solidFill>
                  <a:schemeClr val="bg1"/>
                </a:solidFill>
              </a:defRPr>
            </a:lvl9pPr>
          </a:lstStyle>
          <a:p>
            <a:pPr lvl="0"/>
            <a:r>
              <a:rPr lang="de-DE"/>
              <a:t>Mastertextformat bearbeiten</a:t>
            </a:r>
          </a:p>
        </p:txBody>
      </p:sp>
    </p:spTree>
    <p:extLst>
      <p:ext uri="{BB962C8B-B14F-4D97-AF65-F5344CB8AC3E}">
        <p14:creationId xmlns:p14="http://schemas.microsoft.com/office/powerpoint/2010/main" val="270933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a:extLst>
              <a:ext uri="{FF2B5EF4-FFF2-40B4-BE49-F238E27FC236}">
                <a16:creationId xmlns:a16="http://schemas.microsoft.com/office/drawing/2014/main" id="{C0838F9B-9AC4-4B9F-B75C-3598A1CE3405}"/>
              </a:ext>
            </a:extLst>
          </p:cNvPr>
          <p:cNvSpPr>
            <a:spLocks noGrp="1"/>
          </p:cNvSpPr>
          <p:nvPr>
            <p:ph type="pic" sz="quarter" idx="21"/>
          </p:nvPr>
        </p:nvSpPr>
        <p:spPr>
          <a:xfrm>
            <a:off x="0" y="0"/>
            <a:ext cx="12192000" cy="6858000"/>
          </a:xfrm>
          <a:solidFill>
            <a:schemeClr val="accent1">
              <a:lumMod val="20000"/>
              <a:lumOff val="80000"/>
            </a:schemeClr>
          </a:solidFill>
        </p:spPr>
        <p:txBody>
          <a:bodyPr/>
          <a:lstStyle>
            <a:lvl1pPr marL="0" indent="0">
              <a:buNone/>
              <a:defRPr/>
            </a:lvl1pPr>
          </a:lstStyle>
          <a:p>
            <a:endParaRPr lang="de-DE"/>
          </a:p>
        </p:txBody>
      </p:sp>
      <p:sp>
        <p:nvSpPr>
          <p:cNvPr id="3" name="Untertitel 2">
            <a:extLst>
              <a:ext uri="{FF2B5EF4-FFF2-40B4-BE49-F238E27FC236}">
                <a16:creationId xmlns:a16="http://schemas.microsoft.com/office/drawing/2014/main" id="{F888B086-C83B-42E9-9F00-760DD2680177}"/>
              </a:ext>
            </a:extLst>
          </p:cNvPr>
          <p:cNvSpPr>
            <a:spLocks noGrp="1"/>
          </p:cNvSpPr>
          <p:nvPr>
            <p:ph type="subTitle" idx="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a:extLst>
              <a:ext uri="{FF2B5EF4-FFF2-40B4-BE49-F238E27FC236}">
                <a16:creationId xmlns:a16="http://schemas.microsoft.com/office/drawing/2014/main" id="{F153482C-77B3-40C5-ADC7-6EF2A1FA5AD3}"/>
              </a:ext>
            </a:extLst>
          </p:cNvPr>
          <p:cNvSpPr>
            <a:spLocks noGrp="1"/>
          </p:cNvSpPr>
          <p:nvPr>
            <p:ph type="ctrTitle"/>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a:extLst>
              <a:ext uri="{FF2B5EF4-FFF2-40B4-BE49-F238E27FC236}">
                <a16:creationId xmlns:a16="http://schemas.microsoft.com/office/drawing/2014/main" id="{D8668922-7D09-4DBB-8A0A-0493EE73B4D2}"/>
              </a:ext>
            </a:extLst>
          </p:cNvPr>
          <p:cNvSpPr>
            <a:spLocks noGrp="1"/>
          </p:cNvSpPr>
          <p:nvPr>
            <p:ph type="body" sz="quarter" idx="10"/>
          </p:nvPr>
        </p:nvSpPr>
        <p:spPr>
          <a:xfrm>
            <a:off x="9410400" y="622144"/>
            <a:ext cx="2228400" cy="553513"/>
          </a:xfrm>
        </p:spPr>
        <p:txBody>
          <a:bodyPr/>
          <a:lstStyle>
            <a:lvl1pPr marL="0" indent="0">
              <a:lnSpc>
                <a:spcPct val="94000"/>
              </a:lnSpc>
              <a:spcBef>
                <a:spcPts val="0"/>
              </a:spcBef>
              <a:spcAft>
                <a:spcPts val="0"/>
              </a:spcAft>
              <a:buNone/>
              <a:defRPr sz="1550" b="1">
                <a:solidFill>
                  <a:schemeClr val="bg1"/>
                </a:solidFill>
              </a:defRPr>
            </a:lvl1pPr>
            <a:lvl2pPr marL="0" indent="0">
              <a:lnSpc>
                <a:spcPct val="94000"/>
              </a:lnSpc>
              <a:spcBef>
                <a:spcPts val="0"/>
              </a:spcBef>
              <a:spcAft>
                <a:spcPts val="0"/>
              </a:spcAft>
              <a:buFont typeface="Arial" panose="020B0604020202020204" pitchFamily="34" charset="0"/>
              <a:buNone/>
              <a:defRPr sz="1550" b="1">
                <a:solidFill>
                  <a:schemeClr val="bg1"/>
                </a:solidFill>
              </a:defRPr>
            </a:lvl2pPr>
            <a:lvl3pPr marL="0" indent="0">
              <a:lnSpc>
                <a:spcPct val="94000"/>
              </a:lnSpc>
              <a:spcBef>
                <a:spcPts val="0"/>
              </a:spcBef>
              <a:spcAft>
                <a:spcPts val="0"/>
              </a:spcAft>
              <a:buFont typeface="Arial" panose="020B0604020202020204" pitchFamily="34" charset="0"/>
              <a:buNone/>
              <a:defRPr sz="1550" b="1">
                <a:solidFill>
                  <a:schemeClr val="bg1"/>
                </a:solidFill>
              </a:defRPr>
            </a:lvl3pPr>
            <a:lvl4pPr marL="0" indent="0">
              <a:lnSpc>
                <a:spcPct val="94000"/>
              </a:lnSpc>
              <a:spcBef>
                <a:spcPts val="0"/>
              </a:spcBef>
              <a:spcAft>
                <a:spcPts val="0"/>
              </a:spcAft>
              <a:buNone/>
              <a:defRPr sz="1550" b="1">
                <a:solidFill>
                  <a:schemeClr val="bg1"/>
                </a:solidFill>
              </a:defRPr>
            </a:lvl4pPr>
            <a:lvl5pPr marL="0" indent="0">
              <a:lnSpc>
                <a:spcPct val="94000"/>
              </a:lnSpc>
              <a:spcBef>
                <a:spcPts val="0"/>
              </a:spcBef>
              <a:spcAft>
                <a:spcPts val="0"/>
              </a:spcAft>
              <a:buNone/>
              <a:defRPr sz="1550" b="1">
                <a:solidFill>
                  <a:schemeClr val="bg1"/>
                </a:solidFill>
              </a:defRPr>
            </a:lvl5pPr>
            <a:lvl6pPr marL="0" indent="0">
              <a:lnSpc>
                <a:spcPct val="94000"/>
              </a:lnSpc>
              <a:spcBef>
                <a:spcPts val="0"/>
              </a:spcBef>
              <a:spcAft>
                <a:spcPts val="0"/>
              </a:spcAft>
              <a:buNone/>
              <a:defRPr sz="1550">
                <a:solidFill>
                  <a:schemeClr val="bg1"/>
                </a:solidFill>
              </a:defRPr>
            </a:lvl6pPr>
            <a:lvl7pPr marL="0" indent="0">
              <a:lnSpc>
                <a:spcPct val="94000"/>
              </a:lnSpc>
              <a:spcBef>
                <a:spcPts val="0"/>
              </a:spcBef>
              <a:spcAft>
                <a:spcPts val="0"/>
              </a:spcAft>
              <a:buNone/>
              <a:defRPr sz="1550">
                <a:solidFill>
                  <a:schemeClr val="bg1"/>
                </a:solidFill>
                <a:latin typeface="+mn-lt"/>
              </a:defRPr>
            </a:lvl7pPr>
            <a:lvl8pPr marL="0" indent="0">
              <a:lnSpc>
                <a:spcPct val="94000"/>
              </a:lnSpc>
              <a:spcBef>
                <a:spcPts val="0"/>
              </a:spcBef>
              <a:spcAft>
                <a:spcPts val="0"/>
              </a:spcAft>
              <a:buNone/>
              <a:defRPr sz="1550">
                <a:solidFill>
                  <a:schemeClr val="bg1"/>
                </a:solidFill>
                <a:latin typeface="+mn-lt"/>
              </a:defRPr>
            </a:lvl8pPr>
            <a:lvl9pPr marL="0" indent="0">
              <a:lnSpc>
                <a:spcPct val="94000"/>
              </a:lnSpc>
              <a:spcBef>
                <a:spcPts val="0"/>
              </a:spcBef>
              <a:spcAft>
                <a:spcPts val="0"/>
              </a:spcAft>
              <a:buNone/>
              <a:defRPr sz="1550" b="1">
                <a:solidFill>
                  <a:schemeClr val="bg1"/>
                </a:solidFill>
              </a:defRPr>
            </a:lvl9pPr>
          </a:lstStyle>
          <a:p>
            <a:pPr lvl="0"/>
            <a:r>
              <a:rPr lang="de-DE"/>
              <a:t>Mastertextformat bearbeiten</a:t>
            </a:r>
          </a:p>
        </p:txBody>
      </p:sp>
      <p:sp>
        <p:nvSpPr>
          <p:cNvPr id="8" name="srh Logo">
            <a:extLst>
              <a:ext uri="{FF2B5EF4-FFF2-40B4-BE49-F238E27FC236}">
                <a16:creationId xmlns:a16="http://schemas.microsoft.com/office/drawing/2014/main" id="{E2C8FFD0-489D-45A2-BC98-F4AC2B86D4D2}"/>
              </a:ext>
            </a:extLst>
          </p:cNvPr>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2120683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24" name="Thema 1">
            <a:extLst>
              <a:ext uri="{FF2B5EF4-FFF2-40B4-BE49-F238E27FC236}">
                <a16:creationId xmlns:a16="http://schemas.microsoft.com/office/drawing/2014/main" id="{E0EF4533-96BB-8B62-CBCC-9ED61CC2892D}"/>
              </a:ext>
            </a:extLst>
          </p:cNvPr>
          <p:cNvSpPr>
            <a:spLocks noGrp="1"/>
          </p:cNvSpPr>
          <p:nvPr>
            <p:ph type="body" sz="quarter" idx="51" hasCustomPrompt="1"/>
          </p:nvPr>
        </p:nvSpPr>
        <p:spPr>
          <a:xfrm>
            <a:off x="6773463" y="4854251"/>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5" name="Zahl Thema 1">
            <a:extLst>
              <a:ext uri="{FF2B5EF4-FFF2-40B4-BE49-F238E27FC236}">
                <a16:creationId xmlns:a16="http://schemas.microsoft.com/office/drawing/2014/main" id="{417EAB38-43FF-1504-A030-6F3E61D1B8D8}"/>
              </a:ext>
            </a:extLst>
          </p:cNvPr>
          <p:cNvSpPr>
            <a:spLocks noGrp="1"/>
          </p:cNvSpPr>
          <p:nvPr>
            <p:ph type="body" sz="quarter" idx="42" hasCustomPrompt="1"/>
          </p:nvPr>
        </p:nvSpPr>
        <p:spPr>
          <a:xfrm>
            <a:off x="6276000" y="4854251"/>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3" name="Thema 1">
            <a:extLst>
              <a:ext uri="{FF2B5EF4-FFF2-40B4-BE49-F238E27FC236}">
                <a16:creationId xmlns:a16="http://schemas.microsoft.com/office/drawing/2014/main" id="{1A37B297-321D-8AE7-2F02-3D95027BE297}"/>
              </a:ext>
            </a:extLst>
          </p:cNvPr>
          <p:cNvSpPr>
            <a:spLocks noGrp="1"/>
          </p:cNvSpPr>
          <p:nvPr>
            <p:ph type="body" sz="quarter" idx="50" hasCustomPrompt="1"/>
          </p:nvPr>
        </p:nvSpPr>
        <p:spPr>
          <a:xfrm>
            <a:off x="6773465" y="4072689"/>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4" name="Zahl Thema 1">
            <a:extLst>
              <a:ext uri="{FF2B5EF4-FFF2-40B4-BE49-F238E27FC236}">
                <a16:creationId xmlns:a16="http://schemas.microsoft.com/office/drawing/2014/main" id="{E52E2AE4-CBDE-4AE7-3530-D1D265270C51}"/>
              </a:ext>
            </a:extLst>
          </p:cNvPr>
          <p:cNvSpPr>
            <a:spLocks noGrp="1"/>
          </p:cNvSpPr>
          <p:nvPr>
            <p:ph type="body" sz="quarter" idx="41" hasCustomPrompt="1"/>
          </p:nvPr>
        </p:nvSpPr>
        <p:spPr>
          <a:xfrm>
            <a:off x="6276000" y="4072689"/>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2" name="Thema 1">
            <a:extLst>
              <a:ext uri="{FF2B5EF4-FFF2-40B4-BE49-F238E27FC236}">
                <a16:creationId xmlns:a16="http://schemas.microsoft.com/office/drawing/2014/main" id="{BBC39FEE-F2AC-F800-A5A4-1D102C0399B0}"/>
              </a:ext>
            </a:extLst>
          </p:cNvPr>
          <p:cNvSpPr>
            <a:spLocks noGrp="1"/>
          </p:cNvSpPr>
          <p:nvPr>
            <p:ph type="body" sz="quarter" idx="49" hasCustomPrompt="1"/>
          </p:nvPr>
        </p:nvSpPr>
        <p:spPr>
          <a:xfrm>
            <a:off x="6773465" y="3291126"/>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3" name="Zahl Thema 1">
            <a:extLst>
              <a:ext uri="{FF2B5EF4-FFF2-40B4-BE49-F238E27FC236}">
                <a16:creationId xmlns:a16="http://schemas.microsoft.com/office/drawing/2014/main" id="{E4ABD6E5-5EF3-42A3-FCAD-69AE6FA9E536}"/>
              </a:ext>
            </a:extLst>
          </p:cNvPr>
          <p:cNvSpPr>
            <a:spLocks noGrp="1"/>
          </p:cNvSpPr>
          <p:nvPr>
            <p:ph type="body" sz="quarter" idx="40" hasCustomPrompt="1"/>
          </p:nvPr>
        </p:nvSpPr>
        <p:spPr>
          <a:xfrm>
            <a:off x="6276000" y="3291125"/>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1" name="Thema 1">
            <a:extLst>
              <a:ext uri="{FF2B5EF4-FFF2-40B4-BE49-F238E27FC236}">
                <a16:creationId xmlns:a16="http://schemas.microsoft.com/office/drawing/2014/main" id="{DED4AAE8-2649-8EBA-6B49-009E08A77C63}"/>
              </a:ext>
            </a:extLst>
          </p:cNvPr>
          <p:cNvSpPr>
            <a:spLocks noGrp="1"/>
          </p:cNvSpPr>
          <p:nvPr>
            <p:ph type="body" sz="quarter" idx="48" hasCustomPrompt="1"/>
          </p:nvPr>
        </p:nvSpPr>
        <p:spPr>
          <a:xfrm>
            <a:off x="6773465" y="2509563"/>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2" name="Zahl Thema 1">
            <a:extLst>
              <a:ext uri="{FF2B5EF4-FFF2-40B4-BE49-F238E27FC236}">
                <a16:creationId xmlns:a16="http://schemas.microsoft.com/office/drawing/2014/main" id="{81E0646A-4C7A-1F4A-3CD0-8C8A5B5C93F0}"/>
              </a:ext>
            </a:extLst>
          </p:cNvPr>
          <p:cNvSpPr>
            <a:spLocks noGrp="1"/>
          </p:cNvSpPr>
          <p:nvPr>
            <p:ph type="body" sz="quarter" idx="39" hasCustomPrompt="1"/>
          </p:nvPr>
        </p:nvSpPr>
        <p:spPr>
          <a:xfrm>
            <a:off x="6276000" y="2509563"/>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0" name="Thema 1">
            <a:extLst>
              <a:ext uri="{FF2B5EF4-FFF2-40B4-BE49-F238E27FC236}">
                <a16:creationId xmlns:a16="http://schemas.microsoft.com/office/drawing/2014/main" id="{654DC2AA-AF1C-462E-75CA-A7A1B5639F8D}"/>
              </a:ext>
            </a:extLst>
          </p:cNvPr>
          <p:cNvSpPr>
            <a:spLocks noGrp="1"/>
          </p:cNvSpPr>
          <p:nvPr>
            <p:ph type="body" sz="quarter" idx="47" hasCustomPrompt="1"/>
          </p:nvPr>
        </p:nvSpPr>
        <p:spPr>
          <a:xfrm>
            <a:off x="6773464" y="1728000"/>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1" name="Zahl Thema 1">
            <a:extLst>
              <a:ext uri="{FF2B5EF4-FFF2-40B4-BE49-F238E27FC236}">
                <a16:creationId xmlns:a16="http://schemas.microsoft.com/office/drawing/2014/main" id="{3EE8B63B-3115-A1BF-E6BC-7C3D2C269611}"/>
              </a:ext>
            </a:extLst>
          </p:cNvPr>
          <p:cNvSpPr>
            <a:spLocks noGrp="1"/>
          </p:cNvSpPr>
          <p:nvPr>
            <p:ph type="body" sz="quarter" idx="38" hasCustomPrompt="1"/>
          </p:nvPr>
        </p:nvSpPr>
        <p:spPr>
          <a:xfrm>
            <a:off x="6276000" y="1728000"/>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9" name="Thema 1">
            <a:extLst>
              <a:ext uri="{FF2B5EF4-FFF2-40B4-BE49-F238E27FC236}">
                <a16:creationId xmlns:a16="http://schemas.microsoft.com/office/drawing/2014/main" id="{60F31CC5-38C0-1D91-0890-082A693A67EB}"/>
              </a:ext>
            </a:extLst>
          </p:cNvPr>
          <p:cNvSpPr>
            <a:spLocks noGrp="1"/>
          </p:cNvSpPr>
          <p:nvPr>
            <p:ph type="body" sz="quarter" idx="46" hasCustomPrompt="1"/>
          </p:nvPr>
        </p:nvSpPr>
        <p:spPr>
          <a:xfrm>
            <a:off x="862642" y="4854251"/>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10" name="Zahl Thema 1">
            <a:extLst>
              <a:ext uri="{FF2B5EF4-FFF2-40B4-BE49-F238E27FC236}">
                <a16:creationId xmlns:a16="http://schemas.microsoft.com/office/drawing/2014/main" id="{73670FA5-0A72-C39B-31DD-960D04D8D94C}"/>
              </a:ext>
            </a:extLst>
          </p:cNvPr>
          <p:cNvSpPr>
            <a:spLocks noGrp="1"/>
          </p:cNvSpPr>
          <p:nvPr>
            <p:ph type="body" sz="quarter" idx="37" hasCustomPrompt="1"/>
          </p:nvPr>
        </p:nvSpPr>
        <p:spPr>
          <a:xfrm>
            <a:off x="359400" y="4854251"/>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8" name="Thema 1">
            <a:extLst>
              <a:ext uri="{FF2B5EF4-FFF2-40B4-BE49-F238E27FC236}">
                <a16:creationId xmlns:a16="http://schemas.microsoft.com/office/drawing/2014/main" id="{D23001DC-439B-F6A6-5F4F-B9BA15334968}"/>
              </a:ext>
            </a:extLst>
          </p:cNvPr>
          <p:cNvSpPr>
            <a:spLocks noGrp="1"/>
          </p:cNvSpPr>
          <p:nvPr>
            <p:ph type="body" sz="quarter" idx="45" hasCustomPrompt="1"/>
          </p:nvPr>
        </p:nvSpPr>
        <p:spPr>
          <a:xfrm>
            <a:off x="862642" y="4072689"/>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8" name="Zahl Thema 1">
            <a:extLst>
              <a:ext uri="{FF2B5EF4-FFF2-40B4-BE49-F238E27FC236}">
                <a16:creationId xmlns:a16="http://schemas.microsoft.com/office/drawing/2014/main" id="{904029B0-83F7-3EE9-EF6A-7A5BBFCA34A9}"/>
              </a:ext>
            </a:extLst>
          </p:cNvPr>
          <p:cNvSpPr>
            <a:spLocks noGrp="1"/>
          </p:cNvSpPr>
          <p:nvPr>
            <p:ph type="body" sz="quarter" idx="36" hasCustomPrompt="1"/>
          </p:nvPr>
        </p:nvSpPr>
        <p:spPr>
          <a:xfrm>
            <a:off x="359400" y="4072689"/>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7" name="Thema 1">
            <a:extLst>
              <a:ext uri="{FF2B5EF4-FFF2-40B4-BE49-F238E27FC236}">
                <a16:creationId xmlns:a16="http://schemas.microsoft.com/office/drawing/2014/main" id="{6CFFFF59-0383-2F7D-5A19-C21529AEE639}"/>
              </a:ext>
            </a:extLst>
          </p:cNvPr>
          <p:cNvSpPr>
            <a:spLocks noGrp="1"/>
          </p:cNvSpPr>
          <p:nvPr>
            <p:ph type="body" sz="quarter" idx="44" hasCustomPrompt="1"/>
          </p:nvPr>
        </p:nvSpPr>
        <p:spPr>
          <a:xfrm>
            <a:off x="862642" y="3291126"/>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7" name="Zahl Thema 1">
            <a:extLst>
              <a:ext uri="{FF2B5EF4-FFF2-40B4-BE49-F238E27FC236}">
                <a16:creationId xmlns:a16="http://schemas.microsoft.com/office/drawing/2014/main" id="{7AF88CBE-99FD-ECBA-E7E2-D0D5000EF295}"/>
              </a:ext>
            </a:extLst>
          </p:cNvPr>
          <p:cNvSpPr>
            <a:spLocks noGrp="1"/>
          </p:cNvSpPr>
          <p:nvPr>
            <p:ph type="body" sz="quarter" idx="35" hasCustomPrompt="1"/>
          </p:nvPr>
        </p:nvSpPr>
        <p:spPr>
          <a:xfrm>
            <a:off x="359400" y="3291126"/>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16" name="Thema 1">
            <a:extLst>
              <a:ext uri="{FF2B5EF4-FFF2-40B4-BE49-F238E27FC236}">
                <a16:creationId xmlns:a16="http://schemas.microsoft.com/office/drawing/2014/main" id="{10042594-2E0C-223F-20F4-629765AAF422}"/>
              </a:ext>
            </a:extLst>
          </p:cNvPr>
          <p:cNvSpPr>
            <a:spLocks noGrp="1"/>
          </p:cNvSpPr>
          <p:nvPr>
            <p:ph type="body" sz="quarter" idx="43" hasCustomPrompt="1"/>
          </p:nvPr>
        </p:nvSpPr>
        <p:spPr>
          <a:xfrm>
            <a:off x="862642" y="2509563"/>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3" name="Zahl Thema 1">
            <a:extLst>
              <a:ext uri="{FF2B5EF4-FFF2-40B4-BE49-F238E27FC236}">
                <a16:creationId xmlns:a16="http://schemas.microsoft.com/office/drawing/2014/main" id="{21289641-CFF9-EF51-ACBA-C1A6EEA6FF3D}"/>
              </a:ext>
            </a:extLst>
          </p:cNvPr>
          <p:cNvSpPr>
            <a:spLocks noGrp="1"/>
          </p:cNvSpPr>
          <p:nvPr>
            <p:ph type="body" sz="quarter" idx="34" hasCustomPrompt="1"/>
          </p:nvPr>
        </p:nvSpPr>
        <p:spPr>
          <a:xfrm>
            <a:off x="359400" y="2509563"/>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40" name="Thema 1">
            <a:extLst>
              <a:ext uri="{FF2B5EF4-FFF2-40B4-BE49-F238E27FC236}">
                <a16:creationId xmlns:a16="http://schemas.microsoft.com/office/drawing/2014/main" id="{41C038E3-A911-4FFC-8F4E-9A1653D7B45D}"/>
              </a:ext>
            </a:extLst>
          </p:cNvPr>
          <p:cNvSpPr>
            <a:spLocks noGrp="1"/>
          </p:cNvSpPr>
          <p:nvPr>
            <p:ph type="body" sz="quarter" idx="15" hasCustomPrompt="1"/>
          </p:nvPr>
        </p:nvSpPr>
        <p:spPr>
          <a:xfrm>
            <a:off x="862642" y="1728000"/>
            <a:ext cx="5053358" cy="700642"/>
          </a:xfrm>
        </p:spPr>
        <p:txBody>
          <a:bodyPr/>
          <a:lstStyle>
            <a:lvl1pPr marL="0" indent="0">
              <a:lnSpc>
                <a:spcPct val="94000"/>
              </a:lnSpc>
              <a:spcBef>
                <a:spcPts val="0"/>
              </a:spcBef>
              <a:buFontTx/>
              <a:buNone/>
              <a:tabLst/>
              <a:defRPr sz="2000" b="0">
                <a:solidFill>
                  <a:schemeClr val="bg2">
                    <a:lumMod val="50000"/>
                  </a:schemeClr>
                </a:solidFill>
                <a:latin typeface="+mn-lt"/>
                <a:ea typeface="SRH Text" panose="020B0503020204020204" pitchFamily="34" charset="0"/>
                <a:cs typeface="SRH Text" panose="020B0503020204020204" pitchFamily="34" charset="0"/>
              </a:defRPr>
            </a:lvl1pPr>
            <a:lvl2pPr marL="0" indent="0">
              <a:lnSpc>
                <a:spcPct val="94000"/>
              </a:lnSpc>
              <a:spcBef>
                <a:spcPts val="0"/>
              </a:spcBef>
              <a:buNone/>
              <a:tabLst/>
              <a:defRPr sz="2000" b="0">
                <a:solidFill>
                  <a:schemeClr val="tx1"/>
                </a:solidFill>
                <a:latin typeface="+mn-lt"/>
                <a:ea typeface="SRH Text" panose="020B0503020204020204" pitchFamily="34" charset="0"/>
                <a:cs typeface="SRH Text" panose="020B0503020204020204" pitchFamily="34" charset="0"/>
              </a:defRPr>
            </a:lvl2pPr>
            <a:lvl3pPr marL="0" indent="0">
              <a:lnSpc>
                <a:spcPct val="94000"/>
              </a:lnSpc>
              <a:buNone/>
              <a:tabLst>
                <a:tab pos="468000" algn="l"/>
              </a:tabLst>
              <a:defRPr sz="2000" b="0">
                <a:solidFill>
                  <a:schemeClr val="tx1"/>
                </a:solidFill>
                <a:latin typeface="+mn-lt"/>
              </a:defRPr>
            </a:lvl3pPr>
            <a:lvl4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4pPr>
            <a:lvl5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5pPr>
            <a:lvl6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6pPr>
            <a:lvl7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7pPr>
            <a:lvl8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8pPr>
            <a:lvl9pPr marL="0" indent="0">
              <a:lnSpc>
                <a:spcPct val="94000"/>
              </a:lnSpc>
              <a:spcBef>
                <a:spcPts val="0"/>
              </a:spcBef>
              <a:buFont typeface="Arial" panose="020B0604020202020204" pitchFamily="34" charset="0"/>
              <a:buNone/>
              <a:tabLst>
                <a:tab pos="468000" algn="l"/>
              </a:tabLst>
              <a:defRPr sz="2000" b="0">
                <a:solidFill>
                  <a:schemeClr val="tx1"/>
                </a:solidFill>
                <a:latin typeface="+mn-lt"/>
              </a:defRPr>
            </a:lvl9pPr>
          </a:lstStyle>
          <a:p>
            <a:pPr lvl="0"/>
            <a:r>
              <a:rPr lang="de-DE" dirty="0"/>
              <a:t>Thema</a:t>
            </a:r>
          </a:p>
          <a:p>
            <a:pPr lvl="1"/>
            <a:r>
              <a:rPr lang="de-DE"/>
              <a:t>Beschreibung</a:t>
            </a:r>
          </a:p>
        </p:txBody>
      </p:sp>
      <p:sp>
        <p:nvSpPr>
          <p:cNvPr id="9" name="Zahl Thema 1">
            <a:extLst>
              <a:ext uri="{FF2B5EF4-FFF2-40B4-BE49-F238E27FC236}">
                <a16:creationId xmlns:a16="http://schemas.microsoft.com/office/drawing/2014/main" id="{E2ADF3CF-F60D-4ECF-8E7F-2DD46C6380E6}"/>
              </a:ext>
            </a:extLst>
          </p:cNvPr>
          <p:cNvSpPr>
            <a:spLocks noGrp="1"/>
          </p:cNvSpPr>
          <p:nvPr>
            <p:ph type="body" sz="quarter" idx="13" hasCustomPrompt="1"/>
          </p:nvPr>
        </p:nvSpPr>
        <p:spPr>
          <a:xfrm>
            <a:off x="359400" y="1728000"/>
            <a:ext cx="425604" cy="700642"/>
          </a:xfrm>
        </p:spPr>
        <p:txBody>
          <a:bodyPr/>
          <a:lstStyle>
            <a:lvl1pPr marL="0" indent="0">
              <a:lnSpc>
                <a:spcPct val="94000"/>
              </a:lnSpc>
              <a:spcBef>
                <a:spcPts val="0"/>
              </a:spcBef>
              <a:spcAft>
                <a:spcPts val="0"/>
              </a:spcAft>
              <a:buNone/>
              <a:tabLst/>
              <a:defRPr sz="2000" b="1">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0"/>
              </a:spcBef>
              <a:spcAft>
                <a:spcPts val="0"/>
              </a:spcAft>
              <a:buNone/>
              <a:tabLst/>
              <a:defRPr sz="2000" b="1">
                <a:solidFill>
                  <a:schemeClr val="tx1"/>
                </a:solidFill>
                <a:latin typeface="+mn-lt"/>
              </a:defRPr>
            </a:lvl2pPr>
            <a:lvl3pPr marL="0" indent="0">
              <a:lnSpc>
                <a:spcPct val="94000"/>
              </a:lnSpc>
              <a:spcBef>
                <a:spcPts val="0"/>
              </a:spcBef>
              <a:spcAft>
                <a:spcPts val="0"/>
              </a:spcAft>
              <a:buNone/>
              <a:tabLst>
                <a:tab pos="468000" algn="l"/>
              </a:tabLst>
              <a:defRPr sz="2000" b="1">
                <a:solidFill>
                  <a:schemeClr val="tx1"/>
                </a:solidFill>
                <a:latin typeface="+mn-lt"/>
              </a:defRPr>
            </a:lvl3pPr>
            <a:lvl4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4pPr>
            <a:lvl5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5pPr>
            <a:lvl6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6pPr>
            <a:lvl7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7pPr>
            <a:lvl8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8pPr>
            <a:lvl9pPr marL="0" indent="0">
              <a:lnSpc>
                <a:spcPct val="94000"/>
              </a:lnSpc>
              <a:spcBef>
                <a:spcPts val="0"/>
              </a:spcBef>
              <a:spcAft>
                <a:spcPts val="0"/>
              </a:spcAft>
              <a:buFont typeface="Arial" panose="020B0604020202020204" pitchFamily="34" charset="0"/>
              <a:buNone/>
              <a:tabLst>
                <a:tab pos="468000" algn="l"/>
              </a:tabLst>
              <a:defRPr sz="2000" b="1">
                <a:solidFill>
                  <a:schemeClr val="tx1"/>
                </a:solidFill>
                <a:latin typeface="+mn-lt"/>
              </a:defRPr>
            </a:lvl9pPr>
          </a:lstStyle>
          <a:p>
            <a:pPr lvl="0"/>
            <a:r>
              <a:rPr lang="de-DE"/>
              <a:t>00</a:t>
            </a:r>
          </a:p>
        </p:txBody>
      </p:sp>
      <p:sp>
        <p:nvSpPr>
          <p:cNvPr id="2" name="Titel 1">
            <a:extLst>
              <a:ext uri="{FF2B5EF4-FFF2-40B4-BE49-F238E27FC236}">
                <a16:creationId xmlns:a16="http://schemas.microsoft.com/office/drawing/2014/main" id="{49591944-6061-4359-A642-BF8A239B2620}"/>
              </a:ext>
            </a:extLst>
          </p:cNvPr>
          <p:cNvSpPr>
            <a:spLocks noGrp="1"/>
          </p:cNvSpPr>
          <p:nvPr>
            <p:ph type="title" hasCustomPrompt="1"/>
          </p:nvPr>
        </p:nvSpPr>
        <p:spPr/>
        <p:txBody>
          <a:bodyPr/>
          <a:lstStyle>
            <a:lvl1pPr>
              <a:defRPr>
                <a:solidFill>
                  <a:schemeClr val="tx1"/>
                </a:solidFill>
              </a:defRPr>
            </a:lvl1pPr>
          </a:lstStyle>
          <a:p>
            <a:r>
              <a:rPr lang="de-DE"/>
              <a:t>Gliederung</a:t>
            </a:r>
          </a:p>
        </p:txBody>
      </p:sp>
    </p:spTree>
    <p:extLst>
      <p:ext uri="{BB962C8B-B14F-4D97-AF65-F5344CB8AC3E}">
        <p14:creationId xmlns:p14="http://schemas.microsoft.com/office/powerpoint/2010/main" val="162862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Gliederung">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40" name="Thema 1">
            <a:extLst>
              <a:ext uri="{FF2B5EF4-FFF2-40B4-BE49-F238E27FC236}">
                <a16:creationId xmlns:a16="http://schemas.microsoft.com/office/drawing/2014/main" id="{41C038E3-A911-4FFC-8F4E-9A1653D7B45D}"/>
              </a:ext>
            </a:extLst>
          </p:cNvPr>
          <p:cNvSpPr>
            <a:spLocks noGrp="1"/>
          </p:cNvSpPr>
          <p:nvPr>
            <p:ph type="body" sz="quarter" idx="15" hasCustomPrompt="1"/>
          </p:nvPr>
        </p:nvSpPr>
        <p:spPr>
          <a:xfrm>
            <a:off x="360000" y="1728000"/>
            <a:ext cx="11466823" cy="3826893"/>
          </a:xfrm>
        </p:spPr>
        <p:txBody>
          <a:bodyPr spcCol="360000"/>
          <a:lstStyle>
            <a:lvl1pPr marL="432000" indent="-432000">
              <a:lnSpc>
                <a:spcPct val="94000"/>
              </a:lnSpc>
              <a:spcBef>
                <a:spcPts val="2000"/>
              </a:spcBef>
              <a:spcAft>
                <a:spcPts val="0"/>
              </a:spcAft>
              <a:buClr>
                <a:schemeClr val="tx1"/>
              </a:buClr>
              <a:buFont typeface="+mj-lt"/>
              <a:buAutoNum type="arabicPeriod"/>
              <a:tabLst/>
              <a:defRPr sz="2000" b="0">
                <a:solidFill>
                  <a:schemeClr val="tx1"/>
                </a:solidFill>
                <a:latin typeface="+mn-lt"/>
                <a:ea typeface="SRH Text" panose="020B0503020204020204" pitchFamily="34" charset="0"/>
                <a:cs typeface="SRH Text" panose="020B0503020204020204" pitchFamily="34" charset="0"/>
              </a:defRPr>
            </a:lvl1pPr>
            <a:lvl2pPr marL="0" indent="0">
              <a:lnSpc>
                <a:spcPct val="94000"/>
              </a:lnSpc>
              <a:spcBef>
                <a:spcPts val="2000"/>
              </a:spcBef>
              <a:spcAft>
                <a:spcPts val="0"/>
              </a:spcAft>
              <a:buClr>
                <a:schemeClr val="tx1"/>
              </a:buClr>
              <a:buFont typeface="+mj-lt"/>
              <a:buNone/>
              <a:tabLst/>
              <a:defRPr sz="2000" b="0">
                <a:solidFill>
                  <a:schemeClr val="tx1"/>
                </a:solidFill>
                <a:latin typeface="+mn-lt"/>
                <a:ea typeface="SRH Text" panose="020B0503020204020204" pitchFamily="34" charset="0"/>
                <a:cs typeface="SRH Text" panose="020B0503020204020204" pitchFamily="34" charset="0"/>
              </a:defRPr>
            </a:lvl2pPr>
            <a:lvl3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3pPr>
            <a:lvl4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4pPr>
            <a:lvl5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5pPr>
            <a:lvl6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6pPr>
            <a:lvl7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7pPr>
            <a:lvl8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8pPr>
            <a:lvl9pPr marL="432000" indent="-432000">
              <a:lnSpc>
                <a:spcPct val="94000"/>
              </a:lnSpc>
              <a:spcBef>
                <a:spcPts val="2000"/>
              </a:spcBef>
              <a:spcAft>
                <a:spcPts val="0"/>
              </a:spcAft>
              <a:buClr>
                <a:schemeClr val="tx1"/>
              </a:buClr>
              <a:buFont typeface="+mj-lt"/>
              <a:buAutoNum type="arabicPeriod"/>
              <a:tabLst>
                <a:tab pos="468000" algn="l"/>
              </a:tabLst>
              <a:defRPr sz="2000" b="0">
                <a:solidFill>
                  <a:schemeClr val="tx1"/>
                </a:solidFill>
                <a:latin typeface="+mn-lt"/>
              </a:defRPr>
            </a:lvl9pPr>
          </a:lstStyle>
          <a:p>
            <a:pPr lvl="0"/>
            <a:r>
              <a:rPr lang="de-DE"/>
              <a:t>Thema / zweite Zeile optionale Beschreibung durch weiche Zeilenschaltung (Shift- + Entertaste klicken)</a:t>
            </a:r>
            <a:endParaRPr lang="de-DE" dirty="0"/>
          </a:p>
        </p:txBody>
      </p:sp>
      <p:sp>
        <p:nvSpPr>
          <p:cNvPr id="2" name="Titel 1">
            <a:extLst>
              <a:ext uri="{FF2B5EF4-FFF2-40B4-BE49-F238E27FC236}">
                <a16:creationId xmlns:a16="http://schemas.microsoft.com/office/drawing/2014/main" id="{49591944-6061-4359-A642-BF8A239B2620}"/>
              </a:ext>
            </a:extLst>
          </p:cNvPr>
          <p:cNvSpPr>
            <a:spLocks noGrp="1"/>
          </p:cNvSpPr>
          <p:nvPr>
            <p:ph type="title" hasCustomPrompt="1"/>
          </p:nvPr>
        </p:nvSpPr>
        <p:spPr/>
        <p:txBody>
          <a:bodyPr/>
          <a:lstStyle>
            <a:lvl1pPr>
              <a:defRPr>
                <a:solidFill>
                  <a:schemeClr val="tx1"/>
                </a:solidFill>
              </a:defRPr>
            </a:lvl1pPr>
          </a:lstStyle>
          <a:p>
            <a:r>
              <a:rPr lang="de-DE"/>
              <a:t>Gliederung</a:t>
            </a:r>
          </a:p>
        </p:txBody>
      </p:sp>
      <p:sp>
        <p:nvSpPr>
          <p:cNvPr id="10" name="Slide Number Placeholder 9">
            <a:extLst>
              <a:ext uri="{FF2B5EF4-FFF2-40B4-BE49-F238E27FC236}">
                <a16:creationId xmlns:a16="http://schemas.microsoft.com/office/drawing/2014/main" id="{FE6F6582-A096-CACB-F073-A3CA677333A6}"/>
              </a:ext>
            </a:extLst>
          </p:cNvPr>
          <p:cNvSpPr>
            <a:spLocks noGrp="1"/>
          </p:cNvSpPr>
          <p:nvPr>
            <p:ph type="sldNum" sz="quarter" idx="18"/>
          </p:nvPr>
        </p:nvSpPr>
        <p:spPr/>
        <p:txBody>
          <a:bodyPr/>
          <a:lstStyle/>
          <a:p>
            <a:fld id="{075B144D-941B-4DFC-AF5F-0416193D12EC}" type="slidenum">
              <a:rPr lang="de-DE" smtClean="0"/>
              <a:pPr/>
              <a:t>‹#›</a:t>
            </a:fld>
            <a:endParaRPr lang="de-DE" dirty="0"/>
          </a:p>
        </p:txBody>
      </p:sp>
    </p:spTree>
    <p:extLst>
      <p:ext uri="{BB962C8B-B14F-4D97-AF65-F5344CB8AC3E}">
        <p14:creationId xmlns:p14="http://schemas.microsoft.com/office/powerpoint/2010/main" val="81712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E9CD8CBF-B7AC-48B2-BDFF-74D2CFF5B6ED}"/>
              </a:ext>
            </a:extLst>
          </p:cNvPr>
          <p:cNvSpPr>
            <a:spLocks noGrp="1"/>
          </p:cNvSpPr>
          <p:nvPr>
            <p:ph idx="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2042231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wischenüberschrift + Inhalt">
    <p:spTree>
      <p:nvGrpSpPr>
        <p:cNvPr id="1" name=""/>
        <p:cNvGrpSpPr/>
        <p:nvPr/>
      </p:nvGrpSpPr>
      <p:grpSpPr>
        <a:xfrm>
          <a:off x="0" y="0"/>
          <a:ext cx="0" cy="0"/>
          <a:chOff x="0" y="0"/>
          <a:chExt cx="0" cy="0"/>
        </a:xfrm>
      </p:grpSpPr>
      <p:sp>
        <p:nvSpPr>
          <p:cNvPr id="29" name="Logo-Fragment">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E9CD8CBF-B7AC-48B2-BDFF-74D2CFF5B6ED}"/>
              </a:ext>
            </a:extLst>
          </p:cNvPr>
          <p:cNvSpPr>
            <a:spLocks noGrp="1"/>
          </p:cNvSpPr>
          <p:nvPr>
            <p:ph idx="1"/>
          </p:nvPr>
        </p:nvSpPr>
        <p:spPr>
          <a:xfrm>
            <a:off x="359400" y="2601908"/>
            <a:ext cx="9158400" cy="335609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9" name="Untertitel 6">
            <a:extLst>
              <a:ext uri="{FF2B5EF4-FFF2-40B4-BE49-F238E27FC236}">
                <a16:creationId xmlns:a16="http://schemas.microsoft.com/office/drawing/2014/main" id="{754254B2-0511-2CF9-4307-322035DE9299}"/>
              </a:ext>
            </a:extLst>
          </p:cNvPr>
          <p:cNvSpPr>
            <a:spLocks noGrp="1"/>
          </p:cNvSpPr>
          <p:nvPr>
            <p:ph type="subTitle" sz="quarter" idx="13"/>
          </p:nvPr>
        </p:nvSpPr>
        <p:spPr>
          <a:xfrm>
            <a:off x="359400" y="1728000"/>
            <a:ext cx="9158400" cy="873908"/>
          </a:xfrm>
          <a:prstGeom prst="rect">
            <a:avLst/>
          </a:prstGeom>
        </p:spPr>
        <p:txBody>
          <a:bodyPr lIns="0" tIns="0" rIns="0" bIns="0"/>
          <a:lstStyle>
            <a:lvl1pPr marL="0" indent="0" algn="l">
              <a:lnSpc>
                <a:spcPct val="98000"/>
              </a:lnSpc>
              <a:spcBef>
                <a:spcPts val="0"/>
              </a:spcBef>
              <a:spcAft>
                <a:spcPts val="0"/>
              </a:spcAft>
              <a:buNone/>
              <a:defRPr sz="2400">
                <a:latin typeface="+mj-lt"/>
              </a:defRPr>
            </a:lvl1pPr>
            <a:lvl2pPr marL="0" indent="0" algn="l">
              <a:lnSpc>
                <a:spcPct val="98000"/>
              </a:lnSpc>
              <a:spcBef>
                <a:spcPts val="0"/>
              </a:spcBef>
              <a:spcAft>
                <a:spcPts val="0"/>
              </a:spcAft>
              <a:buNone/>
              <a:defRPr sz="2400">
                <a:latin typeface="+mj-lt"/>
              </a:defRPr>
            </a:lvl2pPr>
            <a:lvl3pPr marL="0" indent="0" algn="l">
              <a:lnSpc>
                <a:spcPct val="98000"/>
              </a:lnSpc>
              <a:spcBef>
                <a:spcPts val="0"/>
              </a:spcBef>
              <a:spcAft>
                <a:spcPts val="0"/>
              </a:spcAft>
              <a:buNone/>
              <a:defRPr sz="2400">
                <a:latin typeface="+mj-lt"/>
              </a:defRPr>
            </a:lvl3pPr>
            <a:lvl4pPr marL="0" indent="0" algn="l">
              <a:lnSpc>
                <a:spcPct val="98000"/>
              </a:lnSpc>
              <a:spcBef>
                <a:spcPts val="0"/>
              </a:spcBef>
              <a:spcAft>
                <a:spcPts val="0"/>
              </a:spcAft>
              <a:buNone/>
              <a:defRPr sz="2400">
                <a:latin typeface="+mj-lt"/>
              </a:defRPr>
            </a:lvl4pPr>
            <a:lvl5pPr marL="0" indent="0" algn="l">
              <a:lnSpc>
                <a:spcPct val="98000"/>
              </a:lnSpc>
              <a:spcBef>
                <a:spcPts val="0"/>
              </a:spcBef>
              <a:spcAft>
                <a:spcPts val="0"/>
              </a:spcAft>
              <a:buNone/>
              <a:defRPr sz="2400">
                <a:latin typeface="+mj-lt"/>
              </a:defRPr>
            </a:lvl5pPr>
            <a:lvl6pPr marL="0" indent="0" algn="l">
              <a:lnSpc>
                <a:spcPct val="98000"/>
              </a:lnSpc>
              <a:spcBef>
                <a:spcPts val="0"/>
              </a:spcBef>
              <a:spcAft>
                <a:spcPts val="0"/>
              </a:spcAft>
              <a:buNone/>
              <a:defRPr sz="2400">
                <a:latin typeface="+mj-lt"/>
              </a:defRPr>
            </a:lvl6pPr>
            <a:lvl7pPr marL="0" indent="0" algn="l">
              <a:lnSpc>
                <a:spcPct val="98000"/>
              </a:lnSpc>
              <a:spcBef>
                <a:spcPts val="0"/>
              </a:spcBef>
              <a:spcAft>
                <a:spcPts val="0"/>
              </a:spcAft>
              <a:buNone/>
              <a:defRPr sz="2400">
                <a:latin typeface="+mj-lt"/>
              </a:defRPr>
            </a:lvl7pPr>
            <a:lvl8pPr marL="0" indent="0" algn="l">
              <a:lnSpc>
                <a:spcPct val="98000"/>
              </a:lnSpc>
              <a:spcBef>
                <a:spcPts val="0"/>
              </a:spcBef>
              <a:spcAft>
                <a:spcPts val="0"/>
              </a:spcAft>
              <a:buNone/>
              <a:defRPr sz="2400">
                <a:latin typeface="+mj-lt"/>
              </a:defRPr>
            </a:lvl8pPr>
            <a:lvl9pPr marL="0" indent="0" algn="l">
              <a:lnSpc>
                <a:spcPct val="98000"/>
              </a:lnSpc>
              <a:spcBef>
                <a:spcPts val="0"/>
              </a:spcBef>
              <a:spcAft>
                <a:spcPts val="0"/>
              </a:spcAft>
              <a:buNone/>
              <a:defRPr sz="2400">
                <a:latin typeface="+mj-lt"/>
              </a:defRPr>
            </a:lvl9pPr>
          </a:lstStyle>
          <a:p>
            <a:r>
              <a:rPr lang="de-DE"/>
              <a:t>Master-Untertitelformat bearbeiten</a:t>
            </a:r>
          </a:p>
        </p:txBody>
      </p:sp>
    </p:spTree>
    <p:extLst>
      <p:ext uri="{BB962C8B-B14F-4D97-AF65-F5344CB8AC3E}">
        <p14:creationId xmlns:p14="http://schemas.microsoft.com/office/powerpoint/2010/main" val="3909119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7CDE787C-B484-481E-84CF-7E94E81D5B04}"/>
              </a:ext>
            </a:extLst>
          </p:cNvPr>
          <p:cNvSpPr>
            <a:spLocks noGrp="1"/>
          </p:cNvSpPr>
          <p:nvPr>
            <p:ph type="pic" sz="quarter" idx="17"/>
          </p:nvPr>
        </p:nvSpPr>
        <p:spPr>
          <a:xfrm>
            <a:off x="-1" y="0"/>
            <a:ext cx="12192000" cy="6858000"/>
          </a:xfrm>
          <a:solidFill>
            <a:schemeClr val="accent1">
              <a:lumMod val="20000"/>
              <a:lumOff val="80000"/>
            </a:schemeClr>
          </a:solidFill>
        </p:spPr>
        <p:txBody>
          <a:bodyPr/>
          <a:lstStyle>
            <a:lvl1pPr marL="0" indent="0">
              <a:buNone/>
              <a:defRPr/>
            </a:lvl1pPr>
          </a:lstStyle>
          <a:p>
            <a:endParaRPr lang="de-DE"/>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7" name="Untertitel 6">
            <a:extLst>
              <a:ext uri="{FF2B5EF4-FFF2-40B4-BE49-F238E27FC236}">
                <a16:creationId xmlns:a16="http://schemas.microsoft.com/office/drawing/2014/main" id="{C78D04AA-A8FB-AAC0-749E-8C3BEEB26E86}"/>
              </a:ext>
            </a:extLst>
          </p:cNvPr>
          <p:cNvSpPr>
            <a:spLocks noGrp="1"/>
          </p:cNvSpPr>
          <p:nvPr>
            <p:ph type="subTitle" sz="quarter" idx="13"/>
          </p:nvPr>
        </p:nvSpPr>
        <p:spPr>
          <a:xfrm>
            <a:off x="360000" y="3124788"/>
            <a:ext cx="7642812" cy="2516885"/>
          </a:xfrm>
          <a:prstGeom prst="rect">
            <a:avLst/>
          </a:prstGeom>
        </p:spPr>
        <p:txBody>
          <a:bodyPr lIns="0" tIns="0" rIns="0" bIns="0"/>
          <a:lstStyle>
            <a:lvl1pPr marL="0" indent="0" algn="l">
              <a:lnSpc>
                <a:spcPct val="98000"/>
              </a:lnSpc>
              <a:spcBef>
                <a:spcPts val="0"/>
              </a:spcBef>
              <a:spcAft>
                <a:spcPts val="0"/>
              </a:spcAft>
              <a:buNone/>
              <a:defRPr sz="4800" b="1">
                <a:solidFill>
                  <a:schemeClr val="bg1"/>
                </a:solidFill>
                <a:latin typeface="+mj-lt"/>
              </a:defRPr>
            </a:lvl1pPr>
            <a:lvl2pPr marL="0" indent="0" algn="l">
              <a:lnSpc>
                <a:spcPct val="98000"/>
              </a:lnSpc>
              <a:spcBef>
                <a:spcPts val="0"/>
              </a:spcBef>
              <a:spcAft>
                <a:spcPts val="0"/>
              </a:spcAft>
              <a:buNone/>
              <a:defRPr sz="4800" b="1">
                <a:solidFill>
                  <a:schemeClr val="bg1"/>
                </a:solidFill>
                <a:latin typeface="+mj-lt"/>
              </a:defRPr>
            </a:lvl2pPr>
            <a:lvl3pPr marL="0" indent="0" algn="l">
              <a:lnSpc>
                <a:spcPct val="98000"/>
              </a:lnSpc>
              <a:spcBef>
                <a:spcPts val="0"/>
              </a:spcBef>
              <a:spcAft>
                <a:spcPts val="0"/>
              </a:spcAft>
              <a:buNone/>
              <a:defRPr sz="4800" b="1">
                <a:solidFill>
                  <a:schemeClr val="bg1"/>
                </a:solidFill>
                <a:latin typeface="+mj-lt"/>
              </a:defRPr>
            </a:lvl3pPr>
            <a:lvl4pPr marL="0" indent="0" algn="l">
              <a:lnSpc>
                <a:spcPct val="98000"/>
              </a:lnSpc>
              <a:spcBef>
                <a:spcPts val="0"/>
              </a:spcBef>
              <a:spcAft>
                <a:spcPts val="0"/>
              </a:spcAft>
              <a:buNone/>
              <a:defRPr sz="4800" b="1">
                <a:solidFill>
                  <a:schemeClr val="bg1"/>
                </a:solidFill>
                <a:latin typeface="+mj-lt"/>
              </a:defRPr>
            </a:lvl4pPr>
            <a:lvl5pPr marL="0" indent="0" algn="l">
              <a:lnSpc>
                <a:spcPct val="98000"/>
              </a:lnSpc>
              <a:spcBef>
                <a:spcPts val="0"/>
              </a:spcBef>
              <a:spcAft>
                <a:spcPts val="0"/>
              </a:spcAft>
              <a:buNone/>
              <a:defRPr sz="4800" b="1">
                <a:solidFill>
                  <a:schemeClr val="bg1"/>
                </a:solidFill>
                <a:latin typeface="+mj-lt"/>
              </a:defRPr>
            </a:lvl5pPr>
            <a:lvl6pPr marL="0" indent="0" algn="l">
              <a:lnSpc>
                <a:spcPct val="98000"/>
              </a:lnSpc>
              <a:spcBef>
                <a:spcPts val="0"/>
              </a:spcBef>
              <a:spcAft>
                <a:spcPts val="0"/>
              </a:spcAft>
              <a:buNone/>
              <a:defRPr sz="4800" b="1">
                <a:solidFill>
                  <a:schemeClr val="bg1"/>
                </a:solidFill>
                <a:latin typeface="+mj-lt"/>
              </a:defRPr>
            </a:lvl6pPr>
            <a:lvl7pPr marL="0" indent="0" algn="l">
              <a:lnSpc>
                <a:spcPct val="98000"/>
              </a:lnSpc>
              <a:spcBef>
                <a:spcPts val="0"/>
              </a:spcBef>
              <a:spcAft>
                <a:spcPts val="0"/>
              </a:spcAft>
              <a:buNone/>
              <a:defRPr sz="4800" b="1">
                <a:solidFill>
                  <a:schemeClr val="bg1"/>
                </a:solidFill>
                <a:latin typeface="+mj-lt"/>
              </a:defRPr>
            </a:lvl7pPr>
            <a:lvl8pPr marL="0" indent="0" algn="l">
              <a:lnSpc>
                <a:spcPct val="98000"/>
              </a:lnSpc>
              <a:spcBef>
                <a:spcPts val="0"/>
              </a:spcBef>
              <a:spcAft>
                <a:spcPts val="0"/>
              </a:spcAft>
              <a:buNone/>
              <a:defRPr sz="4800" b="1">
                <a:solidFill>
                  <a:schemeClr val="bg1"/>
                </a:solidFill>
                <a:latin typeface="+mj-lt"/>
              </a:defRPr>
            </a:lvl8pPr>
            <a:lvl9pPr marL="0" indent="0" algn="l">
              <a:lnSpc>
                <a:spcPct val="98000"/>
              </a:lnSpc>
              <a:spcBef>
                <a:spcPts val="0"/>
              </a:spcBef>
              <a:spcAft>
                <a:spcPts val="0"/>
              </a:spcAft>
              <a:buNone/>
              <a:defRPr sz="4800" b="1">
                <a:solidFill>
                  <a:schemeClr val="bg1"/>
                </a:solidFill>
                <a:latin typeface="+mj-lt"/>
              </a:defRPr>
            </a:lvl9pPr>
          </a:lstStyle>
          <a:p>
            <a:r>
              <a:rPr lang="de-DE"/>
              <a:t>Master-Untertitelformat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latin typeface="+mn-lt"/>
              </a:defRPr>
            </a:lvl1pPr>
          </a:lstStyle>
          <a:p>
            <a:fld id="{075B144D-941B-4DFC-AF5F-0416193D12EC}" type="slidenum">
              <a:rPr lang="de-DE" smtClean="0"/>
              <a:pPr/>
              <a:t>‹#›</a:t>
            </a:fld>
            <a:endParaRPr lang="de-DE"/>
          </a:p>
        </p:txBody>
      </p:sp>
      <p:sp>
        <p:nvSpPr>
          <p:cNvPr id="10" name="SmartArt-Platzhalter 14">
            <a:extLst>
              <a:ext uri="{FF2B5EF4-FFF2-40B4-BE49-F238E27FC236}">
                <a16:creationId xmlns:a16="http://schemas.microsoft.com/office/drawing/2014/main" id="{861189CF-B82F-42F8-9B1E-3E5A50EC559C}"/>
              </a:ext>
            </a:extLst>
          </p:cNvPr>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1499735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BC706C0E-3E99-43D1-A3F5-7E7AF3744A83}"/>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32077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pPr/>
              <a:t>‹#›</a:t>
            </a:fld>
            <a:endParaRPr lang="de-DE"/>
          </a:p>
        </p:txBody>
      </p:sp>
      <p:pic>
        <p:nvPicPr>
          <p:cNvPr id="7" name="Grafik 6">
            <a:extLst>
              <a:ext uri="{FF2B5EF4-FFF2-40B4-BE49-F238E27FC236}">
                <a16:creationId xmlns:a16="http://schemas.microsoft.com/office/drawing/2014/main" id="{C0A000BE-D89F-4CF2-9153-4F676346A08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a:extLst>
              <a:ext uri="{FF2B5EF4-FFF2-40B4-BE49-F238E27FC236}">
                <a16:creationId xmlns:a16="http://schemas.microsoft.com/office/drawing/2014/main" id="{951B6F9D-DB24-44F1-8ACB-F1C8797BDAFF}"/>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spTree>
    <p:extLst>
      <p:ext uri="{BB962C8B-B14F-4D97-AF65-F5344CB8AC3E}">
        <p14:creationId xmlns:p14="http://schemas.microsoft.com/office/powerpoint/2010/main" val="3667981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BC706C0E-3E99-43D1-A3F5-7E7AF3744A83}"/>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3C31F2D7-A605-4420-9965-A99A8E0A7437}"/>
              </a:ext>
            </a:extLst>
          </p:cNvPr>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mj-lt"/>
                <a:ea typeface="SRH Headline" panose="020B0603020204020204" pitchFamily="34" charset="0"/>
                <a:cs typeface="SRH Headline"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383054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259107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D4F12EBF-CF8F-4714-BEE0-30A1064902D0}"/>
              </a:ext>
            </a:extLst>
          </p:cNvPr>
          <p:cNvSpPr>
            <a:spLocks noGrp="1"/>
          </p:cNvSpPr>
          <p:nvPr>
            <p:ph type="title"/>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6" name="Foliennummernplatzhalter 5">
            <a:extLst>
              <a:ext uri="{FF2B5EF4-FFF2-40B4-BE49-F238E27FC236}">
                <a16:creationId xmlns:a16="http://schemas.microsoft.com/office/drawing/2014/main" id="{9409AB51-B591-4F5B-967E-95DBFDF1A612}"/>
              </a:ext>
            </a:extLst>
          </p:cNvPr>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pPr/>
              <a:t>‹#›</a:t>
            </a:fld>
            <a:endParaRPr lang="de-DE"/>
          </a:p>
        </p:txBody>
      </p:sp>
      <p:pic>
        <p:nvPicPr>
          <p:cNvPr id="7" name="Grafik 6">
            <a:extLst>
              <a:ext uri="{FF2B5EF4-FFF2-40B4-BE49-F238E27FC236}">
                <a16:creationId xmlns:a16="http://schemas.microsoft.com/office/drawing/2014/main" id="{BBB8731D-4AC9-4D2E-9335-0D0C7773E29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extLst>
      <p:ext uri="{BB962C8B-B14F-4D97-AF65-F5344CB8AC3E}">
        <p14:creationId xmlns:p14="http://schemas.microsoft.com/office/powerpoint/2010/main" val="1637304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3210823F-C337-45F6-8F6B-044DECDD1A8A}"/>
              </a:ext>
            </a:extLst>
          </p:cNvPr>
          <p:cNvSpPr>
            <a:spLocks noGrp="1"/>
          </p:cNvSpPr>
          <p:nvPr>
            <p:ph type="pic" sz="quarter" idx="15"/>
          </p:nvPr>
        </p:nvSpPr>
        <p:spPr>
          <a:xfrm>
            <a:off x="6095999" y="0"/>
            <a:ext cx="6096000" cy="6858000"/>
          </a:xfrm>
          <a:solidFill>
            <a:schemeClr val="accent1">
              <a:lumMod val="20000"/>
              <a:lumOff val="80000"/>
            </a:schemeClr>
          </a:solidFill>
        </p:spPr>
        <p:txBody>
          <a:bodyPr/>
          <a:lstStyle>
            <a:lvl1pPr marL="0" indent="0">
              <a:buNone/>
              <a:tabLst>
                <a:tab pos="1168400" algn="l"/>
              </a:tabLst>
              <a:defRPr/>
            </a:lvl1pPr>
          </a:lstStyle>
          <a:p>
            <a:endParaRPr lang="de-DE"/>
          </a:p>
        </p:txBody>
      </p:sp>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5367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a:extLst>
              <a:ext uri="{FF2B5EF4-FFF2-40B4-BE49-F238E27FC236}">
                <a16:creationId xmlns:a16="http://schemas.microsoft.com/office/drawing/2014/main" id="{1542430D-7D46-45F4-82FB-B364BE702A78}"/>
              </a:ext>
            </a:extLst>
          </p:cNvPr>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extLst>
      <p:ext uri="{BB962C8B-B14F-4D97-AF65-F5344CB8AC3E}">
        <p14:creationId xmlns:p14="http://schemas.microsoft.com/office/powerpoint/2010/main" val="2712850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584400" cy="4230000"/>
          </a:xfrm>
          <a:solidFill>
            <a:schemeClr val="accent1">
              <a:lumMod val="20000"/>
              <a:lumOff val="80000"/>
            </a:schemeClr>
          </a:solidFill>
        </p:spPr>
        <p:txBody>
          <a:bodyPr/>
          <a:lstStyle>
            <a:lvl1pPr marL="0" indent="0">
              <a:buNone/>
              <a:defRPr/>
            </a:lvl1pPr>
          </a:lstStyle>
          <a:p>
            <a:endParaRPr lang="de-DE"/>
          </a:p>
        </p:txBody>
      </p:sp>
    </p:spTree>
    <p:extLst>
      <p:ext uri="{BB962C8B-B14F-4D97-AF65-F5344CB8AC3E}">
        <p14:creationId xmlns:p14="http://schemas.microsoft.com/office/powerpoint/2010/main" val="340754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3 Text, 1/3 Bild im Anschnit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943800" cy="4230000"/>
          </a:xfrm>
          <a:solidFill>
            <a:schemeClr val="accent1">
              <a:lumMod val="20000"/>
              <a:lumOff val="80000"/>
            </a:schemeClr>
          </a:solidFill>
        </p:spPr>
        <p:txBody>
          <a:bodyPr/>
          <a:lstStyle>
            <a:lvl1pPr marL="0" indent="0">
              <a:buNone/>
              <a:defRPr/>
            </a:lvl1pPr>
          </a:lstStyle>
          <a:p>
            <a:endParaRPr lang="de-DE"/>
          </a:p>
        </p:txBody>
      </p:sp>
    </p:spTree>
    <p:extLst>
      <p:ext uri="{BB962C8B-B14F-4D97-AF65-F5344CB8AC3E}">
        <p14:creationId xmlns:p14="http://schemas.microsoft.com/office/powerpoint/2010/main" val="274528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ischenüberschrift, 2/3 Text, 1/3 Bild im Anschnit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dirty="0"/>
              <a:t>Mastertitelformat bearbeiten</a:t>
            </a:r>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367644" y="2601908"/>
            <a:ext cx="7520556" cy="335609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8248200" y="1728000"/>
            <a:ext cx="3943800" cy="4230000"/>
          </a:xfrm>
          <a:solidFill>
            <a:schemeClr val="accent1">
              <a:lumMod val="20000"/>
              <a:lumOff val="80000"/>
            </a:schemeClr>
          </a:solidFill>
        </p:spPr>
        <p:txBody>
          <a:bodyPr/>
          <a:lstStyle>
            <a:lvl1pPr marL="0" indent="0">
              <a:buNone/>
              <a:defRPr/>
            </a:lvl1pPr>
          </a:lstStyle>
          <a:p>
            <a:endParaRPr lang="de-DE"/>
          </a:p>
        </p:txBody>
      </p:sp>
      <p:sp>
        <p:nvSpPr>
          <p:cNvPr id="3" name="Untertitel 6">
            <a:extLst>
              <a:ext uri="{FF2B5EF4-FFF2-40B4-BE49-F238E27FC236}">
                <a16:creationId xmlns:a16="http://schemas.microsoft.com/office/drawing/2014/main" id="{432D4663-6ACC-110A-AB11-4FB06AC98892}"/>
              </a:ext>
            </a:extLst>
          </p:cNvPr>
          <p:cNvSpPr>
            <a:spLocks noGrp="1"/>
          </p:cNvSpPr>
          <p:nvPr>
            <p:ph type="subTitle" sz="quarter" idx="13"/>
          </p:nvPr>
        </p:nvSpPr>
        <p:spPr>
          <a:xfrm>
            <a:off x="359400" y="1728000"/>
            <a:ext cx="7528800" cy="873908"/>
          </a:xfrm>
          <a:prstGeom prst="rect">
            <a:avLst/>
          </a:prstGeom>
        </p:spPr>
        <p:txBody>
          <a:bodyPr lIns="0" tIns="0" rIns="0" bIns="0"/>
          <a:lstStyle>
            <a:lvl1pPr marL="0" indent="0" algn="l">
              <a:lnSpc>
                <a:spcPct val="98000"/>
              </a:lnSpc>
              <a:spcBef>
                <a:spcPts val="0"/>
              </a:spcBef>
              <a:spcAft>
                <a:spcPts val="0"/>
              </a:spcAft>
              <a:buNone/>
              <a:defRPr sz="2400">
                <a:latin typeface="+mj-lt"/>
              </a:defRPr>
            </a:lvl1pPr>
            <a:lvl2pPr marL="0" indent="0" algn="l">
              <a:lnSpc>
                <a:spcPct val="98000"/>
              </a:lnSpc>
              <a:spcBef>
                <a:spcPts val="0"/>
              </a:spcBef>
              <a:spcAft>
                <a:spcPts val="0"/>
              </a:spcAft>
              <a:buNone/>
              <a:defRPr sz="2400">
                <a:latin typeface="+mj-lt"/>
              </a:defRPr>
            </a:lvl2pPr>
            <a:lvl3pPr marL="0" indent="0" algn="l">
              <a:lnSpc>
                <a:spcPct val="98000"/>
              </a:lnSpc>
              <a:spcBef>
                <a:spcPts val="0"/>
              </a:spcBef>
              <a:spcAft>
                <a:spcPts val="0"/>
              </a:spcAft>
              <a:buNone/>
              <a:defRPr sz="2400">
                <a:latin typeface="+mj-lt"/>
              </a:defRPr>
            </a:lvl3pPr>
            <a:lvl4pPr marL="0" indent="0" algn="l">
              <a:lnSpc>
                <a:spcPct val="98000"/>
              </a:lnSpc>
              <a:spcBef>
                <a:spcPts val="0"/>
              </a:spcBef>
              <a:spcAft>
                <a:spcPts val="0"/>
              </a:spcAft>
              <a:buNone/>
              <a:defRPr sz="2400">
                <a:latin typeface="+mj-lt"/>
              </a:defRPr>
            </a:lvl4pPr>
            <a:lvl5pPr marL="0" indent="0" algn="l">
              <a:lnSpc>
                <a:spcPct val="98000"/>
              </a:lnSpc>
              <a:spcBef>
                <a:spcPts val="0"/>
              </a:spcBef>
              <a:spcAft>
                <a:spcPts val="0"/>
              </a:spcAft>
              <a:buNone/>
              <a:defRPr sz="2400">
                <a:latin typeface="+mj-lt"/>
              </a:defRPr>
            </a:lvl5pPr>
            <a:lvl6pPr marL="0" indent="0" algn="l">
              <a:lnSpc>
                <a:spcPct val="98000"/>
              </a:lnSpc>
              <a:spcBef>
                <a:spcPts val="0"/>
              </a:spcBef>
              <a:spcAft>
                <a:spcPts val="0"/>
              </a:spcAft>
              <a:buNone/>
              <a:defRPr sz="2400">
                <a:latin typeface="+mj-lt"/>
              </a:defRPr>
            </a:lvl6pPr>
            <a:lvl7pPr marL="0" indent="0" algn="l">
              <a:lnSpc>
                <a:spcPct val="98000"/>
              </a:lnSpc>
              <a:spcBef>
                <a:spcPts val="0"/>
              </a:spcBef>
              <a:spcAft>
                <a:spcPts val="0"/>
              </a:spcAft>
              <a:buNone/>
              <a:defRPr sz="2400">
                <a:latin typeface="+mj-lt"/>
              </a:defRPr>
            </a:lvl7pPr>
            <a:lvl8pPr marL="0" indent="0" algn="l">
              <a:lnSpc>
                <a:spcPct val="98000"/>
              </a:lnSpc>
              <a:spcBef>
                <a:spcPts val="0"/>
              </a:spcBef>
              <a:spcAft>
                <a:spcPts val="0"/>
              </a:spcAft>
              <a:buNone/>
              <a:defRPr sz="2400">
                <a:latin typeface="+mj-lt"/>
              </a:defRPr>
            </a:lvl8pPr>
            <a:lvl9pPr marL="0" indent="0" algn="l">
              <a:lnSpc>
                <a:spcPct val="98000"/>
              </a:lnSpc>
              <a:spcBef>
                <a:spcPts val="0"/>
              </a:spcBef>
              <a:spcAft>
                <a:spcPts val="0"/>
              </a:spcAft>
              <a:buNone/>
              <a:defRPr sz="2400">
                <a:latin typeface="+mj-lt"/>
              </a:defRPr>
            </a:lvl9pPr>
          </a:lstStyle>
          <a:p>
            <a:r>
              <a:rPr lang="de-DE"/>
              <a:t>Master-Untertitelformat bearbeiten</a:t>
            </a:r>
          </a:p>
        </p:txBody>
      </p:sp>
    </p:spTree>
    <p:extLst>
      <p:ext uri="{BB962C8B-B14F-4D97-AF65-F5344CB8AC3E}">
        <p14:creationId xmlns:p14="http://schemas.microsoft.com/office/powerpoint/2010/main" val="304381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3 Bild, 1/3 Text">
    <p:spTree>
      <p:nvGrpSpPr>
        <p:cNvPr id="1" name=""/>
        <p:cNvGrpSpPr/>
        <p:nvPr/>
      </p:nvGrpSpPr>
      <p:grpSpPr>
        <a:xfrm>
          <a:off x="0" y="0"/>
          <a:ext cx="0" cy="0"/>
          <a:chOff x="0" y="0"/>
          <a:chExt cx="0" cy="0"/>
        </a:xfrm>
      </p:grpSpPr>
      <p:sp>
        <p:nvSpPr>
          <p:cNvPr id="29" name="Zeichen" hidden="1">
            <a:extLst>
              <a:ext uri="{FF2B5EF4-FFF2-40B4-BE49-F238E27FC236}">
                <a16:creationId xmlns:a16="http://schemas.microsoft.com/office/drawing/2014/main" id="{4E1C69AA-DE75-47AF-A9EE-1D16FC11535A}"/>
              </a:ext>
            </a:extLst>
          </p:cNvPr>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60000" y="358969"/>
            <a:ext cx="9165600" cy="835093"/>
          </a:xfrm>
        </p:spPr>
        <p:txBody>
          <a:bodyPr/>
          <a:lstStyle/>
          <a:p>
            <a:r>
              <a:rPr lang="de-DE"/>
              <a:t>Mastertitelformat bearbeiten</a:t>
            </a:r>
          </a:p>
        </p:txBody>
      </p:sp>
      <p:sp>
        <p:nvSpPr>
          <p:cNvPr id="14" name="Bildplatzhalter 10">
            <a:extLst>
              <a:ext uri="{FF2B5EF4-FFF2-40B4-BE49-F238E27FC236}">
                <a16:creationId xmlns:a16="http://schemas.microsoft.com/office/drawing/2014/main" id="{0B42F015-4444-4B37-93BC-1B2A7278A9BD}"/>
              </a:ext>
            </a:extLst>
          </p:cNvPr>
          <p:cNvSpPr>
            <a:spLocks noGrp="1"/>
          </p:cNvSpPr>
          <p:nvPr>
            <p:ph type="pic" sz="quarter" idx="19"/>
          </p:nvPr>
        </p:nvSpPr>
        <p:spPr>
          <a:xfrm>
            <a:off x="367644" y="1728000"/>
            <a:ext cx="7517808" cy="4230000"/>
          </a:xfrm>
          <a:solidFill>
            <a:schemeClr val="accent1">
              <a:lumMod val="20000"/>
              <a:lumOff val="80000"/>
            </a:schemeClr>
          </a:solidFill>
        </p:spPr>
        <p:txBody>
          <a:bodyPr/>
          <a:lstStyle>
            <a:lvl1pPr marL="0" indent="0">
              <a:buNone/>
              <a:defRPr/>
            </a:lvl1pPr>
          </a:lstStyle>
          <a:p>
            <a:endParaRPr lang="de-DE"/>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a:extLst>
              <a:ext uri="{FF2B5EF4-FFF2-40B4-BE49-F238E27FC236}">
                <a16:creationId xmlns:a16="http://schemas.microsoft.com/office/drawing/2014/main" id="{D6E0015B-B602-441F-BCCE-3C0B8EED0507}"/>
              </a:ext>
            </a:extLst>
          </p:cNvPr>
          <p:cNvSpPr>
            <a:spLocks noGrp="1"/>
          </p:cNvSpPr>
          <p:nvPr>
            <p:ph type="body" sz="quarter" idx="17"/>
          </p:nvPr>
        </p:nvSpPr>
        <p:spPr>
          <a:xfrm>
            <a:off x="8245453" y="1728000"/>
            <a:ext cx="3581368"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841762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269AF68-988A-4253-A129-3A4AAE090308}"/>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9" name="Freihandform: Form 28">
            <a:extLst>
              <a:ext uri="{FF2B5EF4-FFF2-40B4-BE49-F238E27FC236}">
                <a16:creationId xmlns:a16="http://schemas.microsoft.com/office/drawing/2014/main" id="{4E1C69AA-DE75-47AF-A9EE-1D16FC11535A}"/>
              </a:ext>
            </a:extLst>
          </p:cNvPr>
          <p:cNvSpPr/>
          <p:nvPr/>
        </p:nvSpPr>
        <p:spPr>
          <a:xfrm>
            <a:off x="8202787" y="2802037"/>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a:xfrm>
            <a:off x="359999" y="358969"/>
            <a:ext cx="9158400" cy="835093"/>
          </a:xfrm>
        </p:spPr>
        <p:txBody>
          <a:bodyPr/>
          <a:lstStyle/>
          <a:p>
            <a:r>
              <a:rPr lang="de-DE"/>
              <a:t>Mastertitelformat bearbeiten</a:t>
            </a:r>
          </a:p>
        </p:txBody>
      </p:sp>
      <p:sp>
        <p:nvSpPr>
          <p:cNvPr id="8" name="Textplatzhalter 7">
            <a:extLst>
              <a:ext uri="{FF2B5EF4-FFF2-40B4-BE49-F238E27FC236}">
                <a16:creationId xmlns:a16="http://schemas.microsoft.com/office/drawing/2014/main" id="{111897A1-EA56-4E00-87BD-78D97639AC34}"/>
              </a:ext>
            </a:extLst>
          </p:cNvPr>
          <p:cNvSpPr>
            <a:spLocks noGrp="1"/>
          </p:cNvSpPr>
          <p:nvPr>
            <p:ph type="body" sz="quarter" idx="13"/>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40512226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9" name="Diagrammplatzhalter 8">
            <a:extLst>
              <a:ext uri="{FF2B5EF4-FFF2-40B4-BE49-F238E27FC236}">
                <a16:creationId xmlns:a16="http://schemas.microsoft.com/office/drawing/2014/main" id="{255DC5E6-3687-4930-935D-6959AEFDD585}"/>
              </a:ext>
            </a:extLst>
          </p:cNvPr>
          <p:cNvSpPr>
            <a:spLocks noGrp="1"/>
          </p:cNvSpPr>
          <p:nvPr>
            <p:ph type="chart" sz="quarter" idx="14"/>
          </p:nvPr>
        </p:nvSpPr>
        <p:spPr>
          <a:xfrm>
            <a:off x="2047627" y="1944000"/>
            <a:ext cx="3868373" cy="3204000"/>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a:extLst>
              <a:ext uri="{FF2B5EF4-FFF2-40B4-BE49-F238E27FC236}">
                <a16:creationId xmlns:a16="http://schemas.microsoft.com/office/drawing/2014/main" id="{0DA6BB21-4596-46E1-A515-1F684F164C83}"/>
              </a:ext>
            </a:extLst>
          </p:cNvPr>
          <p:cNvSpPr>
            <a:spLocks noGrp="1"/>
          </p:cNvSpPr>
          <p:nvPr>
            <p:ph type="body" sz="quarter" idx="16"/>
          </p:nvPr>
        </p:nvSpPr>
        <p:spPr>
          <a:xfrm>
            <a:off x="2047627" y="5212773"/>
            <a:ext cx="3868373" cy="738842"/>
          </a:xfrm>
        </p:spPr>
        <p:txBody>
          <a:bodyPr/>
          <a:lstStyle>
            <a:lvl1pPr marL="0" indent="0" algn="ctr">
              <a:spcBef>
                <a:spcPts val="0"/>
              </a:spcBef>
              <a:spcAft>
                <a:spcPts val="0"/>
              </a:spcAft>
              <a:buNone/>
              <a:defRPr sz="1400" b="0">
                <a:solidFill>
                  <a:schemeClr val="tx1"/>
                </a:solidFill>
              </a:defRPr>
            </a:lvl1pPr>
            <a:lvl2pPr marL="0" indent="0" algn="ctr">
              <a:spcBef>
                <a:spcPts val="0"/>
              </a:spcBef>
              <a:spcAft>
                <a:spcPts val="0"/>
              </a:spcAft>
              <a:buNone/>
              <a:defRPr sz="1400" b="0"/>
            </a:lvl2pPr>
            <a:lvl3pPr marL="0" indent="0" algn="ctr">
              <a:spcBef>
                <a:spcPts val="0"/>
              </a:spcBef>
              <a:spcAft>
                <a:spcPts val="0"/>
              </a:spcAft>
              <a:buFont typeface="Arial" panose="020B0604020202020204" pitchFamily="34" charset="0"/>
              <a:buNone/>
              <a:defRPr sz="1400" b="0">
                <a:solidFill>
                  <a:srgbClr val="2C2E2E"/>
                </a:solidFill>
              </a:defRPr>
            </a:lvl3pPr>
            <a:lvl4pPr marL="0" indent="0" algn="ctr">
              <a:spcBef>
                <a:spcPts val="0"/>
              </a:spcBef>
              <a:spcAft>
                <a:spcPts val="0"/>
              </a:spcAft>
              <a:buNone/>
              <a:defRPr sz="1400" b="0">
                <a:solidFill>
                  <a:srgbClr val="2C2E2E"/>
                </a:solidFill>
              </a:defRPr>
            </a:lvl4pPr>
            <a:lvl5pPr marL="0" indent="0" algn="ctr">
              <a:spcBef>
                <a:spcPts val="0"/>
              </a:spcBef>
              <a:spcAft>
                <a:spcPts val="0"/>
              </a:spcAft>
              <a:buNone/>
              <a:defRPr sz="1400" b="0">
                <a:solidFill>
                  <a:srgbClr val="2C2E2E"/>
                </a:solidFill>
              </a:defRPr>
            </a:lvl5pPr>
            <a:lvl6pPr marL="0" indent="0" algn="ctr">
              <a:lnSpc>
                <a:spcPct val="110000"/>
              </a:lnSpc>
              <a:spcBef>
                <a:spcPts val="0"/>
              </a:spcBef>
              <a:spcAft>
                <a:spcPts val="0"/>
              </a:spcAft>
              <a:buNone/>
              <a:defRPr sz="1400" b="0">
                <a:solidFill>
                  <a:srgbClr val="2C2E2E"/>
                </a:solidFill>
              </a:defRPr>
            </a:lvl6pPr>
            <a:lvl7pPr marL="0" indent="0" algn="ctr">
              <a:lnSpc>
                <a:spcPct val="110000"/>
              </a:lnSpc>
              <a:spcBef>
                <a:spcPts val="0"/>
              </a:spcBef>
              <a:spcAft>
                <a:spcPts val="0"/>
              </a:spcAft>
              <a:buNone/>
              <a:defRPr sz="1400" b="0">
                <a:solidFill>
                  <a:srgbClr val="2C2E2E"/>
                </a:solidFill>
                <a:latin typeface="+mn-lt"/>
              </a:defRPr>
            </a:lvl7pPr>
            <a:lvl8pPr marL="0" indent="0" algn="ctr">
              <a:lnSpc>
                <a:spcPct val="110000"/>
              </a:lnSpc>
              <a:spcBef>
                <a:spcPts val="0"/>
              </a:spcBef>
              <a:spcAft>
                <a:spcPts val="0"/>
              </a:spcAft>
              <a:buNone/>
              <a:defRPr sz="1400" b="0">
                <a:solidFill>
                  <a:srgbClr val="2C2E2E"/>
                </a:solidFill>
                <a:latin typeface="+mn-lt"/>
              </a:defRPr>
            </a:lvl8pPr>
            <a:lvl9pPr marL="0" indent="0" algn="ctr">
              <a:spcBef>
                <a:spcPts val="0"/>
              </a:spcBef>
              <a:spcAft>
                <a:spcPts val="0"/>
              </a:spcAft>
              <a:buNone/>
              <a:defRPr sz="1400" b="0">
                <a:solidFill>
                  <a:srgbClr val="2C2E2E"/>
                </a:solidFill>
              </a:defRPr>
            </a:lvl9pPr>
          </a:lstStyle>
          <a:p>
            <a:pPr lvl="0"/>
            <a:r>
              <a:rPr lang="de-DE"/>
              <a:t>Mastertextformat bearbeiten</a:t>
            </a:r>
          </a:p>
        </p:txBody>
      </p:sp>
      <p:sp>
        <p:nvSpPr>
          <p:cNvPr id="3" name="Textplatzhalter 17">
            <a:extLst>
              <a:ext uri="{FF2B5EF4-FFF2-40B4-BE49-F238E27FC236}">
                <a16:creationId xmlns:a16="http://schemas.microsoft.com/office/drawing/2014/main" id="{E6E21690-ED2B-EF9B-A94B-3380AFBBAF78}"/>
              </a:ext>
            </a:extLst>
          </p:cNvPr>
          <p:cNvSpPr>
            <a:spLocks noGrp="1"/>
          </p:cNvSpPr>
          <p:nvPr>
            <p:ph type="body" sz="quarter" idx="20"/>
          </p:nvPr>
        </p:nvSpPr>
        <p:spPr>
          <a:xfrm>
            <a:off x="6276000" y="5212773"/>
            <a:ext cx="3868373" cy="738842"/>
          </a:xfrm>
        </p:spPr>
        <p:txBody>
          <a:bodyPr/>
          <a:lstStyle>
            <a:lvl1pPr marL="0" indent="0" algn="ctr">
              <a:spcBef>
                <a:spcPts val="0"/>
              </a:spcBef>
              <a:spcAft>
                <a:spcPts val="0"/>
              </a:spcAft>
              <a:buNone/>
              <a:defRPr sz="1400" b="0">
                <a:solidFill>
                  <a:schemeClr val="tx1"/>
                </a:solidFill>
              </a:defRPr>
            </a:lvl1pPr>
            <a:lvl2pPr marL="0" indent="0" algn="ctr">
              <a:spcBef>
                <a:spcPts val="0"/>
              </a:spcBef>
              <a:spcAft>
                <a:spcPts val="0"/>
              </a:spcAft>
              <a:buNone/>
              <a:defRPr sz="1400" b="0"/>
            </a:lvl2pPr>
            <a:lvl3pPr marL="0" indent="0" algn="ctr">
              <a:spcBef>
                <a:spcPts val="0"/>
              </a:spcBef>
              <a:spcAft>
                <a:spcPts val="0"/>
              </a:spcAft>
              <a:buFont typeface="Arial" panose="020B0604020202020204" pitchFamily="34" charset="0"/>
              <a:buNone/>
              <a:defRPr sz="1400" b="0">
                <a:solidFill>
                  <a:srgbClr val="2C2E2E"/>
                </a:solidFill>
              </a:defRPr>
            </a:lvl3pPr>
            <a:lvl4pPr marL="0" indent="0" algn="ctr">
              <a:spcBef>
                <a:spcPts val="0"/>
              </a:spcBef>
              <a:spcAft>
                <a:spcPts val="0"/>
              </a:spcAft>
              <a:buNone/>
              <a:defRPr sz="1400" b="0">
                <a:solidFill>
                  <a:srgbClr val="2C2E2E"/>
                </a:solidFill>
              </a:defRPr>
            </a:lvl4pPr>
            <a:lvl5pPr marL="0" indent="0" algn="ctr">
              <a:spcBef>
                <a:spcPts val="0"/>
              </a:spcBef>
              <a:spcAft>
                <a:spcPts val="0"/>
              </a:spcAft>
              <a:buNone/>
              <a:defRPr sz="1400" b="0">
                <a:solidFill>
                  <a:srgbClr val="2C2E2E"/>
                </a:solidFill>
              </a:defRPr>
            </a:lvl5pPr>
            <a:lvl6pPr marL="0" indent="0" algn="ctr">
              <a:lnSpc>
                <a:spcPct val="110000"/>
              </a:lnSpc>
              <a:spcBef>
                <a:spcPts val="0"/>
              </a:spcBef>
              <a:spcAft>
                <a:spcPts val="0"/>
              </a:spcAft>
              <a:buNone/>
              <a:defRPr sz="1400" b="0">
                <a:solidFill>
                  <a:srgbClr val="2C2E2E"/>
                </a:solidFill>
              </a:defRPr>
            </a:lvl6pPr>
            <a:lvl7pPr marL="0" indent="0" algn="ctr">
              <a:lnSpc>
                <a:spcPct val="110000"/>
              </a:lnSpc>
              <a:spcBef>
                <a:spcPts val="0"/>
              </a:spcBef>
              <a:spcAft>
                <a:spcPts val="0"/>
              </a:spcAft>
              <a:buNone/>
              <a:defRPr sz="1400" b="0">
                <a:solidFill>
                  <a:srgbClr val="2C2E2E"/>
                </a:solidFill>
                <a:latin typeface="+mn-lt"/>
              </a:defRPr>
            </a:lvl7pPr>
            <a:lvl8pPr marL="0" indent="0" algn="ctr">
              <a:lnSpc>
                <a:spcPct val="110000"/>
              </a:lnSpc>
              <a:spcBef>
                <a:spcPts val="0"/>
              </a:spcBef>
              <a:spcAft>
                <a:spcPts val="0"/>
              </a:spcAft>
              <a:buNone/>
              <a:defRPr sz="1400" b="0">
                <a:solidFill>
                  <a:srgbClr val="2C2E2E"/>
                </a:solidFill>
                <a:latin typeface="+mn-lt"/>
              </a:defRPr>
            </a:lvl8pPr>
            <a:lvl9pPr marL="0" indent="0" algn="ctr">
              <a:spcBef>
                <a:spcPts val="0"/>
              </a:spcBef>
              <a:spcAft>
                <a:spcPts val="0"/>
              </a:spcAft>
              <a:buNone/>
              <a:defRPr sz="1400" b="0">
                <a:solidFill>
                  <a:srgbClr val="2C2E2E"/>
                </a:solidFill>
              </a:defRPr>
            </a:lvl9pPr>
          </a:lstStyle>
          <a:p>
            <a:pPr lvl="0"/>
            <a:r>
              <a:rPr lang="de-DE"/>
              <a:t>Mastertextformat bearbeiten</a:t>
            </a:r>
          </a:p>
        </p:txBody>
      </p:sp>
      <p:sp>
        <p:nvSpPr>
          <p:cNvPr id="30" name="Diagrammplatzhalter 8">
            <a:extLst>
              <a:ext uri="{FF2B5EF4-FFF2-40B4-BE49-F238E27FC236}">
                <a16:creationId xmlns:a16="http://schemas.microsoft.com/office/drawing/2014/main" id="{82F84FDF-40D0-4981-B1F5-E20639CEDD2E}"/>
              </a:ext>
            </a:extLst>
          </p:cNvPr>
          <p:cNvSpPr>
            <a:spLocks noGrp="1"/>
          </p:cNvSpPr>
          <p:nvPr>
            <p:ph type="chart" sz="quarter" idx="19"/>
          </p:nvPr>
        </p:nvSpPr>
        <p:spPr>
          <a:xfrm>
            <a:off x="6276000" y="1944000"/>
            <a:ext cx="3868373" cy="3204000"/>
          </a:xfrm>
        </p:spPr>
        <p:txBody>
          <a:bodyPr/>
          <a:lstStyle>
            <a:lvl1pPr marL="0" indent="0">
              <a:buNone/>
              <a:defRPr/>
            </a:lvl1pPr>
          </a:lstStyle>
          <a:p>
            <a:endParaRPr lang="de-DE" dirty="0"/>
          </a:p>
        </p:txBody>
      </p:sp>
    </p:spTree>
    <p:extLst>
      <p:ext uri="{BB962C8B-B14F-4D97-AF65-F5344CB8AC3E}">
        <p14:creationId xmlns:p14="http://schemas.microsoft.com/office/powerpoint/2010/main" val="2307548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59999" y="2874044"/>
            <a:ext cx="9158400" cy="2325712"/>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59999" y="1728000"/>
            <a:ext cx="9158400" cy="780950"/>
          </a:xfrm>
        </p:spPr>
        <p:txBody>
          <a:bodyPr/>
          <a:lstStyle>
            <a:lvl1pPr marL="0" indent="0">
              <a:buNone/>
              <a:defRPr/>
            </a:lvl1pPr>
          </a:lstStyle>
          <a:p>
            <a:endParaRPr lang="de-DE" dirty="0"/>
          </a:p>
        </p:txBody>
      </p:sp>
      <p:sp>
        <p:nvSpPr>
          <p:cNvPr id="12" name="Textplatzhalter 17">
            <a:extLst>
              <a:ext uri="{FF2B5EF4-FFF2-40B4-BE49-F238E27FC236}">
                <a16:creationId xmlns:a16="http://schemas.microsoft.com/office/drawing/2014/main" id="{5FF8A264-794E-45B1-A549-AD3AD03960DE}"/>
              </a:ext>
            </a:extLst>
          </p:cNvPr>
          <p:cNvSpPr>
            <a:spLocks noGrp="1"/>
          </p:cNvSpPr>
          <p:nvPr>
            <p:ph type="body" sz="quarter" idx="16"/>
          </p:nvPr>
        </p:nvSpPr>
        <p:spPr>
          <a:xfrm>
            <a:off x="359998" y="5463555"/>
            <a:ext cx="9158400"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4111989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dirty="0"/>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59999" y="2874044"/>
            <a:ext cx="9158400" cy="2325712"/>
          </a:xfrm>
        </p:spPr>
        <p:txBody>
          <a:bodyPr/>
          <a:lstStyle>
            <a:lvl1pPr marL="0" indent="0">
              <a:buNone/>
              <a:tabLst>
                <a:tab pos="5118100" algn="l"/>
              </a:tabLst>
              <a:defRPr/>
            </a:lvl1pPr>
          </a:lstStyle>
          <a:p>
            <a:endParaRPr lang="de-DE" dirty="0"/>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59999" y="1728000"/>
            <a:ext cx="9158400" cy="780950"/>
          </a:xfrm>
        </p:spPr>
        <p:txBody>
          <a:bodyPr/>
          <a:lstStyle>
            <a:lvl1pPr marL="0" indent="0">
              <a:buNone/>
              <a:defRPr/>
            </a:lvl1pPr>
          </a:lstStyle>
          <a:p>
            <a:endParaRPr lang="de-DE" dirty="0"/>
          </a:p>
        </p:txBody>
      </p:sp>
      <p:sp>
        <p:nvSpPr>
          <p:cNvPr id="3" name="Textplatzhalter 17">
            <a:extLst>
              <a:ext uri="{FF2B5EF4-FFF2-40B4-BE49-F238E27FC236}">
                <a16:creationId xmlns:a16="http://schemas.microsoft.com/office/drawing/2014/main" id="{F58BA37D-D936-DFFC-012E-332DD1E77F13}"/>
              </a:ext>
            </a:extLst>
          </p:cNvPr>
          <p:cNvSpPr>
            <a:spLocks noGrp="1"/>
          </p:cNvSpPr>
          <p:nvPr>
            <p:ph type="body" sz="quarter" idx="16"/>
          </p:nvPr>
        </p:nvSpPr>
        <p:spPr>
          <a:xfrm>
            <a:off x="359998" y="5463555"/>
            <a:ext cx="9158400"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
        <p:nvSpPr>
          <p:cNvPr id="9" name="Slide Number Placeholder 8">
            <a:extLst>
              <a:ext uri="{FF2B5EF4-FFF2-40B4-BE49-F238E27FC236}">
                <a16:creationId xmlns:a16="http://schemas.microsoft.com/office/drawing/2014/main" id="{611D18D0-3C57-E2A5-99A6-73B8E60180ED}"/>
              </a:ext>
            </a:extLst>
          </p:cNvPr>
          <p:cNvSpPr>
            <a:spLocks noGrp="1"/>
          </p:cNvSpPr>
          <p:nvPr>
            <p:ph type="sldNum" sz="quarter" idx="19"/>
          </p:nvPr>
        </p:nvSpPr>
        <p:spPr/>
        <p:txBody>
          <a:bodyPr/>
          <a:lstStyle/>
          <a:p>
            <a:fld id="{075B144D-941B-4DFC-AF5F-0416193D12EC}" type="slidenum">
              <a:rPr lang="de-DE" smtClean="0"/>
              <a:pPr/>
              <a:t>‹#›</a:t>
            </a:fld>
            <a:endParaRPr lang="de-DE" dirty="0"/>
          </a:p>
        </p:txBody>
      </p:sp>
    </p:spTree>
    <p:extLst>
      <p:ext uri="{BB962C8B-B14F-4D97-AF65-F5344CB8AC3E}">
        <p14:creationId xmlns:p14="http://schemas.microsoft.com/office/powerpoint/2010/main" val="1917264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17DB8FB4-2383-45B9-9AE6-EBC2F37106BB}"/>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60000" y="2874044"/>
            <a:ext cx="7528801" cy="2325712"/>
          </a:xfrm>
        </p:spPr>
        <p:txBody>
          <a:bodyPr/>
          <a:lstStyle>
            <a:lvl1pPr marL="0" indent="0">
              <a:buNone/>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60000" y="1728000"/>
            <a:ext cx="7528801" cy="780950"/>
          </a:xfrm>
        </p:spPr>
        <p:txBody>
          <a:bodyPr/>
          <a:lstStyle>
            <a:lvl1pPr marL="0" indent="0">
              <a:buNone/>
              <a:defRPr/>
            </a:lvl1pPr>
          </a:lstStyle>
          <a:p>
            <a:endParaRPr lang="de-DE" dirty="0"/>
          </a:p>
        </p:txBody>
      </p:sp>
      <p:sp>
        <p:nvSpPr>
          <p:cNvPr id="10" name="Textplatzhalter 9">
            <a:extLst>
              <a:ext uri="{FF2B5EF4-FFF2-40B4-BE49-F238E27FC236}">
                <a16:creationId xmlns:a16="http://schemas.microsoft.com/office/drawing/2014/main" id="{C96CA32A-ADBA-47A3-8757-69DCD77F6EE5}"/>
              </a:ext>
            </a:extLst>
          </p:cNvPr>
          <p:cNvSpPr>
            <a:spLocks noGrp="1"/>
          </p:cNvSpPr>
          <p:nvPr>
            <p:ph type="body" sz="quarter" idx="19"/>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17">
            <a:extLst>
              <a:ext uri="{FF2B5EF4-FFF2-40B4-BE49-F238E27FC236}">
                <a16:creationId xmlns:a16="http://schemas.microsoft.com/office/drawing/2014/main" id="{46958A4A-7CCB-D30A-146E-1052A140D507}"/>
              </a:ext>
            </a:extLst>
          </p:cNvPr>
          <p:cNvSpPr>
            <a:spLocks noGrp="1"/>
          </p:cNvSpPr>
          <p:nvPr>
            <p:ph type="body" sz="quarter" idx="16"/>
          </p:nvPr>
        </p:nvSpPr>
        <p:spPr>
          <a:xfrm>
            <a:off x="359998" y="5463555"/>
            <a:ext cx="7528802"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34353983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591944-6061-4359-A642-BF8A239B2620}"/>
              </a:ext>
            </a:extLst>
          </p:cNvPr>
          <p:cNvSpPr>
            <a:spLocks noGrp="1"/>
          </p:cNvSpPr>
          <p:nvPr>
            <p:ph type="title"/>
          </p:nvPr>
        </p:nvSpPr>
        <p:spPr/>
        <p:txBody>
          <a:bodyPr/>
          <a:lstStyle/>
          <a:p>
            <a:r>
              <a:rPr lang="de-DE"/>
              <a:t>Mastertitelformat bearbeiten</a:t>
            </a:r>
          </a:p>
        </p:txBody>
      </p:sp>
      <p:sp>
        <p:nvSpPr>
          <p:cNvPr id="8" name="Tabellenplatzhalter 7">
            <a:extLst>
              <a:ext uri="{FF2B5EF4-FFF2-40B4-BE49-F238E27FC236}">
                <a16:creationId xmlns:a16="http://schemas.microsoft.com/office/drawing/2014/main" id="{F255DF77-CD01-4D1B-BC9A-507F01212649}"/>
              </a:ext>
            </a:extLst>
          </p:cNvPr>
          <p:cNvSpPr>
            <a:spLocks noGrp="1"/>
          </p:cNvSpPr>
          <p:nvPr>
            <p:ph type="tbl" sz="quarter" idx="17"/>
          </p:nvPr>
        </p:nvSpPr>
        <p:spPr>
          <a:xfrm>
            <a:off x="360000" y="2874044"/>
            <a:ext cx="7528801" cy="2325712"/>
          </a:xfrm>
        </p:spPr>
        <p:txBody>
          <a:bodyPr/>
          <a:lstStyle>
            <a:lvl1pPr marL="0" indent="0">
              <a:buNone/>
              <a:defRPr>
                <a:latin typeface="SRH Text" panose="020B0503020204020204" pitchFamily="34" charset="0"/>
                <a:ea typeface="SRH Text" panose="020B0503020204020204" pitchFamily="34" charset="0"/>
                <a:cs typeface="SRH Text" panose="020B0503020204020204" pitchFamily="34" charset="0"/>
              </a:defRPr>
            </a:lvl1pPr>
          </a:lstStyle>
          <a:p>
            <a:endParaRPr lang="de-DE" dirty="0"/>
          </a:p>
        </p:txBody>
      </p:sp>
      <p:sp>
        <p:nvSpPr>
          <p:cNvPr id="6" name="Foliennummernplatzhalter 5">
            <a:extLst>
              <a:ext uri="{FF2B5EF4-FFF2-40B4-BE49-F238E27FC236}">
                <a16:creationId xmlns:a16="http://schemas.microsoft.com/office/drawing/2014/main" id="{86CB8D8A-0190-4905-BE9D-E7A8085E03E0}"/>
              </a:ext>
            </a:extLst>
          </p:cNvPr>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a:extLst>
              <a:ext uri="{FF2B5EF4-FFF2-40B4-BE49-F238E27FC236}">
                <a16:creationId xmlns:a16="http://schemas.microsoft.com/office/drawing/2014/main" id="{8722EC19-EBD0-46D7-BE18-A0FF5FD1E390}"/>
              </a:ext>
            </a:extLst>
          </p:cNvPr>
          <p:cNvSpPr>
            <a:spLocks noGrp="1"/>
          </p:cNvSpPr>
          <p:nvPr>
            <p:ph type="tbl" sz="quarter" idx="18"/>
          </p:nvPr>
        </p:nvSpPr>
        <p:spPr>
          <a:xfrm>
            <a:off x="360000" y="1728000"/>
            <a:ext cx="7528801" cy="780950"/>
          </a:xfrm>
        </p:spPr>
        <p:txBody>
          <a:bodyPr/>
          <a:lstStyle>
            <a:lvl1pPr marL="0" indent="0">
              <a:buNone/>
              <a:defRPr>
                <a:latin typeface="SRH Text" panose="020B0503020204020204" pitchFamily="34" charset="0"/>
                <a:ea typeface="SRH Text" panose="020B0503020204020204" pitchFamily="34" charset="0"/>
                <a:cs typeface="SRH Text" panose="020B0503020204020204" pitchFamily="34" charset="0"/>
              </a:defRPr>
            </a:lvl1pPr>
          </a:lstStyle>
          <a:p>
            <a:endParaRPr lang="de-DE" dirty="0"/>
          </a:p>
        </p:txBody>
      </p:sp>
      <p:sp>
        <p:nvSpPr>
          <p:cNvPr id="10" name="Textplatzhalter 9">
            <a:extLst>
              <a:ext uri="{FF2B5EF4-FFF2-40B4-BE49-F238E27FC236}">
                <a16:creationId xmlns:a16="http://schemas.microsoft.com/office/drawing/2014/main" id="{C96CA32A-ADBA-47A3-8757-69DCD77F6EE5}"/>
              </a:ext>
            </a:extLst>
          </p:cNvPr>
          <p:cNvSpPr>
            <a:spLocks noGrp="1"/>
          </p:cNvSpPr>
          <p:nvPr>
            <p:ph type="body" sz="quarter" idx="19"/>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17">
            <a:extLst>
              <a:ext uri="{FF2B5EF4-FFF2-40B4-BE49-F238E27FC236}">
                <a16:creationId xmlns:a16="http://schemas.microsoft.com/office/drawing/2014/main" id="{48982CEE-C30D-F03B-1D0F-BC08A58C3802}"/>
              </a:ext>
            </a:extLst>
          </p:cNvPr>
          <p:cNvSpPr>
            <a:spLocks noGrp="1"/>
          </p:cNvSpPr>
          <p:nvPr>
            <p:ph type="body" sz="quarter" idx="16"/>
          </p:nvPr>
        </p:nvSpPr>
        <p:spPr>
          <a:xfrm>
            <a:off x="359998" y="5463555"/>
            <a:ext cx="7528802" cy="494333"/>
          </a:xfrm>
        </p:spPr>
        <p:txBody>
          <a:bodyPr anchor="b"/>
          <a:lstStyle>
            <a:lvl1pPr marL="0" indent="0" algn="l">
              <a:spcBef>
                <a:spcPts val="0"/>
              </a:spcBef>
              <a:spcAft>
                <a:spcPts val="0"/>
              </a:spcAft>
              <a:buNone/>
              <a:defRPr sz="1200" b="0">
                <a:solidFill>
                  <a:schemeClr val="tx1"/>
                </a:solidFill>
              </a:defRPr>
            </a:lvl1pPr>
            <a:lvl2pPr marL="0" indent="0">
              <a:spcBef>
                <a:spcPts val="0"/>
              </a:spcBef>
              <a:spcAft>
                <a:spcPts val="0"/>
              </a:spcAft>
              <a:buNone/>
              <a:defRPr sz="1200" b="0"/>
            </a:lvl2pPr>
            <a:lvl3pPr marL="0" indent="0">
              <a:spcBef>
                <a:spcPts val="0"/>
              </a:spcBef>
              <a:spcAft>
                <a:spcPts val="0"/>
              </a:spcAft>
              <a:buFont typeface="Arial" panose="020B0604020202020204" pitchFamily="34" charset="0"/>
              <a:buNone/>
              <a:defRPr sz="1200" b="0">
                <a:solidFill>
                  <a:srgbClr val="2C2E2E"/>
                </a:solidFill>
              </a:defRPr>
            </a:lvl3pPr>
            <a:lvl4pPr marL="0" indent="0">
              <a:spcBef>
                <a:spcPts val="0"/>
              </a:spcBef>
              <a:spcAft>
                <a:spcPts val="0"/>
              </a:spcAft>
              <a:buNone/>
              <a:defRPr sz="1200" b="0">
                <a:solidFill>
                  <a:srgbClr val="2C2E2E"/>
                </a:solidFill>
              </a:defRPr>
            </a:lvl4pPr>
            <a:lvl5pPr marL="0" indent="0">
              <a:spcBef>
                <a:spcPts val="0"/>
              </a:spcBef>
              <a:spcAft>
                <a:spcPts val="0"/>
              </a:spcAft>
              <a:buNone/>
              <a:defRPr sz="1200" b="0">
                <a:solidFill>
                  <a:srgbClr val="2C2E2E"/>
                </a:solidFill>
              </a:defRPr>
            </a:lvl5pPr>
            <a:lvl6pPr marL="0" indent="0">
              <a:lnSpc>
                <a:spcPct val="110000"/>
              </a:lnSpc>
              <a:spcBef>
                <a:spcPts val="0"/>
              </a:spcBef>
              <a:spcAft>
                <a:spcPts val="0"/>
              </a:spcAft>
              <a:buNone/>
              <a:defRPr sz="1200" b="0">
                <a:solidFill>
                  <a:srgbClr val="2C2E2E"/>
                </a:solidFill>
              </a:defRPr>
            </a:lvl6pPr>
            <a:lvl7pPr marL="0" indent="0">
              <a:lnSpc>
                <a:spcPct val="110000"/>
              </a:lnSpc>
              <a:spcBef>
                <a:spcPts val="0"/>
              </a:spcBef>
              <a:spcAft>
                <a:spcPts val="0"/>
              </a:spcAft>
              <a:buNone/>
              <a:defRPr sz="1200" b="0">
                <a:solidFill>
                  <a:srgbClr val="2C2E2E"/>
                </a:solidFill>
                <a:latin typeface="+mn-lt"/>
              </a:defRPr>
            </a:lvl7pPr>
            <a:lvl8pPr marL="0" indent="0">
              <a:lnSpc>
                <a:spcPct val="110000"/>
              </a:lnSpc>
              <a:spcBef>
                <a:spcPts val="0"/>
              </a:spcBef>
              <a:spcAft>
                <a:spcPts val="0"/>
              </a:spcAft>
              <a:buNone/>
              <a:defRPr sz="1200" b="0">
                <a:solidFill>
                  <a:srgbClr val="2C2E2E"/>
                </a:solidFill>
                <a:latin typeface="+mn-lt"/>
              </a:defRPr>
            </a:lvl8pPr>
            <a:lvl9pPr marL="0" indent="0">
              <a:spcBef>
                <a:spcPts val="0"/>
              </a:spcBef>
              <a:spcAft>
                <a:spcPts val="0"/>
              </a:spcAft>
              <a:buNone/>
              <a:defRPr sz="12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1464736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000F0B-E229-41CB-A4F2-F8C9A639788D}"/>
              </a:ext>
            </a:extLst>
          </p:cNvPr>
          <p:cNvSpPr>
            <a:spLocks noGrp="1"/>
          </p:cNvSpPr>
          <p:nvPr>
            <p:ph type="title"/>
          </p:nvPr>
        </p:nvSpPr>
        <p:spPr/>
        <p:txBody>
          <a:bodyPr/>
          <a:lstStyle/>
          <a:p>
            <a:r>
              <a:rPr lang="de-DE" dirty="0"/>
              <a:t>Mastertitelformat bearbeiten</a:t>
            </a:r>
          </a:p>
        </p:txBody>
      </p:sp>
      <p:sp>
        <p:nvSpPr>
          <p:cNvPr id="5" name="Foliennummernplatzhalter 4">
            <a:extLst>
              <a:ext uri="{FF2B5EF4-FFF2-40B4-BE49-F238E27FC236}">
                <a16:creationId xmlns:a16="http://schemas.microsoft.com/office/drawing/2014/main" id="{E5AD5931-23CA-4583-B798-7C917D232CB6}"/>
              </a:ext>
            </a:extLst>
          </p:cNvPr>
          <p:cNvSpPr>
            <a:spLocks noGrp="1"/>
          </p:cNvSpPr>
          <p:nvPr>
            <p:ph type="sldNum" sz="quarter" idx="12"/>
          </p:nvPr>
        </p:nvSpPr>
        <p:spPr/>
        <p:txBody>
          <a:bodyPr/>
          <a:lstStyle>
            <a:lvl1pPr>
              <a:defRPr>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145327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el + graue Fläch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2383B0DD-5DF7-8F73-9406-5100CC2666F8}"/>
              </a:ext>
            </a:extLst>
          </p:cNvPr>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RH Text" panose="020B0503020204020204" pitchFamily="34" charset="0"/>
            </a:endParaRPr>
          </a:p>
        </p:txBody>
      </p:sp>
      <p:sp>
        <p:nvSpPr>
          <p:cNvPr id="2" name="Titel 1">
            <a:extLst>
              <a:ext uri="{FF2B5EF4-FFF2-40B4-BE49-F238E27FC236}">
                <a16:creationId xmlns:a16="http://schemas.microsoft.com/office/drawing/2014/main" id="{25000F0B-E229-41CB-A4F2-F8C9A639788D}"/>
              </a:ext>
            </a:extLst>
          </p:cNvPr>
          <p:cNvSpPr>
            <a:spLocks noGrp="1"/>
          </p:cNvSpPr>
          <p:nvPr>
            <p:ph type="title"/>
          </p:nvPr>
        </p:nvSpPr>
        <p:spPr/>
        <p:txBody>
          <a:bodyPr/>
          <a:lstStyle/>
          <a:p>
            <a:r>
              <a:rPr lang="de-DE" dirty="0"/>
              <a:t>Mastertitelformat bearbeiten</a:t>
            </a:r>
          </a:p>
        </p:txBody>
      </p:sp>
      <p:sp>
        <p:nvSpPr>
          <p:cNvPr id="5" name="Foliennummernplatzhalter 4">
            <a:extLst>
              <a:ext uri="{FF2B5EF4-FFF2-40B4-BE49-F238E27FC236}">
                <a16:creationId xmlns:a16="http://schemas.microsoft.com/office/drawing/2014/main" id="{E5AD5931-23CA-4583-B798-7C917D232CB6}"/>
              </a:ext>
            </a:extLst>
          </p:cNvPr>
          <p:cNvSpPr>
            <a:spLocks noGrp="1"/>
          </p:cNvSpPr>
          <p:nvPr>
            <p:ph type="sldNum" sz="quarter" idx="12"/>
          </p:nvPr>
        </p:nvSpPr>
        <p:spPr/>
        <p:txBody>
          <a:bodyPr/>
          <a:lstStyle>
            <a:lvl1pPr>
              <a:defRPr>
                <a:latin typeface="+mn-lt"/>
              </a:defRPr>
            </a:lvl1pPr>
          </a:lstStyle>
          <a:p>
            <a:fld id="{075B144D-941B-4DFC-AF5F-0416193D12EC}" type="slidenum">
              <a:rPr lang="de-DE" smtClean="0"/>
              <a:pPr/>
              <a:t>‹#›</a:t>
            </a:fld>
            <a:endParaRPr lang="de-DE"/>
          </a:p>
        </p:txBody>
      </p:sp>
    </p:spTree>
    <p:extLst>
      <p:ext uri="{BB962C8B-B14F-4D97-AF65-F5344CB8AC3E}">
        <p14:creationId xmlns:p14="http://schemas.microsoft.com/office/powerpoint/2010/main" val="241262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5FDE75B-FF1F-416F-A307-21032D7416B8}"/>
              </a:ext>
            </a:extLst>
          </p:cNvPr>
          <p:cNvSpPr>
            <a:spLocks noGrp="1"/>
          </p:cNvSpPr>
          <p:nvPr>
            <p:ph type="sldNum" sz="quarter" idx="12"/>
          </p:nvPr>
        </p:nvSpPr>
        <p:spPr/>
        <p:txBody>
          <a:bodyPr/>
          <a:lstStyle/>
          <a:p>
            <a:fld id="{075B144D-941B-4DFC-AF5F-0416193D12EC}" type="slidenum">
              <a:rPr lang="de-DE" smtClean="0"/>
              <a:t>‹#›</a:t>
            </a:fld>
            <a:endParaRPr lang="de-DE"/>
          </a:p>
        </p:txBody>
      </p:sp>
    </p:spTree>
    <p:extLst>
      <p:ext uri="{BB962C8B-B14F-4D97-AF65-F5344CB8AC3E}">
        <p14:creationId xmlns:p14="http://schemas.microsoft.com/office/powerpoint/2010/main" val="27005264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a:extLst>
              <a:ext uri="{FF2B5EF4-FFF2-40B4-BE49-F238E27FC236}">
                <a16:creationId xmlns:a16="http://schemas.microsoft.com/office/drawing/2014/main" id="{A89DF183-E411-4BC5-A0BE-9BB3970575D4}"/>
              </a:ext>
            </a:extLst>
          </p:cNvPr>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dirty="0">
              <a:latin typeface="SRH Text" panose="020B0503020204020204" pitchFamily="34" charset="0"/>
            </a:endParaRPr>
          </a:p>
        </p:txBody>
      </p:sp>
      <p:sp>
        <p:nvSpPr>
          <p:cNvPr id="12" name="Textfeld 11">
            <a:extLst>
              <a:ext uri="{FF2B5EF4-FFF2-40B4-BE49-F238E27FC236}">
                <a16:creationId xmlns:a16="http://schemas.microsoft.com/office/drawing/2014/main" id="{148E321B-0FFD-42B0-B89F-0A148F81F82A}"/>
              </a:ext>
            </a:extLst>
          </p:cNvPr>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SRH Headline" panose="020B0603020204020204" pitchFamily="34" charset="0"/>
                <a:ea typeface="SRH Headline" panose="020B0603020204020204" pitchFamily="34" charset="0"/>
                <a:cs typeface="SRH Headline" panose="020B0603020204020204" pitchFamily="34" charset="0"/>
              </a:rPr>
              <a:t>Any Questions?</a:t>
            </a:r>
          </a:p>
          <a:p>
            <a:r>
              <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rPr>
              <a:t>See you next time </a:t>
            </a:r>
            <a:r>
              <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sym typeface="Wingdings" panose="05000000000000000000" pitchFamily="2" charset="2"/>
              </a:rPr>
              <a:t></a:t>
            </a:r>
            <a:endParaRPr lang="de-DE" sz="4800" b="1" dirty="0">
              <a:solidFill>
                <a:srgbClr val="DF4807"/>
              </a:solidFill>
              <a:latin typeface="SRH Headline" panose="020B0603020204020204" pitchFamily="34" charset="0"/>
              <a:ea typeface="SRH Headline" panose="020B0603020204020204" pitchFamily="34" charset="0"/>
              <a:cs typeface="SRH Headline" panose="020B0603020204020204" pitchFamily="34" charset="0"/>
            </a:endParaRPr>
          </a:p>
        </p:txBody>
      </p:sp>
      <p:sp>
        <p:nvSpPr>
          <p:cNvPr id="9" name="Textplatzhalter 8">
            <a:extLst>
              <a:ext uri="{FF2B5EF4-FFF2-40B4-BE49-F238E27FC236}">
                <a16:creationId xmlns:a16="http://schemas.microsoft.com/office/drawing/2014/main" id="{4089409A-B58C-4672-A297-06D68AFA2FFD}"/>
              </a:ext>
            </a:extLst>
          </p:cNvPr>
          <p:cNvSpPr>
            <a:spLocks noGrp="1"/>
          </p:cNvSpPr>
          <p:nvPr>
            <p:ph type="body" sz="quarter" idx="13"/>
          </p:nvPr>
        </p:nvSpPr>
        <p:spPr>
          <a:xfrm>
            <a:off x="360000" y="4881435"/>
            <a:ext cx="4630928" cy="1272029"/>
          </a:xfrm>
        </p:spPr>
        <p:txBody>
          <a:bodyPr/>
          <a:lstStyle>
            <a:lvl1pPr marL="0" indent="0">
              <a:lnSpc>
                <a:spcPct val="110000"/>
              </a:lnSpc>
              <a:spcBef>
                <a:spcPts val="0"/>
              </a:spcBef>
              <a:spcAft>
                <a:spcPts val="0"/>
              </a:spcAft>
              <a:buNone/>
              <a:defRPr sz="1400" b="0">
                <a:solidFill>
                  <a:schemeClr val="tx1"/>
                </a:solidFill>
              </a:defRPr>
            </a:lvl1pPr>
            <a:lvl2pPr marL="0" indent="0">
              <a:lnSpc>
                <a:spcPct val="110000"/>
              </a:lnSpc>
              <a:spcBef>
                <a:spcPts val="0"/>
              </a:spcBef>
              <a:spcAft>
                <a:spcPts val="0"/>
              </a:spcAft>
              <a:buFont typeface="Arial" panose="020B0604020202020204" pitchFamily="34" charset="0"/>
              <a:buNone/>
              <a:defRPr sz="1400" b="0"/>
            </a:lvl2pPr>
            <a:lvl3pPr marL="0" indent="0">
              <a:lnSpc>
                <a:spcPct val="110000"/>
              </a:lnSpc>
              <a:spcBef>
                <a:spcPts val="0"/>
              </a:spcBef>
              <a:spcAft>
                <a:spcPts val="0"/>
              </a:spcAft>
              <a:buFont typeface="Arial" panose="020B0604020202020204" pitchFamily="34" charset="0"/>
              <a:buNone/>
              <a:defRPr sz="1400" b="0">
                <a:solidFill>
                  <a:srgbClr val="2C2E2E"/>
                </a:solidFill>
              </a:defRPr>
            </a:lvl3pPr>
            <a:lvl4pPr marL="0" indent="0">
              <a:lnSpc>
                <a:spcPct val="110000"/>
              </a:lnSpc>
              <a:spcBef>
                <a:spcPts val="0"/>
              </a:spcBef>
              <a:spcAft>
                <a:spcPts val="0"/>
              </a:spcAft>
              <a:buFont typeface="Arial" panose="020B0604020202020204" pitchFamily="34" charset="0"/>
              <a:buNone/>
              <a:defRPr sz="1400" b="0">
                <a:solidFill>
                  <a:srgbClr val="2C2E2E"/>
                </a:solidFill>
              </a:defRPr>
            </a:lvl4pPr>
            <a:lvl5pPr marL="0" indent="0">
              <a:lnSpc>
                <a:spcPct val="110000"/>
              </a:lnSpc>
              <a:spcBef>
                <a:spcPts val="0"/>
              </a:spcBef>
              <a:spcAft>
                <a:spcPts val="0"/>
              </a:spcAft>
              <a:buFont typeface="Arial" panose="020B0604020202020204" pitchFamily="34" charset="0"/>
              <a:buNone/>
              <a:defRPr sz="1400" b="0">
                <a:solidFill>
                  <a:srgbClr val="2C2E2E"/>
                </a:solidFill>
              </a:defRPr>
            </a:lvl5pPr>
            <a:lvl6pPr marL="0" indent="0">
              <a:lnSpc>
                <a:spcPct val="110000"/>
              </a:lnSpc>
              <a:spcBef>
                <a:spcPts val="0"/>
              </a:spcBef>
              <a:spcAft>
                <a:spcPts val="0"/>
              </a:spcAft>
              <a:buFont typeface="Arial" panose="020B0604020202020204" pitchFamily="34" charset="0"/>
              <a:buNone/>
              <a:defRPr sz="1400" b="0">
                <a:solidFill>
                  <a:srgbClr val="2C2E2E"/>
                </a:solidFill>
              </a:defRPr>
            </a:lvl6pPr>
            <a:lvl7pPr marL="0" indent="0">
              <a:lnSpc>
                <a:spcPct val="110000"/>
              </a:lnSpc>
              <a:spcBef>
                <a:spcPts val="0"/>
              </a:spcBef>
              <a:spcAft>
                <a:spcPts val="0"/>
              </a:spcAft>
              <a:buFont typeface="Arial" panose="020B0604020202020204" pitchFamily="34" charset="0"/>
              <a:buNone/>
              <a:defRPr sz="1400" b="0">
                <a:solidFill>
                  <a:srgbClr val="2C2E2E"/>
                </a:solidFill>
              </a:defRPr>
            </a:lvl7pPr>
            <a:lvl8pPr marL="0" indent="0">
              <a:lnSpc>
                <a:spcPct val="110000"/>
              </a:lnSpc>
              <a:spcBef>
                <a:spcPts val="0"/>
              </a:spcBef>
              <a:spcAft>
                <a:spcPts val="0"/>
              </a:spcAft>
              <a:buFont typeface="Arial" panose="020B0604020202020204" pitchFamily="34" charset="0"/>
              <a:buNone/>
              <a:defRPr sz="1400" b="0">
                <a:solidFill>
                  <a:srgbClr val="2C2E2E"/>
                </a:solidFill>
              </a:defRPr>
            </a:lvl8pPr>
            <a:lvl9pPr marL="0" indent="0">
              <a:lnSpc>
                <a:spcPct val="110000"/>
              </a:lnSpc>
              <a:spcBef>
                <a:spcPts val="0"/>
              </a:spcBef>
              <a:spcAft>
                <a:spcPts val="0"/>
              </a:spcAft>
              <a:buFont typeface="Arial" panose="020B0604020202020204" pitchFamily="34" charset="0"/>
              <a:buNone/>
              <a:defRPr sz="1400" b="0">
                <a:solidFill>
                  <a:srgbClr val="2C2E2E"/>
                </a:solidFill>
              </a:defRPr>
            </a:lvl9pPr>
          </a:lstStyle>
          <a:p>
            <a:pPr lvl="0"/>
            <a:r>
              <a:rPr lang="de-DE"/>
              <a:t>Mastertextformat bearbeiten</a:t>
            </a:r>
          </a:p>
        </p:txBody>
      </p:sp>
    </p:spTree>
    <p:extLst>
      <p:ext uri="{BB962C8B-B14F-4D97-AF65-F5344CB8AC3E}">
        <p14:creationId xmlns:p14="http://schemas.microsoft.com/office/powerpoint/2010/main" val="9776034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a:extLst>
              <a:ext uri="{FF2B5EF4-FFF2-40B4-BE49-F238E27FC236}">
                <a16:creationId xmlns:a16="http://schemas.microsoft.com/office/drawing/2014/main" id="{148E321B-0FFD-42B0-B89F-0A148F81F82A}"/>
              </a:ext>
            </a:extLst>
          </p:cNvPr>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t>Vielen Dank für Ihre </a:t>
            </a:r>
            <a:b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br>
            <a:r>
              <a:rPr lang="de-DE" sz="4800" b="1" dirty="0">
                <a:solidFill>
                  <a:schemeClr val="bg1"/>
                </a:solidFill>
                <a:latin typeface="SRH Headline" panose="020B0603020204020204" pitchFamily="34" charset="0"/>
                <a:ea typeface="SRH Headline" panose="020B0603020204020204" pitchFamily="34" charset="0"/>
                <a:cs typeface="SRH Headline" panose="020B0603020204020204" pitchFamily="34" charset="0"/>
              </a:rPr>
              <a:t>Aufmerksamkeit!</a:t>
            </a:r>
          </a:p>
        </p:txBody>
      </p:sp>
      <p:sp>
        <p:nvSpPr>
          <p:cNvPr id="6" name="Freihandform: Form 5">
            <a:extLst>
              <a:ext uri="{FF2B5EF4-FFF2-40B4-BE49-F238E27FC236}">
                <a16:creationId xmlns:a16="http://schemas.microsoft.com/office/drawing/2014/main" id="{AD93ACF1-E5AA-4FCA-9C8B-47AAB1BA68EF}"/>
              </a:ext>
            </a:extLst>
          </p:cNvPr>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dirty="0">
              <a:latin typeface="SRH Text" panose="020B0503020204020204" pitchFamily="34" charset="0"/>
            </a:endParaRPr>
          </a:p>
        </p:txBody>
      </p:sp>
      <p:pic>
        <p:nvPicPr>
          <p:cNvPr id="7" name="Grafik 6">
            <a:extLst>
              <a:ext uri="{FF2B5EF4-FFF2-40B4-BE49-F238E27FC236}">
                <a16:creationId xmlns:a16="http://schemas.microsoft.com/office/drawing/2014/main" id="{6E066742-228D-427F-905A-967890648B2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2" name="Textplatzhalter 8">
            <a:extLst>
              <a:ext uri="{FF2B5EF4-FFF2-40B4-BE49-F238E27FC236}">
                <a16:creationId xmlns:a16="http://schemas.microsoft.com/office/drawing/2014/main" id="{6971E219-B703-EDCC-A086-1CF2E0C20E5A}"/>
              </a:ext>
            </a:extLst>
          </p:cNvPr>
          <p:cNvSpPr>
            <a:spLocks noGrp="1"/>
          </p:cNvSpPr>
          <p:nvPr>
            <p:ph type="body" sz="quarter" idx="13"/>
          </p:nvPr>
        </p:nvSpPr>
        <p:spPr>
          <a:xfrm>
            <a:off x="360000" y="4881435"/>
            <a:ext cx="4630928" cy="1272029"/>
          </a:xfrm>
        </p:spPr>
        <p:txBody>
          <a:bodyPr/>
          <a:lstStyle>
            <a:lvl1pPr marL="0" indent="0">
              <a:lnSpc>
                <a:spcPct val="110000"/>
              </a:lnSpc>
              <a:spcBef>
                <a:spcPts val="0"/>
              </a:spcBef>
              <a:spcAft>
                <a:spcPts val="0"/>
              </a:spcAft>
              <a:buNone/>
              <a:defRPr sz="1200" b="1">
                <a:solidFill>
                  <a:schemeClr val="bg1"/>
                </a:solidFill>
              </a:defRPr>
            </a:lvl1pPr>
            <a:lvl2pPr marL="0" indent="0">
              <a:lnSpc>
                <a:spcPct val="110000"/>
              </a:lnSpc>
              <a:spcBef>
                <a:spcPts val="0"/>
              </a:spcBef>
              <a:spcAft>
                <a:spcPts val="0"/>
              </a:spcAft>
              <a:buFont typeface="Arial" panose="020B0604020202020204" pitchFamily="34" charset="0"/>
              <a:buNone/>
              <a:defRPr sz="1200" b="1">
                <a:solidFill>
                  <a:schemeClr val="bg1"/>
                </a:solidFill>
              </a:defRPr>
            </a:lvl2pPr>
            <a:lvl3pPr marL="0" indent="0">
              <a:lnSpc>
                <a:spcPct val="110000"/>
              </a:lnSpc>
              <a:spcBef>
                <a:spcPts val="0"/>
              </a:spcBef>
              <a:spcAft>
                <a:spcPts val="0"/>
              </a:spcAft>
              <a:buFont typeface="Arial" panose="020B0604020202020204" pitchFamily="34" charset="0"/>
              <a:buNone/>
              <a:defRPr sz="1200" b="1">
                <a:solidFill>
                  <a:schemeClr val="bg1"/>
                </a:solidFill>
              </a:defRPr>
            </a:lvl3pPr>
            <a:lvl4pPr marL="0" indent="0">
              <a:lnSpc>
                <a:spcPct val="110000"/>
              </a:lnSpc>
              <a:spcBef>
                <a:spcPts val="0"/>
              </a:spcBef>
              <a:spcAft>
                <a:spcPts val="0"/>
              </a:spcAft>
              <a:buFont typeface="Arial" panose="020B0604020202020204" pitchFamily="34" charset="0"/>
              <a:buNone/>
              <a:defRPr sz="1200" b="1">
                <a:solidFill>
                  <a:schemeClr val="bg1"/>
                </a:solidFill>
              </a:defRPr>
            </a:lvl4pPr>
            <a:lvl5pPr marL="0" indent="0">
              <a:lnSpc>
                <a:spcPct val="110000"/>
              </a:lnSpc>
              <a:spcBef>
                <a:spcPts val="0"/>
              </a:spcBef>
              <a:spcAft>
                <a:spcPts val="0"/>
              </a:spcAft>
              <a:buFont typeface="Arial" panose="020B0604020202020204" pitchFamily="34" charset="0"/>
              <a:buNone/>
              <a:defRPr sz="1200" b="1">
                <a:solidFill>
                  <a:schemeClr val="bg1"/>
                </a:solidFill>
              </a:defRPr>
            </a:lvl5pPr>
            <a:lvl6pPr marL="0" indent="0">
              <a:lnSpc>
                <a:spcPct val="110000"/>
              </a:lnSpc>
              <a:spcBef>
                <a:spcPts val="0"/>
              </a:spcBef>
              <a:spcAft>
                <a:spcPts val="0"/>
              </a:spcAft>
              <a:buFont typeface="Arial" panose="020B0604020202020204" pitchFamily="34" charset="0"/>
              <a:buNone/>
              <a:defRPr sz="1200" b="1">
                <a:solidFill>
                  <a:schemeClr val="bg1"/>
                </a:solidFill>
              </a:defRPr>
            </a:lvl6pPr>
            <a:lvl7pPr marL="0" indent="0">
              <a:lnSpc>
                <a:spcPct val="110000"/>
              </a:lnSpc>
              <a:spcBef>
                <a:spcPts val="0"/>
              </a:spcBef>
              <a:spcAft>
                <a:spcPts val="0"/>
              </a:spcAft>
              <a:buFont typeface="Arial" panose="020B0604020202020204" pitchFamily="34" charset="0"/>
              <a:buNone/>
              <a:defRPr sz="1200" b="1">
                <a:solidFill>
                  <a:schemeClr val="bg1"/>
                </a:solidFill>
              </a:defRPr>
            </a:lvl7pPr>
            <a:lvl8pPr marL="0" indent="0">
              <a:lnSpc>
                <a:spcPct val="110000"/>
              </a:lnSpc>
              <a:spcBef>
                <a:spcPts val="0"/>
              </a:spcBef>
              <a:spcAft>
                <a:spcPts val="0"/>
              </a:spcAft>
              <a:buFont typeface="Arial" panose="020B0604020202020204" pitchFamily="34" charset="0"/>
              <a:buNone/>
              <a:defRPr sz="1200" b="1">
                <a:solidFill>
                  <a:schemeClr val="bg1"/>
                </a:solidFill>
              </a:defRPr>
            </a:lvl8pPr>
            <a:lvl9pPr marL="0" indent="0">
              <a:lnSpc>
                <a:spcPct val="110000"/>
              </a:lnSpc>
              <a:spcBef>
                <a:spcPts val="0"/>
              </a:spcBef>
              <a:spcAft>
                <a:spcPts val="0"/>
              </a:spcAft>
              <a:buFont typeface="Arial" panose="020B0604020202020204" pitchFamily="34" charset="0"/>
              <a:buNone/>
              <a:defRPr sz="1200" b="1">
                <a:solidFill>
                  <a:schemeClr val="bg1"/>
                </a:solidFill>
              </a:defRPr>
            </a:lvl9pPr>
          </a:lstStyle>
          <a:p>
            <a:pPr lvl="0"/>
            <a:r>
              <a:rPr lang="de-DE"/>
              <a:t>Mastertextformat bearbeiten</a:t>
            </a:r>
          </a:p>
        </p:txBody>
      </p:sp>
    </p:spTree>
    <p:extLst>
      <p:ext uri="{BB962C8B-B14F-4D97-AF65-F5344CB8AC3E}">
        <p14:creationId xmlns:p14="http://schemas.microsoft.com/office/powerpoint/2010/main" val="2265778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0072B7B4-27E0-4F7C-BEF9-A2BE5E461AF3}"/>
              </a:ext>
            </a:extLst>
          </p:cNvPr>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mn-lt"/>
                <a:ea typeface="SRH Text" panose="020B0503020204020204" pitchFamily="34" charset="0"/>
                <a:cs typeface="SRH Text" panose="020B0503020204020204" pitchFamily="34" charset="0"/>
              </a:defRPr>
            </a:lvl1pPr>
          </a:lstStyle>
          <a:p>
            <a:fld id="{075B144D-941B-4DFC-AF5F-0416193D12EC}" type="slidenum">
              <a:rPr lang="de-DE" smtClean="0"/>
              <a:pPr/>
              <a:t>‹#›</a:t>
            </a:fld>
            <a:endParaRPr lang="de-DE" dirty="0"/>
          </a:p>
        </p:txBody>
      </p:sp>
      <p:sp>
        <p:nvSpPr>
          <p:cNvPr id="3" name="Textplatzhalter 2">
            <a:extLst>
              <a:ext uri="{FF2B5EF4-FFF2-40B4-BE49-F238E27FC236}">
                <a16:creationId xmlns:a16="http://schemas.microsoft.com/office/drawing/2014/main" id="{53CA1C0B-8B72-4C84-BAB1-FEBDDAC945E9}"/>
              </a:ext>
            </a:extLst>
          </p:cNvPr>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a:t>1Copy mit Bulletpoint </a:t>
            </a:r>
            <a:r>
              <a:rPr lang="de-DE" dirty="0"/>
              <a:t>18 Pt.</a:t>
            </a:r>
          </a:p>
          <a:p>
            <a:pPr lvl="1"/>
            <a:r>
              <a:rPr lang="de-DE"/>
              <a:t>2Copy mit Bulletpoint, eingerückt 16 Pt.</a:t>
            </a:r>
          </a:p>
          <a:p>
            <a:pPr lvl="2"/>
            <a:r>
              <a:rPr lang="de-DE"/>
              <a:t>3Copy mit Bulletpoint, eingerückt 16 Pt.</a:t>
            </a:r>
          </a:p>
          <a:p>
            <a:pPr lvl="3"/>
            <a:r>
              <a:rPr lang="de-DE"/>
              <a:t>4Copy mit Bulletpoint 18 Pt</a:t>
            </a:r>
          </a:p>
          <a:p>
            <a:pPr lvl="4"/>
            <a:r>
              <a:rPr lang="de-DE"/>
              <a:t>5Copy mit Bulletpoint 18 Pt.</a:t>
            </a:r>
            <a:endParaRPr lang="de-DE" dirty="0"/>
          </a:p>
          <a:p>
            <a:pPr lvl="5"/>
            <a:r>
              <a:rPr lang="de-DE"/>
              <a:t>6Copy mit Bulletpoint 18 Pt.</a:t>
            </a:r>
            <a:endParaRPr lang="de-DE" dirty="0"/>
          </a:p>
          <a:p>
            <a:pPr lvl="6"/>
            <a:r>
              <a:rPr lang="de-DE"/>
              <a:t>7Copy mit Bulletpoint 18 </a:t>
            </a:r>
            <a:r>
              <a:rPr lang="de-DE" dirty="0"/>
              <a:t>Pt.</a:t>
            </a:r>
          </a:p>
          <a:p>
            <a:pPr lvl="7"/>
            <a:r>
              <a:rPr lang="de-DE"/>
              <a:t>8Copy mit Bulletpoint 18 Pt.</a:t>
            </a:r>
            <a:endParaRPr lang="de-DE" dirty="0"/>
          </a:p>
          <a:p>
            <a:pPr lvl="8"/>
            <a:r>
              <a:rPr lang="de-DE"/>
              <a:t>9Copy mit Bulletpoint 18 Pt. </a:t>
            </a:r>
            <a:endParaRPr lang="de-DE" dirty="0"/>
          </a:p>
        </p:txBody>
      </p:sp>
      <p:sp>
        <p:nvSpPr>
          <p:cNvPr id="2" name="Titelplatzhalter 1">
            <a:extLst>
              <a:ext uri="{FF2B5EF4-FFF2-40B4-BE49-F238E27FC236}">
                <a16:creationId xmlns:a16="http://schemas.microsoft.com/office/drawing/2014/main" id="{92B4C745-B760-4320-98AD-BE2F6A54EBB9}"/>
              </a:ext>
            </a:extLst>
          </p:cNvPr>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a:extLst>
              <a:ext uri="{FF2B5EF4-FFF2-40B4-BE49-F238E27FC236}">
                <a16:creationId xmlns:a16="http://schemas.microsoft.com/office/drawing/2014/main" id="{E5453D28-3A12-4B40-BDC5-01A066B0461A}"/>
              </a:ext>
            </a:extLst>
          </p:cNvPr>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dirty="0">
              <a:latin typeface="SRH Text" panose="020B0503020204020204" pitchFamily="34" charset="0"/>
            </a:endParaRPr>
          </a:p>
        </p:txBody>
      </p:sp>
    </p:spTree>
    <p:extLst>
      <p:ext uri="{BB962C8B-B14F-4D97-AF65-F5344CB8AC3E}">
        <p14:creationId xmlns:p14="http://schemas.microsoft.com/office/powerpoint/2010/main" val="1098669299"/>
      </p:ext>
    </p:extLst>
  </p:cSld>
  <p:clrMap bg1="lt1" tx1="dk1" bg2="lt2" tx2="dk2" accent1="accent1" accent2="accent2" accent3="accent3" accent4="accent4" accent5="accent5" accent6="accent6" hlink="hlink" folHlink="folHlink"/>
  <p:sldLayoutIdLst>
    <p:sldLayoutId id="2147483679" r:id="rId1"/>
    <p:sldLayoutId id="2147483649" r:id="rId2"/>
    <p:sldLayoutId id="2147483676" r:id="rId3"/>
    <p:sldLayoutId id="2147483687" r:id="rId4"/>
    <p:sldLayoutId id="2147483650" r:id="rId5"/>
    <p:sldLayoutId id="2147483691" r:id="rId6"/>
    <p:sldLayoutId id="2147483651" r:id="rId7"/>
    <p:sldLayoutId id="2147483666" r:id="rId8"/>
    <p:sldLayoutId id="2147483686" r:id="rId9"/>
    <p:sldLayoutId id="2147483667" r:id="rId10"/>
    <p:sldLayoutId id="2147483664" r:id="rId11"/>
    <p:sldLayoutId id="2147483665" r:id="rId12"/>
    <p:sldLayoutId id="2147483661" r:id="rId13"/>
    <p:sldLayoutId id="2147483671" r:id="rId14"/>
    <p:sldLayoutId id="2147483672" r:id="rId15"/>
    <p:sldLayoutId id="2147483692" r:id="rId16"/>
    <p:sldLayoutId id="2147483694" r:id="rId17"/>
    <p:sldLayoutId id="2147483678" r:id="rId18"/>
    <p:sldLayoutId id="2147483673" r:id="rId19"/>
    <p:sldLayoutId id="2147483677" r:id="rId20"/>
    <p:sldLayoutId id="2147483683" r:id="rId21"/>
    <p:sldLayoutId id="2147483680" r:id="rId22"/>
    <p:sldLayoutId id="2147483684" r:id="rId23"/>
    <p:sldLayoutId id="2147483654" r:id="rId24"/>
    <p:sldLayoutId id="2147483693" r:id="rId25"/>
    <p:sldLayoutId id="2147483655" r:id="rId26"/>
    <p:sldLayoutId id="2147483681" r:id="rId27"/>
    <p:sldLayoutId id="2147483682" r:id="rId28"/>
  </p:sldLayoutIdLst>
  <p:hf hdr="0"/>
  <p:txStyles>
    <p:titleStyle>
      <a:lvl1pPr algn="l" defTabSz="914400" rtl="0" eaLnBrk="1" latinLnBrk="0" hangingPunct="1">
        <a:lnSpc>
          <a:spcPct val="100000"/>
        </a:lnSpc>
        <a:spcBef>
          <a:spcPct val="0"/>
        </a:spcBef>
        <a:buNone/>
        <a:defRPr sz="3000" b="1" kern="1200">
          <a:solidFill>
            <a:schemeClr val="tx1"/>
          </a:solidFill>
          <a:latin typeface="+mj-lt"/>
          <a:ea typeface="SRH Headline" panose="020B0603020204020204" pitchFamily="34" charset="0"/>
          <a:cs typeface="SRH Headline" panose="020B0603020204020204" pitchFamily="34" charset="0"/>
        </a:defRPr>
      </a:lvl1pPr>
    </p:titleStyle>
    <p:bodyStyle>
      <a:lvl1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1pPr>
      <a:lvl2pPr marL="720000" indent="-360000" algn="l" defTabSz="914400" rtl="0" eaLnBrk="1" latinLnBrk="0" hangingPunct="1">
        <a:lnSpc>
          <a:spcPct val="110000"/>
        </a:lnSpc>
        <a:spcBef>
          <a:spcPts val="300"/>
        </a:spcBef>
        <a:spcAft>
          <a:spcPts val="0"/>
        </a:spcAft>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2pPr>
      <a:lvl3pPr marL="1080000" indent="-360000" algn="l" defTabSz="914400" rtl="0" eaLnBrk="1" latinLnBrk="0" hangingPunct="1">
        <a:lnSpc>
          <a:spcPct val="110000"/>
        </a:lnSpc>
        <a:spcBef>
          <a:spcPts val="300"/>
        </a:spcBef>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3pPr>
      <a:lvl4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4pPr>
      <a:lvl5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5pPr>
      <a:lvl6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6pPr>
      <a:lvl7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Headline" panose="020B0603020204020204" pitchFamily="34" charset="0"/>
          <a:cs typeface="SRH Headline" panose="020B0603020204020204" pitchFamily="34" charset="0"/>
        </a:defRPr>
      </a:lvl7pPr>
      <a:lvl8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8pPr>
      <a:lvl9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26">
          <p15:clr>
            <a:srgbClr val="F26B43"/>
          </p15:clr>
        </p15:guide>
        <p15:guide id="4" pos="7453">
          <p15:clr>
            <a:srgbClr val="F26B43"/>
          </p15:clr>
        </p15:guide>
        <p15:guide id="5" orient="horz">
          <p15:clr>
            <a:srgbClr val="F26B43"/>
          </p15:clr>
        </p15:guide>
        <p15:guide id="6" orient="horz" pos="4320">
          <p15:clr>
            <a:srgbClr val="F26B43"/>
          </p15:clr>
        </p15:guide>
        <p15:guide id="7" orient="horz" pos="1088">
          <p15:clr>
            <a:srgbClr val="F26B43"/>
          </p15:clr>
        </p15:guide>
        <p15:guide id="8" orient="horz" pos="3753">
          <p15:clr>
            <a:srgbClr val="F26B43"/>
          </p15:clr>
        </p15:guide>
        <p15:guide id="9" orient="horz" pos="690">
          <p15:clr>
            <a:srgbClr val="F26B43"/>
          </p15:clr>
        </p15:guide>
        <p15:guide id="10" pos="59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4.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5.sv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27.png"/><Relationship Id="rId5" Type="http://schemas.openxmlformats.org/officeDocument/2006/relationships/image" Target="../media/image23.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hyperlink" Target="mailto:ghadeer.mobasher@srh-hochschulen.de" TargetMode="External"/><Relationship Id="rId2" Type="http://schemas.openxmlformats.org/officeDocument/2006/relationships/notesSlide" Target="../notesSlides/notesSlide21.xml"/><Relationship Id="rId1" Type="http://schemas.openxmlformats.org/officeDocument/2006/relationships/slideLayout" Target="../slideLayouts/slideLayout27.xml"/><Relationship Id="rId5" Type="http://schemas.openxmlformats.org/officeDocument/2006/relationships/image" Target="../media/image31.png"/><Relationship Id="rId4" Type="http://schemas.openxmlformats.org/officeDocument/2006/relationships/hyperlink" Target="https://www.linkedin.com/in/ghadeermobash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C7B85632-E4AE-45C1-B77F-DC305DB7A4D9}"/>
              </a:ext>
            </a:extLst>
          </p:cNvPr>
          <p:cNvSpPr>
            <a:spLocks noGrp="1"/>
          </p:cNvSpPr>
          <p:nvPr>
            <p:ph type="title"/>
          </p:nvPr>
        </p:nvSpPr>
        <p:spPr>
          <a:xfrm>
            <a:off x="0" y="1477746"/>
            <a:ext cx="12366538" cy="1406038"/>
          </a:xfrm>
        </p:spPr>
        <p:txBody>
          <a:bodyPr/>
          <a:lstStyle/>
          <a:p>
            <a:pPr algn="ctr"/>
            <a:r>
              <a:rPr lang="en-GB" sz="4500" dirty="0"/>
              <a:t>Python Foundations for Data Science</a:t>
            </a:r>
            <a:br>
              <a:rPr lang="en-GB" sz="4500" dirty="0"/>
            </a:br>
            <a:br>
              <a:rPr lang="en-GB" sz="4500" dirty="0"/>
            </a:br>
            <a:endParaRPr lang="de-DE" sz="4500" dirty="0"/>
          </a:p>
        </p:txBody>
      </p:sp>
      <p:sp>
        <p:nvSpPr>
          <p:cNvPr id="6" name="Fußzeilenplatzhalter 5">
            <a:extLst>
              <a:ext uri="{FF2B5EF4-FFF2-40B4-BE49-F238E27FC236}">
                <a16:creationId xmlns:a16="http://schemas.microsoft.com/office/drawing/2014/main" id="{1F6E6FC4-C5A8-42EB-8C76-017ABA498F4B}"/>
              </a:ext>
            </a:extLst>
          </p:cNvPr>
          <p:cNvSpPr>
            <a:spLocks noGrp="1"/>
          </p:cNvSpPr>
          <p:nvPr>
            <p:ph type="ftr" sz="quarter" idx="4294967295"/>
          </p:nvPr>
        </p:nvSpPr>
        <p:spPr>
          <a:xfrm>
            <a:off x="2848154" y="6202767"/>
            <a:ext cx="6495690" cy="365125"/>
          </a:xfrm>
          <a:prstGeom prst="rect">
            <a:avLst/>
          </a:prstGeom>
        </p:spPr>
        <p:txBody>
          <a:bodyPr/>
          <a:lstStyle/>
          <a:p>
            <a:pPr algn="ctr"/>
            <a:r>
              <a:rPr lang="de-DE" sz="2400" b="1" dirty="0">
                <a:solidFill>
                  <a:srgbClr val="2C2E2E"/>
                </a:solidFill>
              </a:rPr>
              <a:t>Dr. Ghadeer Mobasher</a:t>
            </a:r>
          </a:p>
        </p:txBody>
      </p:sp>
      <p:sp>
        <p:nvSpPr>
          <p:cNvPr id="8" name="TextBox 7">
            <a:extLst>
              <a:ext uri="{FF2B5EF4-FFF2-40B4-BE49-F238E27FC236}">
                <a16:creationId xmlns:a16="http://schemas.microsoft.com/office/drawing/2014/main" id="{D2C9CD85-AEC2-EA9F-A307-E9A335CBF91F}"/>
              </a:ext>
            </a:extLst>
          </p:cNvPr>
          <p:cNvSpPr txBox="1"/>
          <p:nvPr/>
        </p:nvSpPr>
        <p:spPr>
          <a:xfrm>
            <a:off x="1387131" y="2298946"/>
            <a:ext cx="9192451" cy="1015663"/>
          </a:xfrm>
          <a:prstGeom prst="rect">
            <a:avLst/>
          </a:prstGeom>
          <a:noFill/>
        </p:spPr>
        <p:txBody>
          <a:bodyPr wrap="square">
            <a:spAutoFit/>
          </a:bodyPr>
          <a:lstStyle/>
          <a:p>
            <a:pPr algn="ctr"/>
            <a:r>
              <a:rPr lang="en-GB" sz="2000" b="1" dirty="0">
                <a:solidFill>
                  <a:srgbClr val="2C2E2E"/>
                </a:solidFill>
                <a:effectLst>
                  <a:outerShdw blurRad="38100" dist="38100" dir="2700000" algn="tl">
                    <a:srgbClr val="000000">
                      <a:alpha val="43137"/>
                    </a:srgbClr>
                  </a:outerShdw>
                </a:effectLst>
              </a:rPr>
              <a:t>Week(4)</a:t>
            </a:r>
            <a:r>
              <a:rPr lang="en-GB" sz="2000" dirty="0">
                <a:solidFill>
                  <a:srgbClr val="2C2E2E"/>
                </a:solidFill>
              </a:rPr>
              <a:t>: Functions &amp; Modular Programming</a:t>
            </a:r>
            <a:endParaRPr lang="en-US" sz="2000" dirty="0">
              <a:solidFill>
                <a:srgbClr val="2C2E2E"/>
              </a:solidFill>
            </a:endParaRPr>
          </a:p>
          <a:p>
            <a:pPr algn="ctr"/>
            <a:endParaRPr lang="en-US" sz="2000" dirty="0">
              <a:solidFill>
                <a:schemeClr val="tx1">
                  <a:lumMod val="75000"/>
                </a:schemeClr>
              </a:solidFill>
            </a:endParaRPr>
          </a:p>
          <a:p>
            <a:pPr algn="ctr"/>
            <a:r>
              <a:rPr lang="en-GB" sz="2000" dirty="0">
                <a:solidFill>
                  <a:schemeClr val="accent1"/>
                </a:solidFill>
              </a:rPr>
              <a:t>Thursday, 7</a:t>
            </a:r>
            <a:r>
              <a:rPr lang="en-GB" sz="2000" baseline="30000" dirty="0">
                <a:solidFill>
                  <a:schemeClr val="accent1"/>
                </a:solidFill>
              </a:rPr>
              <a:t>th</a:t>
            </a:r>
            <a:r>
              <a:rPr lang="en-GB" sz="2000" dirty="0">
                <a:solidFill>
                  <a:schemeClr val="accent1"/>
                </a:solidFill>
              </a:rPr>
              <a:t>  May 2026, 09:30–12:45</a:t>
            </a:r>
          </a:p>
        </p:txBody>
      </p:sp>
      <p:grpSp>
        <p:nvGrpSpPr>
          <p:cNvPr id="14" name="Group 13">
            <a:extLst>
              <a:ext uri="{FF2B5EF4-FFF2-40B4-BE49-F238E27FC236}">
                <a16:creationId xmlns:a16="http://schemas.microsoft.com/office/drawing/2014/main" id="{28640DD1-3461-38A7-A9F4-FA6A1160EB4B}"/>
              </a:ext>
            </a:extLst>
          </p:cNvPr>
          <p:cNvGrpSpPr/>
          <p:nvPr/>
        </p:nvGrpSpPr>
        <p:grpSpPr>
          <a:xfrm>
            <a:off x="3304524" y="3352651"/>
            <a:ext cx="2381250" cy="2750582"/>
            <a:chOff x="2810821" y="3257358"/>
            <a:chExt cx="2381250" cy="2750582"/>
          </a:xfrm>
        </p:grpSpPr>
        <p:pic>
          <p:nvPicPr>
            <p:cNvPr id="4" name="Picture 3">
              <a:extLst>
                <a:ext uri="{FF2B5EF4-FFF2-40B4-BE49-F238E27FC236}">
                  <a16:creationId xmlns:a16="http://schemas.microsoft.com/office/drawing/2014/main" id="{B75850A7-8C43-5EDB-9CAC-AAA3CC34E53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0821" y="3257358"/>
              <a:ext cx="2381250" cy="2381250"/>
            </a:xfrm>
            <a:prstGeom prst="rect">
              <a:avLst/>
            </a:prstGeom>
          </p:spPr>
        </p:pic>
        <p:sp>
          <p:nvSpPr>
            <p:cNvPr id="5" name="TextBox 4">
              <a:extLst>
                <a:ext uri="{FF2B5EF4-FFF2-40B4-BE49-F238E27FC236}">
                  <a16:creationId xmlns:a16="http://schemas.microsoft.com/office/drawing/2014/main" id="{F78765C9-2CAF-4A8A-BDF3-D93841B2820D}"/>
                </a:ext>
              </a:extLst>
            </p:cNvPr>
            <p:cNvSpPr txBox="1"/>
            <p:nvPr/>
          </p:nvSpPr>
          <p:spPr>
            <a:xfrm>
              <a:off x="2810821" y="5638608"/>
              <a:ext cx="2381250" cy="369332"/>
            </a:xfrm>
            <a:prstGeom prst="rect">
              <a:avLst/>
            </a:prstGeom>
            <a:noFill/>
          </p:spPr>
          <p:txBody>
            <a:bodyPr wrap="square" rtlCol="0">
              <a:spAutoFit/>
            </a:bodyPr>
            <a:lstStyle/>
            <a:p>
              <a:pPr algn="ctr"/>
              <a:r>
                <a:rPr lang="en-GB" dirty="0">
                  <a:solidFill>
                    <a:srgbClr val="2C2E2E"/>
                  </a:solidFill>
                </a:rPr>
                <a:t>Week (4)- Hands-on</a:t>
              </a:r>
            </a:p>
          </p:txBody>
        </p:sp>
      </p:grpSp>
      <p:grpSp>
        <p:nvGrpSpPr>
          <p:cNvPr id="15" name="Group 14">
            <a:extLst>
              <a:ext uri="{FF2B5EF4-FFF2-40B4-BE49-F238E27FC236}">
                <a16:creationId xmlns:a16="http://schemas.microsoft.com/office/drawing/2014/main" id="{5D5D399C-249F-B261-7BE0-AA5001AD8ECF}"/>
              </a:ext>
            </a:extLst>
          </p:cNvPr>
          <p:cNvGrpSpPr/>
          <p:nvPr/>
        </p:nvGrpSpPr>
        <p:grpSpPr>
          <a:xfrm>
            <a:off x="4129115" y="3414143"/>
            <a:ext cx="6185138" cy="2689090"/>
            <a:chOff x="3713671" y="3318850"/>
            <a:chExt cx="6185138" cy="2689090"/>
          </a:xfrm>
        </p:grpSpPr>
        <p:pic>
          <p:nvPicPr>
            <p:cNvPr id="11" name="Picture 10">
              <a:extLst>
                <a:ext uri="{FF2B5EF4-FFF2-40B4-BE49-F238E27FC236}">
                  <a16:creationId xmlns:a16="http://schemas.microsoft.com/office/drawing/2014/main" id="{5600469A-BDF2-E4DF-7EFA-05AE91F81C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2627" y="3318850"/>
              <a:ext cx="2258265" cy="2258265"/>
            </a:xfrm>
            <a:prstGeom prst="rect">
              <a:avLst/>
            </a:prstGeom>
          </p:spPr>
        </p:pic>
        <p:sp>
          <p:nvSpPr>
            <p:cNvPr id="13" name="TextBox 12">
              <a:extLst>
                <a:ext uri="{FF2B5EF4-FFF2-40B4-BE49-F238E27FC236}">
                  <a16:creationId xmlns:a16="http://schemas.microsoft.com/office/drawing/2014/main" id="{45030705-4EDF-A88E-DDC4-E7FA9D014BAD}"/>
                </a:ext>
              </a:extLst>
            </p:cNvPr>
            <p:cNvSpPr txBox="1"/>
            <p:nvPr/>
          </p:nvSpPr>
          <p:spPr>
            <a:xfrm>
              <a:off x="3713671" y="5638608"/>
              <a:ext cx="6185138" cy="369332"/>
            </a:xfrm>
            <a:prstGeom prst="rect">
              <a:avLst/>
            </a:prstGeom>
            <a:noFill/>
          </p:spPr>
          <p:txBody>
            <a:bodyPr wrap="square">
              <a:spAutoFit/>
            </a:bodyPr>
            <a:lstStyle/>
            <a:p>
              <a:pPr algn="ctr"/>
              <a:r>
                <a:rPr lang="en-GB" dirty="0">
                  <a:solidFill>
                    <a:srgbClr val="2C2E2E"/>
                  </a:solidFill>
                </a:rPr>
                <a:t>Week (4)- Attendance</a:t>
              </a:r>
            </a:p>
          </p:txBody>
        </p:sp>
      </p:grpSp>
    </p:spTree>
    <p:extLst>
      <p:ext uri="{BB962C8B-B14F-4D97-AF65-F5344CB8AC3E}">
        <p14:creationId xmlns:p14="http://schemas.microsoft.com/office/powerpoint/2010/main" val="75617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7D06-B7F8-7C3F-DB8D-E4B96271038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D1C822-BE99-5E33-6DE1-82D75FBA0490}"/>
              </a:ext>
            </a:extLst>
          </p:cNvPr>
          <p:cNvSpPr>
            <a:spLocks noGrp="1"/>
          </p:cNvSpPr>
          <p:nvPr>
            <p:ph type="body" sz="quarter" idx="15"/>
          </p:nvPr>
        </p:nvSpPr>
        <p:spPr>
          <a:xfrm>
            <a:off x="358775" y="1308519"/>
            <a:ext cx="11466823" cy="3826893"/>
          </a:xfrm>
        </p:spPr>
        <p:txBody>
          <a:bodyPr/>
          <a:lstStyle/>
          <a:p>
            <a:pPr>
              <a:lnSpc>
                <a:spcPct val="100000"/>
              </a:lnSpc>
              <a:buClr>
                <a:srgbClr val="575756"/>
              </a:buClr>
              <a:defRPr/>
            </a:pPr>
            <a:r>
              <a:rPr lang="en-US" sz="1600" b="1" dirty="0">
                <a:solidFill>
                  <a:srgbClr val="D54407"/>
                </a:solidFill>
              </a:rPr>
              <a:t>Purpose of Functions</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kumimoji="0" lang="de-DE" sz="14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t>Functions</a:t>
            </a:r>
            <a:endParaRPr kumimoji="0" lang="en-GB" sz="14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endParaRPr>
          </a:p>
          <a:p>
            <a:pPr lvl="0">
              <a:lnSpc>
                <a:spcPct val="100000"/>
              </a:lnSpc>
              <a:buClr>
                <a:srgbClr val="575756"/>
              </a:buClr>
              <a:defRPr/>
            </a:pPr>
            <a:r>
              <a:rPr lang="de-DE" sz="1800" b="1" dirty="0">
                <a:solidFill>
                  <a:srgbClr val="D54407"/>
                </a:solidFill>
              </a:rPr>
              <a:t>Function Parameters &amp; Return Values</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kumimoji="0" lang="de-DE" sz="14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t>Parameters and return</a:t>
            </a:r>
            <a:r>
              <a:rPr kumimoji="0" lang="de-DE" sz="1400" b="0" i="0" u="none" strike="noStrike" kern="1200" cap="none" spc="0" normalizeH="0" noProof="0" dirty="0">
                <a:ln>
                  <a:noFill/>
                </a:ln>
                <a:solidFill>
                  <a:srgbClr val="575756"/>
                </a:solidFill>
                <a:effectLst/>
                <a:uLnTx/>
                <a:uFillTx/>
                <a:latin typeface="SRH Text"/>
                <a:ea typeface="SRH Text" panose="020B0503020204020204" pitchFamily="34" charset="0"/>
                <a:cs typeface="SRH Text" panose="020B0503020204020204" pitchFamily="34" charset="0"/>
              </a:rPr>
              <a:t> values</a:t>
            </a:r>
            <a:endParaRPr kumimoji="0" lang="de-DE" sz="18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endParaRPr>
          </a:p>
          <a:p>
            <a:pPr lvl="0">
              <a:lnSpc>
                <a:spcPct val="100000"/>
              </a:lnSpc>
              <a:buClr>
                <a:srgbClr val="575756"/>
              </a:buClr>
              <a:defRPr/>
            </a:pPr>
            <a:r>
              <a:rPr lang="de-DE" sz="1600" b="1" noProof="0" dirty="0">
                <a:solidFill>
                  <a:srgbClr val="D54407"/>
                </a:solidFill>
              </a:rPr>
              <a:t>Variable Scope</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kumimoji="0" lang="de-DE" sz="14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t>Local and Global</a:t>
            </a:r>
            <a:r>
              <a:rPr kumimoji="0" lang="de-DE" sz="1400" b="0" i="0" u="none" strike="noStrike" kern="1200" cap="none" spc="0" normalizeH="0" noProof="0" dirty="0">
                <a:ln>
                  <a:noFill/>
                </a:ln>
                <a:solidFill>
                  <a:srgbClr val="575756"/>
                </a:solidFill>
                <a:effectLst/>
                <a:uLnTx/>
                <a:uFillTx/>
                <a:latin typeface="SRH Text"/>
                <a:ea typeface="SRH Text" panose="020B0503020204020204" pitchFamily="34" charset="0"/>
                <a:cs typeface="SRH Text" panose="020B0503020204020204" pitchFamily="34" charset="0"/>
              </a:rPr>
              <a:t> variables</a:t>
            </a:r>
          </a:p>
          <a:p>
            <a:pPr>
              <a:lnSpc>
                <a:spcPct val="100000"/>
              </a:lnSpc>
              <a:buClr>
                <a:srgbClr val="575756"/>
              </a:buClr>
              <a:defRPr/>
            </a:pPr>
            <a:r>
              <a:rPr lang="de-DE" sz="1600" b="1" dirty="0">
                <a:solidFill>
                  <a:srgbClr val="D54407"/>
                </a:solidFill>
              </a:rPr>
              <a:t>Functions with Default Parameters</a:t>
            </a:r>
            <a:br>
              <a:rPr lang="de-DE" dirty="0">
                <a:solidFill>
                  <a:srgbClr val="575756"/>
                </a:solidFill>
              </a:rPr>
            </a:br>
            <a:r>
              <a:rPr lang="de-DE" sz="1400" dirty="0">
                <a:solidFill>
                  <a:srgbClr val="575756"/>
                </a:solidFill>
              </a:rPr>
              <a:t>Default Parameters</a:t>
            </a:r>
            <a:endParaRPr kumimoji="0" lang="de-DE" sz="1400" b="0" i="0" u="none" strike="noStrike" kern="1200" cap="none" spc="0" normalizeH="0" baseline="0" noProof="0" dirty="0">
              <a:ln>
                <a:noFill/>
              </a:ln>
              <a:solidFill>
                <a:srgbClr val="575756"/>
              </a:solidFill>
              <a:effectLst/>
              <a:uLnTx/>
              <a:uFillTx/>
              <a:latin typeface="SRH Text"/>
            </a:endParaRPr>
          </a:p>
          <a:p>
            <a:pPr marL="432000" marR="0" lvl="0" indent="-432000" algn="l" defTabSz="914400" rtl="0" eaLnBrk="1" fontAlgn="auto" latinLnBrk="0" hangingPunct="1">
              <a:lnSpc>
                <a:spcPct val="100000"/>
              </a:lnSpc>
              <a:spcBef>
                <a:spcPts val="2000"/>
              </a:spcBef>
              <a:spcAft>
                <a:spcPts val="0"/>
              </a:spcAft>
              <a:buClr>
                <a:srgbClr val="575756"/>
              </a:buClr>
              <a:buSzTx/>
              <a:buFont typeface="+mj-lt"/>
              <a:buAutoNum type="arabicPeriod"/>
              <a:tabLst/>
              <a:defRPr/>
            </a:pPr>
            <a:r>
              <a:rPr lang="de-DE" sz="1600" b="1" dirty="0">
                <a:solidFill>
                  <a:srgbClr val="D54407"/>
                </a:solidFill>
                <a:latin typeface="SRH Text"/>
              </a:rPr>
              <a:t>Functions passing an Arbitary Number of Arguments</a:t>
            </a:r>
            <a:br>
              <a:rPr kumimoji="0" lang="de-DE" sz="20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br>
            <a:r>
              <a:rPr kumimoji="0" lang="de-DE" sz="1400" b="0" i="0" u="none" strike="noStrike" kern="1200" cap="none" spc="0" normalizeH="0" baseline="0" noProof="0" dirty="0">
                <a:ln>
                  <a:noFill/>
                </a:ln>
                <a:solidFill>
                  <a:srgbClr val="575756"/>
                </a:solidFill>
                <a:effectLst/>
                <a:uLnTx/>
                <a:uFillTx/>
                <a:latin typeface="SRH Text"/>
                <a:ea typeface="SRH Text" panose="020B0503020204020204" pitchFamily="34" charset="0"/>
                <a:cs typeface="SRH Text" panose="020B0503020204020204" pitchFamily="34" charset="0"/>
              </a:rPr>
              <a:t>Arbitary</a:t>
            </a:r>
            <a:r>
              <a:rPr kumimoji="0" lang="de-DE" sz="1400" b="0" i="0" u="none" strike="noStrike" kern="1200" cap="none" spc="0" normalizeH="0" noProof="0" dirty="0">
                <a:ln>
                  <a:noFill/>
                </a:ln>
                <a:solidFill>
                  <a:srgbClr val="575756"/>
                </a:solidFill>
                <a:effectLst/>
                <a:uLnTx/>
                <a:uFillTx/>
                <a:latin typeface="SRH Text"/>
                <a:ea typeface="SRH Text" panose="020B0503020204020204" pitchFamily="34" charset="0"/>
                <a:cs typeface="SRH Text" panose="020B0503020204020204" pitchFamily="34" charset="0"/>
              </a:rPr>
              <a:t> Number of Arguments</a:t>
            </a:r>
          </a:p>
          <a:p>
            <a:pPr>
              <a:lnSpc>
                <a:spcPct val="100000"/>
              </a:lnSpc>
              <a:buClr>
                <a:srgbClr val="575756"/>
              </a:buClr>
              <a:defRPr/>
            </a:pPr>
            <a:r>
              <a:rPr lang="de-DE" sz="1600" b="1" dirty="0">
                <a:solidFill>
                  <a:srgbClr val="D54407"/>
                </a:solidFill>
              </a:rPr>
              <a:t>Lambda Expression</a:t>
            </a:r>
            <a:br>
              <a:rPr lang="de-DE" sz="1600" dirty="0">
                <a:solidFill>
                  <a:srgbClr val="575756"/>
                </a:solidFill>
              </a:rPr>
            </a:br>
            <a:r>
              <a:rPr lang="en-GB" sz="1400" dirty="0">
                <a:solidFill>
                  <a:srgbClr val="575756"/>
                </a:solidFill>
              </a:rPr>
              <a:t>Anonymous functions for short operations</a:t>
            </a:r>
            <a:endParaRPr kumimoji="0" lang="de-DE" sz="1400" b="0" i="0" u="none" strike="noStrike" kern="1200" cap="none" spc="0" normalizeH="0" noProof="0" dirty="0">
              <a:ln>
                <a:noFill/>
              </a:ln>
              <a:solidFill>
                <a:srgbClr val="575756"/>
              </a:solidFill>
              <a:effectLst/>
              <a:uLnTx/>
              <a:uFillTx/>
              <a:latin typeface="SRH Text"/>
            </a:endParaRPr>
          </a:p>
          <a:p>
            <a:pPr>
              <a:lnSpc>
                <a:spcPct val="100000"/>
              </a:lnSpc>
              <a:buClr>
                <a:srgbClr val="575756"/>
              </a:buClr>
              <a:defRPr/>
            </a:pPr>
            <a:r>
              <a:rPr lang="de-DE" sz="1600" b="1" dirty="0">
                <a:solidFill>
                  <a:srgbClr val="D54407"/>
                </a:solidFill>
              </a:rPr>
              <a:t>Putting it all together</a:t>
            </a:r>
            <a:br>
              <a:rPr lang="de-DE" dirty="0">
                <a:solidFill>
                  <a:srgbClr val="575756"/>
                </a:solidFill>
              </a:rPr>
            </a:br>
            <a:r>
              <a:rPr lang="de-DE" sz="1400" dirty="0">
                <a:solidFill>
                  <a:srgbClr val="575756"/>
                </a:solidFill>
              </a:rPr>
              <a:t>Final Mini Challenge: </a:t>
            </a:r>
            <a:r>
              <a:rPr lang="en-US" sz="1400" dirty="0">
                <a:solidFill>
                  <a:srgbClr val="575756"/>
                </a:solidFill>
              </a:rPr>
              <a:t>University Lab Submission Tracking System</a:t>
            </a:r>
            <a:endParaRPr lang="de-DE" sz="1400" dirty="0">
              <a:solidFill>
                <a:srgbClr val="575756"/>
              </a:solidFill>
            </a:endParaRPr>
          </a:p>
          <a:p>
            <a:pPr>
              <a:lnSpc>
                <a:spcPct val="100000"/>
              </a:lnSpc>
              <a:buClr>
                <a:srgbClr val="575756"/>
              </a:buClr>
              <a:defRPr/>
            </a:pPr>
            <a:r>
              <a:rPr lang="de-DE" sz="1600" b="1" dirty="0">
                <a:solidFill>
                  <a:srgbClr val="D54407"/>
                </a:solidFill>
              </a:rPr>
              <a:t>Your Voice Matters!</a:t>
            </a:r>
            <a:br>
              <a:rPr lang="de-DE" dirty="0">
                <a:solidFill>
                  <a:srgbClr val="575756"/>
                </a:solidFill>
              </a:rPr>
            </a:br>
            <a:r>
              <a:rPr lang="de-DE" sz="1400" dirty="0">
                <a:solidFill>
                  <a:srgbClr val="575756"/>
                </a:solidFill>
              </a:rPr>
              <a:t>Instant Honest Feedback</a:t>
            </a:r>
            <a:endParaRPr kumimoji="0" lang="de-DE" sz="1400" b="0" i="0" u="none" strike="noStrike" kern="1200" cap="none" spc="0" normalizeH="0" baseline="0" noProof="0" dirty="0">
              <a:ln>
                <a:noFill/>
              </a:ln>
              <a:solidFill>
                <a:srgbClr val="575756"/>
              </a:solidFill>
              <a:effectLst/>
              <a:uLnTx/>
              <a:uFillTx/>
              <a:latin typeface="SRH Text"/>
            </a:endParaRPr>
          </a:p>
          <a:p>
            <a:pPr marL="0" indent="0">
              <a:buNone/>
            </a:pPr>
            <a:endParaRPr lang="en-DE" dirty="0"/>
          </a:p>
        </p:txBody>
      </p:sp>
      <p:sp>
        <p:nvSpPr>
          <p:cNvPr id="3" name="Title 2">
            <a:extLst>
              <a:ext uri="{FF2B5EF4-FFF2-40B4-BE49-F238E27FC236}">
                <a16:creationId xmlns:a16="http://schemas.microsoft.com/office/drawing/2014/main" id="{1AC4715B-3825-6EC9-A74F-2EF15F956F51}"/>
              </a:ext>
            </a:extLst>
          </p:cNvPr>
          <p:cNvSpPr>
            <a:spLocks noGrp="1"/>
          </p:cNvSpPr>
          <p:nvPr>
            <p:ph type="title"/>
          </p:nvPr>
        </p:nvSpPr>
        <p:spPr/>
        <p:txBody>
          <a:bodyPr/>
          <a:lstStyle/>
          <a:p>
            <a:r>
              <a:rPr lang="de-DE" dirty="0"/>
              <a:t>Agenda</a:t>
            </a:r>
            <a:endParaRPr lang="en-DE" dirty="0"/>
          </a:p>
        </p:txBody>
      </p:sp>
      <p:sp>
        <p:nvSpPr>
          <p:cNvPr id="4" name="Slide Number Placeholder 3">
            <a:extLst>
              <a:ext uri="{FF2B5EF4-FFF2-40B4-BE49-F238E27FC236}">
                <a16:creationId xmlns:a16="http://schemas.microsoft.com/office/drawing/2014/main" id="{2A49AC27-1740-09D1-4EFD-9F9E879CB909}"/>
              </a:ext>
            </a:extLst>
          </p:cNvPr>
          <p:cNvSpPr>
            <a:spLocks noGrp="1"/>
          </p:cNvSpPr>
          <p:nvPr>
            <p:ph type="sldNum" sz="quarter" idx="18"/>
          </p:nvPr>
        </p:nvSpPr>
        <p:spPr/>
        <p:txBody>
          <a:bodyPr/>
          <a:lstStyle/>
          <a:p>
            <a:fld id="{075B144D-941B-4DFC-AF5F-0416193D12EC}" type="slidenum">
              <a:rPr lang="de-DE" smtClean="0"/>
              <a:pPr/>
              <a:t>2</a:t>
            </a:fld>
            <a:endParaRPr lang="de-DE" dirty="0"/>
          </a:p>
        </p:txBody>
      </p:sp>
    </p:spTree>
    <p:extLst>
      <p:ext uri="{BB962C8B-B14F-4D97-AF65-F5344CB8AC3E}">
        <p14:creationId xmlns:p14="http://schemas.microsoft.com/office/powerpoint/2010/main" val="287293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1595-8D82-B819-7FF1-370BB5556EFE}"/>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1BD28FD-CF05-625A-CE6F-E3C34DF25607}"/>
              </a:ext>
            </a:extLst>
          </p:cNvPr>
          <p:cNvSpPr>
            <a:spLocks noGrp="1"/>
          </p:cNvSpPr>
          <p:nvPr>
            <p:ph type="title"/>
          </p:nvPr>
        </p:nvSpPr>
        <p:spPr/>
        <p:txBody>
          <a:bodyPr/>
          <a:lstStyle/>
          <a:p>
            <a:r>
              <a:rPr lang="en-GB" dirty="0"/>
              <a:t>Functions</a:t>
            </a:r>
            <a:endParaRPr lang="de-DE" dirty="0"/>
          </a:p>
        </p:txBody>
      </p:sp>
      <p:sp>
        <p:nvSpPr>
          <p:cNvPr id="10" name="Foliennummernplatzhalter 9">
            <a:extLst>
              <a:ext uri="{FF2B5EF4-FFF2-40B4-BE49-F238E27FC236}">
                <a16:creationId xmlns:a16="http://schemas.microsoft.com/office/drawing/2014/main" id="{9542BD0A-01AA-10D1-84F7-66116096D79D}"/>
              </a:ext>
            </a:extLst>
          </p:cNvPr>
          <p:cNvSpPr>
            <a:spLocks noGrp="1"/>
          </p:cNvSpPr>
          <p:nvPr>
            <p:ph type="sldNum" sz="quarter" idx="12"/>
          </p:nvPr>
        </p:nvSpPr>
        <p:spPr/>
        <p:txBody>
          <a:bodyPr/>
          <a:lstStyle/>
          <a:p>
            <a:fld id="{075B144D-941B-4DFC-AF5F-0416193D12EC}" type="slidenum">
              <a:rPr lang="de-DE" smtClean="0"/>
              <a:t>3</a:t>
            </a:fld>
            <a:endParaRPr lang="de-DE"/>
          </a:p>
        </p:txBody>
      </p:sp>
      <p:grpSp>
        <p:nvGrpSpPr>
          <p:cNvPr id="8" name="Group 7">
            <a:extLst>
              <a:ext uri="{FF2B5EF4-FFF2-40B4-BE49-F238E27FC236}">
                <a16:creationId xmlns:a16="http://schemas.microsoft.com/office/drawing/2014/main" id="{FB10DF9A-E0D7-0DA1-EEF2-CE50484FE26E}"/>
              </a:ext>
            </a:extLst>
          </p:cNvPr>
          <p:cNvGrpSpPr/>
          <p:nvPr/>
        </p:nvGrpSpPr>
        <p:grpSpPr>
          <a:xfrm>
            <a:off x="4546250" y="5947377"/>
            <a:ext cx="4487255" cy="835093"/>
            <a:chOff x="2157718" y="5571521"/>
            <a:chExt cx="6671671" cy="835093"/>
          </a:xfrm>
        </p:grpSpPr>
        <p:sp>
          <p:nvSpPr>
            <p:cNvPr id="9" name="Shape 4">
              <a:extLst>
                <a:ext uri="{FF2B5EF4-FFF2-40B4-BE49-F238E27FC236}">
                  <a16:creationId xmlns:a16="http://schemas.microsoft.com/office/drawing/2014/main" id="{30432AE5-F359-2ECE-815D-BD5F72B497A5}"/>
                </a:ext>
              </a:extLst>
            </p:cNvPr>
            <p:cNvSpPr/>
            <p:nvPr/>
          </p:nvSpPr>
          <p:spPr>
            <a:xfrm>
              <a:off x="2770675" y="5571521"/>
              <a:ext cx="6058714" cy="835093"/>
            </a:xfrm>
            <a:prstGeom prst="rect">
              <a:avLst/>
            </a:prstGeom>
            <a:solidFill>
              <a:schemeClr val="accent1">
                <a:lumMod val="40000"/>
                <a:lumOff val="60000"/>
              </a:schemeClr>
            </a:solidFill>
            <a:ln w="12700">
              <a:solidFill>
                <a:srgbClr val="00699A"/>
              </a:solidFill>
              <a:prstDash val="solid"/>
            </a:ln>
          </p:spPr>
          <p:txBody>
            <a:bodyPr/>
            <a:lstStyle/>
            <a:p>
              <a:pPr algn="ctr"/>
              <a:r>
                <a:rPr lang="de-DE" sz="1600" b="1" dirty="0"/>
                <a:t>What is the function name? Does this function return any value?</a:t>
              </a:r>
              <a:endParaRPr lang="en-GB" b="1" dirty="0"/>
            </a:p>
            <a:p>
              <a:pPr algn="ctr"/>
              <a:endParaRPr lang="en-GB" sz="1600" dirty="0"/>
            </a:p>
          </p:txBody>
        </p:sp>
        <p:pic>
          <p:nvPicPr>
            <p:cNvPr id="11" name="Grafik 208">
              <a:extLst>
                <a:ext uri="{FF2B5EF4-FFF2-40B4-BE49-F238E27FC236}">
                  <a16:creationId xmlns:a16="http://schemas.microsoft.com/office/drawing/2014/main" id="{E148A841-85D9-7431-78FA-9F0C7A7AAB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57718" y="5609406"/>
              <a:ext cx="436474" cy="436474"/>
            </a:xfrm>
            <a:prstGeom prst="rect">
              <a:avLst/>
            </a:prstGeom>
          </p:spPr>
        </p:pic>
      </p:grpSp>
      <p:pic>
        <p:nvPicPr>
          <p:cNvPr id="3" name="Picture 2">
            <a:extLst>
              <a:ext uri="{FF2B5EF4-FFF2-40B4-BE49-F238E27FC236}">
                <a16:creationId xmlns:a16="http://schemas.microsoft.com/office/drawing/2014/main" id="{C94DE949-8644-AA0B-F420-AF9748463E02}"/>
              </a:ext>
            </a:extLst>
          </p:cNvPr>
          <p:cNvPicPr>
            <a:picLocks noChangeAspect="1"/>
          </p:cNvPicPr>
          <p:nvPr/>
        </p:nvPicPr>
        <p:blipFill>
          <a:blip r:embed="rId4"/>
          <a:srcRect l="1564" t="17877" b="6547"/>
          <a:stretch>
            <a:fillRect/>
          </a:stretch>
        </p:blipFill>
        <p:spPr>
          <a:xfrm>
            <a:off x="356990" y="1451310"/>
            <a:ext cx="7980106" cy="1504724"/>
          </a:xfrm>
          <a:prstGeom prst="rect">
            <a:avLst/>
          </a:prstGeom>
        </p:spPr>
      </p:pic>
      <p:pic>
        <p:nvPicPr>
          <p:cNvPr id="12" name="Picture 11">
            <a:extLst>
              <a:ext uri="{FF2B5EF4-FFF2-40B4-BE49-F238E27FC236}">
                <a16:creationId xmlns:a16="http://schemas.microsoft.com/office/drawing/2014/main" id="{24D71813-6D4E-EB6D-FDD6-CEC896181CF6}"/>
              </a:ext>
            </a:extLst>
          </p:cNvPr>
          <p:cNvPicPr>
            <a:picLocks noChangeAspect="1"/>
          </p:cNvPicPr>
          <p:nvPr/>
        </p:nvPicPr>
        <p:blipFill>
          <a:blip r:embed="rId5"/>
          <a:srcRect r="12700" b="11198"/>
          <a:stretch>
            <a:fillRect/>
          </a:stretch>
        </p:blipFill>
        <p:spPr>
          <a:xfrm>
            <a:off x="358775" y="3213282"/>
            <a:ext cx="7210425" cy="2520968"/>
          </a:xfrm>
          <a:prstGeom prst="rect">
            <a:avLst/>
          </a:prstGeom>
        </p:spPr>
      </p:pic>
    </p:spTree>
    <p:extLst>
      <p:ext uri="{BB962C8B-B14F-4D97-AF65-F5344CB8AC3E}">
        <p14:creationId xmlns:p14="http://schemas.microsoft.com/office/powerpoint/2010/main" val="137857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EC41-437F-0B37-EE59-3F55B527B30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0934582-70DD-A08B-CFB7-CCA87B614680}"/>
              </a:ext>
            </a:extLst>
          </p:cNvPr>
          <p:cNvSpPr>
            <a:spLocks noGrp="1"/>
          </p:cNvSpPr>
          <p:nvPr>
            <p:ph type="title"/>
          </p:nvPr>
        </p:nvSpPr>
        <p:spPr/>
        <p:txBody>
          <a:bodyPr/>
          <a:lstStyle/>
          <a:p>
            <a:r>
              <a:rPr lang="en-GB" dirty="0"/>
              <a:t>Parameters and Return Values</a:t>
            </a:r>
            <a:endParaRPr lang="de-DE" dirty="0"/>
          </a:p>
        </p:txBody>
      </p:sp>
      <p:sp>
        <p:nvSpPr>
          <p:cNvPr id="10" name="Foliennummernplatzhalter 9">
            <a:extLst>
              <a:ext uri="{FF2B5EF4-FFF2-40B4-BE49-F238E27FC236}">
                <a16:creationId xmlns:a16="http://schemas.microsoft.com/office/drawing/2014/main" id="{6791F069-3927-CC6E-F9AF-FE4429735985}"/>
              </a:ext>
            </a:extLst>
          </p:cNvPr>
          <p:cNvSpPr>
            <a:spLocks noGrp="1"/>
          </p:cNvSpPr>
          <p:nvPr>
            <p:ph type="sldNum" sz="quarter" idx="12"/>
          </p:nvPr>
        </p:nvSpPr>
        <p:spPr/>
        <p:txBody>
          <a:bodyPr/>
          <a:lstStyle/>
          <a:p>
            <a:fld id="{075B144D-941B-4DFC-AF5F-0416193D12EC}" type="slidenum">
              <a:rPr lang="de-DE" smtClean="0"/>
              <a:t>4</a:t>
            </a:fld>
            <a:endParaRPr lang="de-DE"/>
          </a:p>
        </p:txBody>
      </p:sp>
      <p:pic>
        <p:nvPicPr>
          <p:cNvPr id="6" name="Picture 5">
            <a:extLst>
              <a:ext uri="{FF2B5EF4-FFF2-40B4-BE49-F238E27FC236}">
                <a16:creationId xmlns:a16="http://schemas.microsoft.com/office/drawing/2014/main" id="{1DC76BFF-06EB-EF8B-0314-0DA9794D8B13}"/>
              </a:ext>
            </a:extLst>
          </p:cNvPr>
          <p:cNvPicPr>
            <a:picLocks noChangeAspect="1"/>
          </p:cNvPicPr>
          <p:nvPr/>
        </p:nvPicPr>
        <p:blipFill>
          <a:blip r:embed="rId3"/>
          <a:srcRect l="3966" t="29878" r="44625"/>
          <a:stretch>
            <a:fillRect/>
          </a:stretch>
        </p:blipFill>
        <p:spPr>
          <a:xfrm>
            <a:off x="2850460" y="2851030"/>
            <a:ext cx="6233349" cy="2376211"/>
          </a:xfrm>
          <a:prstGeom prst="rect">
            <a:avLst/>
          </a:prstGeom>
        </p:spPr>
      </p:pic>
      <p:grpSp>
        <p:nvGrpSpPr>
          <p:cNvPr id="17" name="Group 16">
            <a:extLst>
              <a:ext uri="{FF2B5EF4-FFF2-40B4-BE49-F238E27FC236}">
                <a16:creationId xmlns:a16="http://schemas.microsoft.com/office/drawing/2014/main" id="{44560F3E-4169-0E96-0B24-5B7BB525B4C7}"/>
              </a:ext>
            </a:extLst>
          </p:cNvPr>
          <p:cNvGrpSpPr/>
          <p:nvPr/>
        </p:nvGrpSpPr>
        <p:grpSpPr>
          <a:xfrm>
            <a:off x="4374167" y="2399244"/>
            <a:ext cx="2104846" cy="1029756"/>
            <a:chOff x="4313207" y="2222403"/>
            <a:chExt cx="2104846" cy="1029756"/>
          </a:xfrm>
        </p:grpSpPr>
        <p:cxnSp>
          <p:nvCxnSpPr>
            <p:cNvPr id="9" name="Connector: Curved 8">
              <a:extLst>
                <a:ext uri="{FF2B5EF4-FFF2-40B4-BE49-F238E27FC236}">
                  <a16:creationId xmlns:a16="http://schemas.microsoft.com/office/drawing/2014/main" id="{6AD4742A-8457-BD15-666C-F31257F453CA}"/>
                </a:ext>
              </a:extLst>
            </p:cNvPr>
            <p:cNvCxnSpPr/>
            <p:nvPr/>
          </p:nvCxnSpPr>
          <p:spPr>
            <a:xfrm rot="5400000" flipH="1" flipV="1">
              <a:off x="4300268" y="2462842"/>
              <a:ext cx="802256" cy="7763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3AB4EA-23FB-1CAE-3498-2A5ADAE1A42C}"/>
                </a:ext>
              </a:extLst>
            </p:cNvPr>
            <p:cNvSpPr txBox="1"/>
            <p:nvPr/>
          </p:nvSpPr>
          <p:spPr>
            <a:xfrm>
              <a:off x="4787661" y="2222403"/>
              <a:ext cx="1630392" cy="307777"/>
            </a:xfrm>
            <a:prstGeom prst="rect">
              <a:avLst/>
            </a:prstGeom>
            <a:noFill/>
          </p:spPr>
          <p:txBody>
            <a:bodyPr wrap="square" rtlCol="0">
              <a:spAutoFit/>
            </a:bodyPr>
            <a:lstStyle/>
            <a:p>
              <a:pPr algn="ctr"/>
              <a:r>
                <a:rPr lang="en-GB" sz="1400" b="1" dirty="0">
                  <a:solidFill>
                    <a:srgbClr val="DF4807"/>
                  </a:solidFill>
                </a:rPr>
                <a:t>Parameters</a:t>
              </a:r>
            </a:p>
          </p:txBody>
        </p:sp>
      </p:grpSp>
      <p:grpSp>
        <p:nvGrpSpPr>
          <p:cNvPr id="18" name="Group 17">
            <a:extLst>
              <a:ext uri="{FF2B5EF4-FFF2-40B4-BE49-F238E27FC236}">
                <a16:creationId xmlns:a16="http://schemas.microsoft.com/office/drawing/2014/main" id="{6F0E880C-B471-0C53-5E2C-A5C95DF4573A}"/>
              </a:ext>
            </a:extLst>
          </p:cNvPr>
          <p:cNvGrpSpPr/>
          <p:nvPr/>
        </p:nvGrpSpPr>
        <p:grpSpPr>
          <a:xfrm>
            <a:off x="498855" y="3429000"/>
            <a:ext cx="2953244" cy="450113"/>
            <a:chOff x="488695" y="3216114"/>
            <a:chExt cx="2953244" cy="450113"/>
          </a:xfrm>
        </p:grpSpPr>
        <p:cxnSp>
          <p:nvCxnSpPr>
            <p:cNvPr id="14" name="Connector: Curved 13">
              <a:extLst>
                <a:ext uri="{FF2B5EF4-FFF2-40B4-BE49-F238E27FC236}">
                  <a16:creationId xmlns:a16="http://schemas.microsoft.com/office/drawing/2014/main" id="{FC0CA869-E5C7-1A8D-BFE7-102FABDCBED3}"/>
                </a:ext>
              </a:extLst>
            </p:cNvPr>
            <p:cNvCxnSpPr/>
            <p:nvPr/>
          </p:nvCxnSpPr>
          <p:spPr>
            <a:xfrm rot="10800000">
              <a:off x="1932317" y="3359989"/>
              <a:ext cx="1509622" cy="306238"/>
            </a:xfrm>
            <a:prstGeom prst="curvedConnector3">
              <a:avLst>
                <a:gd name="adj1" fmla="val 4314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CD23902-BD10-B6A9-9297-5ADEF3AC2C68}"/>
                </a:ext>
              </a:extLst>
            </p:cNvPr>
            <p:cNvSpPr txBox="1"/>
            <p:nvPr/>
          </p:nvSpPr>
          <p:spPr>
            <a:xfrm>
              <a:off x="488695" y="3216114"/>
              <a:ext cx="1630392" cy="307777"/>
            </a:xfrm>
            <a:prstGeom prst="rect">
              <a:avLst/>
            </a:prstGeom>
            <a:noFill/>
          </p:spPr>
          <p:txBody>
            <a:bodyPr wrap="square" rtlCol="0">
              <a:spAutoFit/>
            </a:bodyPr>
            <a:lstStyle/>
            <a:p>
              <a:pPr algn="ctr"/>
              <a:r>
                <a:rPr lang="en-GB" sz="1400" b="1" dirty="0">
                  <a:solidFill>
                    <a:srgbClr val="DF4807"/>
                  </a:solidFill>
                </a:rPr>
                <a:t>Return Values</a:t>
              </a:r>
            </a:p>
          </p:txBody>
        </p:sp>
      </p:grpSp>
      <p:pic>
        <p:nvPicPr>
          <p:cNvPr id="3" name="Picture 2">
            <a:extLst>
              <a:ext uri="{FF2B5EF4-FFF2-40B4-BE49-F238E27FC236}">
                <a16:creationId xmlns:a16="http://schemas.microsoft.com/office/drawing/2014/main" id="{E88AB70F-DEFC-2346-AF85-BF899BEFF8E7}"/>
              </a:ext>
            </a:extLst>
          </p:cNvPr>
          <p:cNvPicPr>
            <a:picLocks noChangeAspect="1"/>
          </p:cNvPicPr>
          <p:nvPr/>
        </p:nvPicPr>
        <p:blipFill>
          <a:blip r:embed="rId4"/>
          <a:stretch>
            <a:fillRect/>
          </a:stretch>
        </p:blipFill>
        <p:spPr>
          <a:xfrm>
            <a:off x="342139" y="1398413"/>
            <a:ext cx="8840434" cy="743054"/>
          </a:xfrm>
          <a:prstGeom prst="rect">
            <a:avLst/>
          </a:prstGeom>
        </p:spPr>
      </p:pic>
    </p:spTree>
    <p:extLst>
      <p:ext uri="{BB962C8B-B14F-4D97-AF65-F5344CB8AC3E}">
        <p14:creationId xmlns:p14="http://schemas.microsoft.com/office/powerpoint/2010/main" val="307321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B911E-3957-1820-B565-E76841084C73}"/>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A4D1329A-C84B-9848-BE96-1DD4186644C2}"/>
              </a:ext>
            </a:extLst>
          </p:cNvPr>
          <p:cNvSpPr>
            <a:spLocks noGrp="1"/>
          </p:cNvSpPr>
          <p:nvPr>
            <p:ph type="title"/>
          </p:nvPr>
        </p:nvSpPr>
        <p:spPr/>
        <p:txBody>
          <a:bodyPr/>
          <a:lstStyle/>
          <a:p>
            <a:r>
              <a:rPr lang="en-GB" dirty="0"/>
              <a:t>Void vs Return Functions</a:t>
            </a:r>
            <a:endParaRPr lang="de-DE" dirty="0"/>
          </a:p>
        </p:txBody>
      </p:sp>
      <p:sp>
        <p:nvSpPr>
          <p:cNvPr id="10" name="Foliennummernplatzhalter 9">
            <a:extLst>
              <a:ext uri="{FF2B5EF4-FFF2-40B4-BE49-F238E27FC236}">
                <a16:creationId xmlns:a16="http://schemas.microsoft.com/office/drawing/2014/main" id="{D9C8283E-362F-6A66-B6CB-1A75B47C405B}"/>
              </a:ext>
            </a:extLst>
          </p:cNvPr>
          <p:cNvSpPr>
            <a:spLocks noGrp="1"/>
          </p:cNvSpPr>
          <p:nvPr>
            <p:ph type="sldNum" sz="quarter" idx="12"/>
          </p:nvPr>
        </p:nvSpPr>
        <p:spPr/>
        <p:txBody>
          <a:bodyPr/>
          <a:lstStyle/>
          <a:p>
            <a:fld id="{075B144D-941B-4DFC-AF5F-0416193D12EC}" type="slidenum">
              <a:rPr lang="de-DE" smtClean="0"/>
              <a:t>5</a:t>
            </a:fld>
            <a:endParaRPr lang="de-DE"/>
          </a:p>
        </p:txBody>
      </p:sp>
      <p:pic>
        <p:nvPicPr>
          <p:cNvPr id="3" name="Picture 2">
            <a:extLst>
              <a:ext uri="{FF2B5EF4-FFF2-40B4-BE49-F238E27FC236}">
                <a16:creationId xmlns:a16="http://schemas.microsoft.com/office/drawing/2014/main" id="{D4EA271F-81FD-A241-765A-58C2B0B4F630}"/>
              </a:ext>
            </a:extLst>
          </p:cNvPr>
          <p:cNvPicPr>
            <a:picLocks noChangeAspect="1"/>
          </p:cNvPicPr>
          <p:nvPr/>
        </p:nvPicPr>
        <p:blipFill>
          <a:blip r:embed="rId3"/>
          <a:srcRect l="4257" r="12422" b="4270"/>
          <a:stretch>
            <a:fillRect/>
          </a:stretch>
        </p:blipFill>
        <p:spPr>
          <a:xfrm>
            <a:off x="3208707" y="1487310"/>
            <a:ext cx="6990931" cy="4732662"/>
          </a:xfrm>
          <a:prstGeom prst="rect">
            <a:avLst/>
          </a:prstGeom>
        </p:spPr>
      </p:pic>
      <p:grpSp>
        <p:nvGrpSpPr>
          <p:cNvPr id="7" name="Group 6">
            <a:extLst>
              <a:ext uri="{FF2B5EF4-FFF2-40B4-BE49-F238E27FC236}">
                <a16:creationId xmlns:a16="http://schemas.microsoft.com/office/drawing/2014/main" id="{C850B0BB-7A15-6CC7-9B01-32FF40543D5A}"/>
              </a:ext>
            </a:extLst>
          </p:cNvPr>
          <p:cNvGrpSpPr/>
          <p:nvPr/>
        </p:nvGrpSpPr>
        <p:grpSpPr>
          <a:xfrm>
            <a:off x="5283200" y="4695404"/>
            <a:ext cx="2333733" cy="675286"/>
            <a:chOff x="4313207" y="2222403"/>
            <a:chExt cx="2104846" cy="1029756"/>
          </a:xfrm>
        </p:grpSpPr>
        <p:cxnSp>
          <p:nvCxnSpPr>
            <p:cNvPr id="8" name="Connector: Curved 7">
              <a:extLst>
                <a:ext uri="{FF2B5EF4-FFF2-40B4-BE49-F238E27FC236}">
                  <a16:creationId xmlns:a16="http://schemas.microsoft.com/office/drawing/2014/main" id="{158CA362-162C-6C0B-41F3-5C23C9582595}"/>
                </a:ext>
              </a:extLst>
            </p:cNvPr>
            <p:cNvCxnSpPr/>
            <p:nvPr/>
          </p:nvCxnSpPr>
          <p:spPr>
            <a:xfrm rot="5400000" flipH="1" flipV="1">
              <a:off x="4300268" y="2462842"/>
              <a:ext cx="802256" cy="776377"/>
            </a:xfrm>
            <a:prstGeom prst="curvedConnector3">
              <a:avLst>
                <a:gd name="adj1" fmla="val 2296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7CA1C2E-281A-6ACB-AD27-AE6787D45B5B}"/>
                </a:ext>
              </a:extLst>
            </p:cNvPr>
            <p:cNvSpPr txBox="1"/>
            <p:nvPr/>
          </p:nvSpPr>
          <p:spPr>
            <a:xfrm>
              <a:off x="4787661" y="2222403"/>
              <a:ext cx="1630392" cy="469335"/>
            </a:xfrm>
            <a:prstGeom prst="rect">
              <a:avLst/>
            </a:prstGeom>
            <a:noFill/>
          </p:spPr>
          <p:txBody>
            <a:bodyPr wrap="square" rtlCol="0">
              <a:spAutoFit/>
            </a:bodyPr>
            <a:lstStyle/>
            <a:p>
              <a:pPr algn="ctr"/>
              <a:r>
                <a:rPr lang="en-GB" sz="1400" b="1" dirty="0">
                  <a:solidFill>
                    <a:srgbClr val="DF4807"/>
                  </a:solidFill>
                </a:rPr>
                <a:t>Void Function</a:t>
              </a:r>
            </a:p>
          </p:txBody>
        </p:sp>
      </p:grpSp>
    </p:spTree>
    <p:extLst>
      <p:ext uri="{BB962C8B-B14F-4D97-AF65-F5344CB8AC3E}">
        <p14:creationId xmlns:p14="http://schemas.microsoft.com/office/powerpoint/2010/main" val="35811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B8EE8-AE9D-7F84-8A90-5976C562F9F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2CE02532-8CD6-2370-57C9-17B247FB0ACD}"/>
              </a:ext>
            </a:extLst>
          </p:cNvPr>
          <p:cNvSpPr>
            <a:spLocks noGrp="1"/>
          </p:cNvSpPr>
          <p:nvPr>
            <p:ph type="title"/>
          </p:nvPr>
        </p:nvSpPr>
        <p:spPr/>
        <p:txBody>
          <a:bodyPr/>
          <a:lstStyle/>
          <a:p>
            <a:r>
              <a:rPr lang="en-GB" dirty="0"/>
              <a:t>Void vs Return Functions</a:t>
            </a:r>
            <a:endParaRPr lang="de-DE" dirty="0"/>
          </a:p>
        </p:txBody>
      </p:sp>
      <p:sp>
        <p:nvSpPr>
          <p:cNvPr id="10" name="Foliennummernplatzhalter 9">
            <a:extLst>
              <a:ext uri="{FF2B5EF4-FFF2-40B4-BE49-F238E27FC236}">
                <a16:creationId xmlns:a16="http://schemas.microsoft.com/office/drawing/2014/main" id="{F0C0104C-D0CA-3C36-DA98-B70996F80AEF}"/>
              </a:ext>
            </a:extLst>
          </p:cNvPr>
          <p:cNvSpPr>
            <a:spLocks noGrp="1"/>
          </p:cNvSpPr>
          <p:nvPr>
            <p:ph type="sldNum" sz="quarter" idx="12"/>
          </p:nvPr>
        </p:nvSpPr>
        <p:spPr/>
        <p:txBody>
          <a:bodyPr/>
          <a:lstStyle/>
          <a:p>
            <a:fld id="{075B144D-941B-4DFC-AF5F-0416193D12EC}" type="slidenum">
              <a:rPr lang="de-DE" smtClean="0"/>
              <a:t>6</a:t>
            </a:fld>
            <a:endParaRPr lang="de-DE"/>
          </a:p>
        </p:txBody>
      </p:sp>
      <p:pic>
        <p:nvPicPr>
          <p:cNvPr id="8" name="Picture 7">
            <a:extLst>
              <a:ext uri="{FF2B5EF4-FFF2-40B4-BE49-F238E27FC236}">
                <a16:creationId xmlns:a16="http://schemas.microsoft.com/office/drawing/2014/main" id="{8ECAFA79-868B-7A75-4C1A-EF234B973C86}"/>
              </a:ext>
            </a:extLst>
          </p:cNvPr>
          <p:cNvPicPr>
            <a:picLocks noChangeAspect="1"/>
          </p:cNvPicPr>
          <p:nvPr/>
        </p:nvPicPr>
        <p:blipFill>
          <a:blip r:embed="rId3"/>
          <a:srcRect l="3682" r="13351" b="4814"/>
          <a:stretch>
            <a:fillRect/>
          </a:stretch>
        </p:blipFill>
        <p:spPr>
          <a:xfrm>
            <a:off x="3209498" y="1540674"/>
            <a:ext cx="6737610" cy="4506424"/>
          </a:xfrm>
          <a:prstGeom prst="rect">
            <a:avLst/>
          </a:prstGeom>
        </p:spPr>
      </p:pic>
      <p:grpSp>
        <p:nvGrpSpPr>
          <p:cNvPr id="2" name="Group 1">
            <a:extLst>
              <a:ext uri="{FF2B5EF4-FFF2-40B4-BE49-F238E27FC236}">
                <a16:creationId xmlns:a16="http://schemas.microsoft.com/office/drawing/2014/main" id="{67C3BE8C-AED6-D7D5-88AB-2D4B26DEE80E}"/>
              </a:ext>
            </a:extLst>
          </p:cNvPr>
          <p:cNvGrpSpPr/>
          <p:nvPr/>
        </p:nvGrpSpPr>
        <p:grpSpPr>
          <a:xfrm>
            <a:off x="5110480" y="4560761"/>
            <a:ext cx="4407183" cy="674648"/>
            <a:chOff x="2443116" y="2098458"/>
            <a:chExt cx="3974937" cy="1028783"/>
          </a:xfrm>
        </p:grpSpPr>
        <p:cxnSp>
          <p:nvCxnSpPr>
            <p:cNvPr id="3" name="Connector: Curved 2">
              <a:extLst>
                <a:ext uri="{FF2B5EF4-FFF2-40B4-BE49-F238E27FC236}">
                  <a16:creationId xmlns:a16="http://schemas.microsoft.com/office/drawing/2014/main" id="{3CEC2853-B6CE-F202-7023-F798D9BE55C4}"/>
                </a:ext>
              </a:extLst>
            </p:cNvPr>
            <p:cNvCxnSpPr>
              <a:cxnSpLocks/>
            </p:cNvCxnSpPr>
            <p:nvPr/>
          </p:nvCxnSpPr>
          <p:spPr>
            <a:xfrm flipV="1">
              <a:off x="2443116" y="2449903"/>
              <a:ext cx="2646468" cy="677338"/>
            </a:xfrm>
            <a:prstGeom prst="curvedConnector3">
              <a:avLst>
                <a:gd name="adj1" fmla="val 100207"/>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BDC5FEF-C6F1-201E-50F0-CDD132C1AC47}"/>
                </a:ext>
              </a:extLst>
            </p:cNvPr>
            <p:cNvSpPr txBox="1"/>
            <p:nvPr/>
          </p:nvSpPr>
          <p:spPr>
            <a:xfrm>
              <a:off x="4787661" y="2098458"/>
              <a:ext cx="1630392" cy="469335"/>
            </a:xfrm>
            <a:prstGeom prst="rect">
              <a:avLst/>
            </a:prstGeom>
            <a:noFill/>
          </p:spPr>
          <p:txBody>
            <a:bodyPr wrap="square" rtlCol="0">
              <a:spAutoFit/>
            </a:bodyPr>
            <a:lstStyle/>
            <a:p>
              <a:pPr algn="ctr"/>
              <a:r>
                <a:rPr lang="en-GB" sz="1400" b="1" dirty="0">
                  <a:solidFill>
                    <a:srgbClr val="DF4807"/>
                  </a:solidFill>
                </a:rPr>
                <a:t>Return Function</a:t>
              </a:r>
            </a:p>
          </p:txBody>
        </p:sp>
      </p:grpSp>
    </p:spTree>
    <p:extLst>
      <p:ext uri="{BB962C8B-B14F-4D97-AF65-F5344CB8AC3E}">
        <p14:creationId xmlns:p14="http://schemas.microsoft.com/office/powerpoint/2010/main" val="212491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46AAF-3F39-2242-FBE7-ADC0C1CBA3E2}"/>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862EEDF-057E-13EC-2C5D-397F2177BD25}"/>
              </a:ext>
            </a:extLst>
          </p:cNvPr>
          <p:cNvSpPr>
            <a:spLocks noGrp="1"/>
          </p:cNvSpPr>
          <p:nvPr>
            <p:ph type="title"/>
          </p:nvPr>
        </p:nvSpPr>
        <p:spPr/>
        <p:txBody>
          <a:bodyPr/>
          <a:lstStyle/>
          <a:p>
            <a:r>
              <a:rPr lang="en-GB" dirty="0"/>
              <a:t>Variable Scope</a:t>
            </a:r>
            <a:endParaRPr lang="en-GB" b="0" dirty="0"/>
          </a:p>
        </p:txBody>
      </p:sp>
      <p:sp>
        <p:nvSpPr>
          <p:cNvPr id="10" name="Foliennummernplatzhalter 9">
            <a:extLst>
              <a:ext uri="{FF2B5EF4-FFF2-40B4-BE49-F238E27FC236}">
                <a16:creationId xmlns:a16="http://schemas.microsoft.com/office/drawing/2014/main" id="{EF9FFB0B-5BD4-1723-44A1-4F8C7B27394F}"/>
              </a:ext>
            </a:extLst>
          </p:cNvPr>
          <p:cNvSpPr>
            <a:spLocks noGrp="1"/>
          </p:cNvSpPr>
          <p:nvPr>
            <p:ph type="sldNum" sz="quarter" idx="12"/>
          </p:nvPr>
        </p:nvSpPr>
        <p:spPr/>
        <p:txBody>
          <a:bodyPr/>
          <a:lstStyle/>
          <a:p>
            <a:fld id="{075B144D-941B-4DFC-AF5F-0416193D12EC}" type="slidenum">
              <a:rPr lang="de-DE" smtClean="0"/>
              <a:t>7</a:t>
            </a:fld>
            <a:endParaRPr lang="de-DE"/>
          </a:p>
        </p:txBody>
      </p:sp>
      <p:pic>
        <p:nvPicPr>
          <p:cNvPr id="3" name="Picture 2">
            <a:extLst>
              <a:ext uri="{FF2B5EF4-FFF2-40B4-BE49-F238E27FC236}">
                <a16:creationId xmlns:a16="http://schemas.microsoft.com/office/drawing/2014/main" id="{26DE491E-EF18-BB36-5A5A-AAF7904291DE}"/>
              </a:ext>
            </a:extLst>
          </p:cNvPr>
          <p:cNvPicPr>
            <a:picLocks noChangeAspect="1"/>
          </p:cNvPicPr>
          <p:nvPr/>
        </p:nvPicPr>
        <p:blipFill>
          <a:blip r:embed="rId3"/>
          <a:srcRect l="2535" r="7373" b="3174"/>
          <a:stretch>
            <a:fillRect/>
          </a:stretch>
        </p:blipFill>
        <p:spPr>
          <a:xfrm>
            <a:off x="360000" y="1562419"/>
            <a:ext cx="10983951" cy="675888"/>
          </a:xfrm>
          <a:prstGeom prst="rect">
            <a:avLst/>
          </a:prstGeom>
        </p:spPr>
      </p:pic>
      <p:pic>
        <p:nvPicPr>
          <p:cNvPr id="8" name="Picture 7">
            <a:extLst>
              <a:ext uri="{FF2B5EF4-FFF2-40B4-BE49-F238E27FC236}">
                <a16:creationId xmlns:a16="http://schemas.microsoft.com/office/drawing/2014/main" id="{8115636E-E79A-6057-33A5-17D05FEE5F46}"/>
              </a:ext>
            </a:extLst>
          </p:cNvPr>
          <p:cNvPicPr>
            <a:picLocks noChangeAspect="1"/>
          </p:cNvPicPr>
          <p:nvPr/>
        </p:nvPicPr>
        <p:blipFill>
          <a:blip r:embed="rId4"/>
          <a:stretch>
            <a:fillRect/>
          </a:stretch>
        </p:blipFill>
        <p:spPr>
          <a:xfrm>
            <a:off x="360000" y="2404012"/>
            <a:ext cx="3762900" cy="3410426"/>
          </a:xfrm>
          <a:prstGeom prst="rect">
            <a:avLst/>
          </a:prstGeom>
        </p:spPr>
      </p:pic>
      <p:pic>
        <p:nvPicPr>
          <p:cNvPr id="18" name="Picture 17">
            <a:extLst>
              <a:ext uri="{FF2B5EF4-FFF2-40B4-BE49-F238E27FC236}">
                <a16:creationId xmlns:a16="http://schemas.microsoft.com/office/drawing/2014/main" id="{2473317E-48CA-D2FF-64DC-1FBDCCCB47BF}"/>
              </a:ext>
            </a:extLst>
          </p:cNvPr>
          <p:cNvPicPr>
            <a:picLocks noChangeAspect="1"/>
          </p:cNvPicPr>
          <p:nvPr/>
        </p:nvPicPr>
        <p:blipFill>
          <a:blip r:embed="rId5"/>
          <a:stretch>
            <a:fillRect/>
          </a:stretch>
        </p:blipFill>
        <p:spPr>
          <a:xfrm>
            <a:off x="4774048" y="3071761"/>
            <a:ext cx="1800476" cy="714475"/>
          </a:xfrm>
          <a:prstGeom prst="rect">
            <a:avLst/>
          </a:prstGeom>
        </p:spPr>
      </p:pic>
      <p:sp>
        <p:nvSpPr>
          <p:cNvPr id="19" name="Arrow: Right 18">
            <a:extLst>
              <a:ext uri="{FF2B5EF4-FFF2-40B4-BE49-F238E27FC236}">
                <a16:creationId xmlns:a16="http://schemas.microsoft.com/office/drawing/2014/main" id="{DE0C144A-6F0E-3970-340F-73009BE133A9}"/>
              </a:ext>
            </a:extLst>
          </p:cNvPr>
          <p:cNvSpPr/>
          <p:nvPr/>
        </p:nvSpPr>
        <p:spPr>
          <a:xfrm>
            <a:off x="4122900" y="3288671"/>
            <a:ext cx="668316" cy="280657"/>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Group 21">
            <a:extLst>
              <a:ext uri="{FF2B5EF4-FFF2-40B4-BE49-F238E27FC236}">
                <a16:creationId xmlns:a16="http://schemas.microsoft.com/office/drawing/2014/main" id="{304B3A5D-0AF7-E43C-0E72-EFC2C7712DBE}"/>
              </a:ext>
            </a:extLst>
          </p:cNvPr>
          <p:cNvGrpSpPr/>
          <p:nvPr/>
        </p:nvGrpSpPr>
        <p:grpSpPr>
          <a:xfrm>
            <a:off x="3811653" y="826651"/>
            <a:ext cx="5786432" cy="942913"/>
            <a:chOff x="4313207" y="2309246"/>
            <a:chExt cx="2789959" cy="942913"/>
          </a:xfrm>
        </p:grpSpPr>
        <p:cxnSp>
          <p:nvCxnSpPr>
            <p:cNvPr id="23" name="Connector: Curved 22">
              <a:extLst>
                <a:ext uri="{FF2B5EF4-FFF2-40B4-BE49-F238E27FC236}">
                  <a16:creationId xmlns:a16="http://schemas.microsoft.com/office/drawing/2014/main" id="{6E343511-BE60-6C3F-A3D9-188B333E2FC1}"/>
                </a:ext>
              </a:extLst>
            </p:cNvPr>
            <p:cNvCxnSpPr>
              <a:cxnSpLocks/>
            </p:cNvCxnSpPr>
            <p:nvPr/>
          </p:nvCxnSpPr>
          <p:spPr>
            <a:xfrm rot="5400000" flipH="1" flipV="1">
              <a:off x="4300268" y="2462842"/>
              <a:ext cx="802256" cy="7763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D752AA1-5BB8-6C37-667E-9BE3CE44AABB}"/>
                </a:ext>
              </a:extLst>
            </p:cNvPr>
            <p:cNvSpPr txBox="1"/>
            <p:nvPr/>
          </p:nvSpPr>
          <p:spPr>
            <a:xfrm>
              <a:off x="5001821" y="2309246"/>
              <a:ext cx="2101345" cy="307777"/>
            </a:xfrm>
            <a:prstGeom prst="rect">
              <a:avLst/>
            </a:prstGeom>
            <a:noFill/>
          </p:spPr>
          <p:txBody>
            <a:bodyPr wrap="square" rtlCol="0">
              <a:spAutoFit/>
            </a:bodyPr>
            <a:lstStyle/>
            <a:p>
              <a:pPr algn="ctr"/>
              <a:r>
                <a:rPr lang="en-GB" sz="1400" b="1" dirty="0">
                  <a:solidFill>
                    <a:srgbClr val="DF4807"/>
                  </a:solidFill>
                </a:rPr>
                <a:t>Is only accessible within that function’s scope</a:t>
              </a:r>
            </a:p>
          </p:txBody>
        </p:sp>
      </p:grpSp>
    </p:spTree>
    <p:extLst>
      <p:ext uri="{BB962C8B-B14F-4D97-AF65-F5344CB8AC3E}">
        <p14:creationId xmlns:p14="http://schemas.microsoft.com/office/powerpoint/2010/main" val="889289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C056D-AB51-0FBB-9267-2D7C0FFD79C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C443DC3-1754-FC21-DFEA-9641E1597A13}"/>
              </a:ext>
            </a:extLst>
          </p:cNvPr>
          <p:cNvSpPr>
            <a:spLocks noGrp="1"/>
          </p:cNvSpPr>
          <p:nvPr>
            <p:ph type="title"/>
          </p:nvPr>
        </p:nvSpPr>
        <p:spPr/>
        <p:txBody>
          <a:bodyPr/>
          <a:lstStyle/>
          <a:p>
            <a:r>
              <a:rPr lang="en-GB" dirty="0"/>
              <a:t>Modifying Global Variables inside a Function</a:t>
            </a:r>
            <a:endParaRPr lang="en-GB" b="0" dirty="0"/>
          </a:p>
        </p:txBody>
      </p:sp>
      <p:sp>
        <p:nvSpPr>
          <p:cNvPr id="10" name="Foliennummernplatzhalter 9">
            <a:extLst>
              <a:ext uri="{FF2B5EF4-FFF2-40B4-BE49-F238E27FC236}">
                <a16:creationId xmlns:a16="http://schemas.microsoft.com/office/drawing/2014/main" id="{9FE441AE-1826-D387-2AF4-C30A34C0D82F}"/>
              </a:ext>
            </a:extLst>
          </p:cNvPr>
          <p:cNvSpPr>
            <a:spLocks noGrp="1"/>
          </p:cNvSpPr>
          <p:nvPr>
            <p:ph type="sldNum" sz="quarter" idx="12"/>
          </p:nvPr>
        </p:nvSpPr>
        <p:spPr/>
        <p:txBody>
          <a:bodyPr/>
          <a:lstStyle/>
          <a:p>
            <a:fld id="{075B144D-941B-4DFC-AF5F-0416193D12EC}" type="slidenum">
              <a:rPr lang="de-DE" smtClean="0"/>
              <a:t>8</a:t>
            </a:fld>
            <a:endParaRPr lang="de-DE"/>
          </a:p>
        </p:txBody>
      </p:sp>
      <p:pic>
        <p:nvPicPr>
          <p:cNvPr id="5" name="Picture 4">
            <a:extLst>
              <a:ext uri="{FF2B5EF4-FFF2-40B4-BE49-F238E27FC236}">
                <a16:creationId xmlns:a16="http://schemas.microsoft.com/office/drawing/2014/main" id="{CA2025CC-C51A-D14F-F6D3-390FB130D01A}"/>
              </a:ext>
            </a:extLst>
          </p:cNvPr>
          <p:cNvPicPr>
            <a:picLocks noChangeAspect="1"/>
          </p:cNvPicPr>
          <p:nvPr/>
        </p:nvPicPr>
        <p:blipFill>
          <a:blip r:embed="rId3"/>
          <a:srcRect l="4228" r="7154"/>
          <a:stretch>
            <a:fillRect/>
          </a:stretch>
        </p:blipFill>
        <p:spPr>
          <a:xfrm>
            <a:off x="360000" y="1727200"/>
            <a:ext cx="7189376" cy="3500243"/>
          </a:xfrm>
          <a:prstGeom prst="rect">
            <a:avLst/>
          </a:prstGeom>
        </p:spPr>
      </p:pic>
      <p:sp>
        <p:nvSpPr>
          <p:cNvPr id="6" name="Rectangle 5">
            <a:extLst>
              <a:ext uri="{FF2B5EF4-FFF2-40B4-BE49-F238E27FC236}">
                <a16:creationId xmlns:a16="http://schemas.microsoft.com/office/drawing/2014/main" id="{E2300660-E752-1025-DA46-F7821ADA66CB}"/>
              </a:ext>
            </a:extLst>
          </p:cNvPr>
          <p:cNvSpPr/>
          <p:nvPr/>
        </p:nvSpPr>
        <p:spPr>
          <a:xfrm>
            <a:off x="1092820" y="3323063"/>
            <a:ext cx="646770" cy="2564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7BE7B190-B06C-6DC3-C76E-D62FD4B9A3E6}"/>
              </a:ext>
            </a:extLst>
          </p:cNvPr>
          <p:cNvPicPr>
            <a:picLocks noChangeAspect="1"/>
          </p:cNvPicPr>
          <p:nvPr/>
        </p:nvPicPr>
        <p:blipFill>
          <a:blip r:embed="rId4"/>
          <a:srcRect l="4117" t="3544" r="8384" b="6519"/>
          <a:stretch>
            <a:fillRect/>
          </a:stretch>
        </p:blipFill>
        <p:spPr>
          <a:xfrm>
            <a:off x="1739590" y="1727200"/>
            <a:ext cx="9143433" cy="4982040"/>
          </a:xfrm>
          <a:prstGeom prst="rect">
            <a:avLst/>
          </a:prstGeom>
        </p:spPr>
      </p:pic>
    </p:spTree>
    <p:extLst>
      <p:ext uri="{BB962C8B-B14F-4D97-AF65-F5344CB8AC3E}">
        <p14:creationId xmlns:p14="http://schemas.microsoft.com/office/powerpoint/2010/main" val="1890213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1" nodeType="clickEffect">
                                  <p:stCondLst>
                                    <p:cond delay="0"/>
                                  </p:stCondLst>
                                  <p:childTnLst>
                                    <p:anim calcmode="lin" valueType="num">
                                      <p:cBhvr additive="base">
                                        <p:cTn id="16" dur="500"/>
                                        <p:tgtEl>
                                          <p:spTgt spid="6"/>
                                        </p:tgtEl>
                                        <p:attrNameLst>
                                          <p:attrName>ppt_x</p:attrName>
                                        </p:attrNameLst>
                                      </p:cBhvr>
                                      <p:tavLst>
                                        <p:tav tm="0">
                                          <p:val>
                                            <p:strVal val="ppt_x"/>
                                          </p:val>
                                        </p:tav>
                                        <p:tav tm="100000">
                                          <p:val>
                                            <p:strVal val="ppt_x"/>
                                          </p:val>
                                        </p:tav>
                                      </p:tavLst>
                                    </p:anim>
                                    <p:anim calcmode="lin" valueType="num">
                                      <p:cBhvr additive="base">
                                        <p:cTn id="17" dur="500"/>
                                        <p:tgtEl>
                                          <p:spTgt spid="6"/>
                                        </p:tgtEl>
                                        <p:attrNameLst>
                                          <p:attrName>ppt_y</p:attrName>
                                        </p:attrNameLst>
                                      </p:cBhvr>
                                      <p:tavLst>
                                        <p:tav tm="0">
                                          <p:val>
                                            <p:strVal val="ppt_y"/>
                                          </p:val>
                                        </p:tav>
                                        <p:tav tm="100000">
                                          <p:val>
                                            <p:strVal val="1+ppt_h/2"/>
                                          </p:val>
                                        </p:tav>
                                      </p:tavLst>
                                    </p:anim>
                                    <p:set>
                                      <p:cBhvr>
                                        <p:cTn id="18" dur="1" fill="hold">
                                          <p:stCondLst>
                                            <p:cond delay="499"/>
                                          </p:stCondLst>
                                        </p:cTn>
                                        <p:tgtEl>
                                          <p:spTgt spid="6"/>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5"/>
                                        </p:tgtEl>
                                        <p:attrNameLst>
                                          <p:attrName>ppt_x</p:attrName>
                                        </p:attrNameLst>
                                      </p:cBhvr>
                                      <p:tavLst>
                                        <p:tav tm="0">
                                          <p:val>
                                            <p:strVal val="ppt_x"/>
                                          </p:val>
                                        </p:tav>
                                        <p:tav tm="100000">
                                          <p:val>
                                            <p:strVal val="ppt_x"/>
                                          </p:val>
                                        </p:tav>
                                      </p:tavLst>
                                    </p:anim>
                                    <p:anim calcmode="lin" valueType="num">
                                      <p:cBhvr additive="base">
                                        <p:cTn id="21" dur="500"/>
                                        <p:tgtEl>
                                          <p:spTgt spid="5"/>
                                        </p:tgtEl>
                                        <p:attrNameLst>
                                          <p:attrName>ppt_y</p:attrName>
                                        </p:attrNameLst>
                                      </p:cBhvr>
                                      <p:tavLst>
                                        <p:tav tm="0">
                                          <p:val>
                                            <p:strVal val="ppt_y"/>
                                          </p:val>
                                        </p:tav>
                                        <p:tav tm="100000">
                                          <p:val>
                                            <p:strVal val="1+ppt_h/2"/>
                                          </p:val>
                                        </p:tav>
                                      </p:tavLst>
                                    </p:anim>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E04A7-D787-4391-3E9D-8A55EDD4D00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BFB591E4-DC03-7179-B656-86A6E81D163B}"/>
              </a:ext>
            </a:extLst>
          </p:cNvPr>
          <p:cNvSpPr>
            <a:spLocks noGrp="1"/>
          </p:cNvSpPr>
          <p:nvPr>
            <p:ph type="title"/>
          </p:nvPr>
        </p:nvSpPr>
        <p:spPr/>
        <p:txBody>
          <a:bodyPr/>
          <a:lstStyle/>
          <a:p>
            <a:r>
              <a:rPr lang="en-GB" dirty="0"/>
              <a:t>Default Parameters</a:t>
            </a:r>
            <a:endParaRPr lang="en-GB" b="0" dirty="0"/>
          </a:p>
        </p:txBody>
      </p:sp>
      <p:sp>
        <p:nvSpPr>
          <p:cNvPr id="10" name="Foliennummernplatzhalter 9">
            <a:extLst>
              <a:ext uri="{FF2B5EF4-FFF2-40B4-BE49-F238E27FC236}">
                <a16:creationId xmlns:a16="http://schemas.microsoft.com/office/drawing/2014/main" id="{2A1B9198-2C53-AE85-9CF3-B9147C047602}"/>
              </a:ext>
            </a:extLst>
          </p:cNvPr>
          <p:cNvSpPr>
            <a:spLocks noGrp="1"/>
          </p:cNvSpPr>
          <p:nvPr>
            <p:ph type="sldNum" sz="quarter" idx="12"/>
          </p:nvPr>
        </p:nvSpPr>
        <p:spPr/>
        <p:txBody>
          <a:bodyPr/>
          <a:lstStyle/>
          <a:p>
            <a:fld id="{075B144D-941B-4DFC-AF5F-0416193D12EC}" type="slidenum">
              <a:rPr lang="de-DE" smtClean="0"/>
              <a:t>9</a:t>
            </a:fld>
            <a:endParaRPr lang="de-DE"/>
          </a:p>
        </p:txBody>
      </p:sp>
      <p:pic>
        <p:nvPicPr>
          <p:cNvPr id="5" name="Picture 4">
            <a:extLst>
              <a:ext uri="{FF2B5EF4-FFF2-40B4-BE49-F238E27FC236}">
                <a16:creationId xmlns:a16="http://schemas.microsoft.com/office/drawing/2014/main" id="{CD98D1F4-EA33-9165-00CC-5D86AC3D2E88}"/>
              </a:ext>
            </a:extLst>
          </p:cNvPr>
          <p:cNvPicPr>
            <a:picLocks noChangeAspect="1"/>
          </p:cNvPicPr>
          <p:nvPr/>
        </p:nvPicPr>
        <p:blipFill>
          <a:blip r:embed="rId3"/>
          <a:srcRect l="3607" r="22314" b="9385"/>
          <a:stretch>
            <a:fillRect/>
          </a:stretch>
        </p:blipFill>
        <p:spPr>
          <a:xfrm>
            <a:off x="358775" y="1500317"/>
            <a:ext cx="8207297" cy="2848660"/>
          </a:xfrm>
          <a:prstGeom prst="rect">
            <a:avLst/>
          </a:prstGeom>
        </p:spPr>
      </p:pic>
      <p:grpSp>
        <p:nvGrpSpPr>
          <p:cNvPr id="2" name="Group 1">
            <a:extLst>
              <a:ext uri="{FF2B5EF4-FFF2-40B4-BE49-F238E27FC236}">
                <a16:creationId xmlns:a16="http://schemas.microsoft.com/office/drawing/2014/main" id="{B5785109-990E-1D7C-E5FB-214C514A0BD3}"/>
              </a:ext>
            </a:extLst>
          </p:cNvPr>
          <p:cNvGrpSpPr/>
          <p:nvPr/>
        </p:nvGrpSpPr>
        <p:grpSpPr>
          <a:xfrm>
            <a:off x="2367280" y="1961207"/>
            <a:ext cx="4640005" cy="690553"/>
            <a:chOff x="4361397" y="2543253"/>
            <a:chExt cx="2237203" cy="690553"/>
          </a:xfrm>
        </p:grpSpPr>
        <p:cxnSp>
          <p:nvCxnSpPr>
            <p:cNvPr id="3" name="Connector: Curved 2">
              <a:extLst>
                <a:ext uri="{FF2B5EF4-FFF2-40B4-BE49-F238E27FC236}">
                  <a16:creationId xmlns:a16="http://schemas.microsoft.com/office/drawing/2014/main" id="{C6C0C94E-9A96-29AB-E9F1-4FF4734AC154}"/>
                </a:ext>
              </a:extLst>
            </p:cNvPr>
            <p:cNvCxnSpPr>
              <a:cxnSpLocks/>
            </p:cNvCxnSpPr>
            <p:nvPr/>
          </p:nvCxnSpPr>
          <p:spPr>
            <a:xfrm flipV="1">
              <a:off x="4361397" y="2697142"/>
              <a:ext cx="769095" cy="536664"/>
            </a:xfrm>
            <a:prstGeom prst="curvedConnector3">
              <a:avLst>
                <a:gd name="adj1" fmla="val -605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7C1F1-3655-7D5C-3D20-6965618F186A}"/>
                </a:ext>
              </a:extLst>
            </p:cNvPr>
            <p:cNvSpPr txBox="1"/>
            <p:nvPr/>
          </p:nvSpPr>
          <p:spPr>
            <a:xfrm>
              <a:off x="4497255" y="2543253"/>
              <a:ext cx="2101345" cy="307777"/>
            </a:xfrm>
            <a:prstGeom prst="rect">
              <a:avLst/>
            </a:prstGeom>
            <a:noFill/>
          </p:spPr>
          <p:txBody>
            <a:bodyPr wrap="square" rtlCol="0">
              <a:spAutoFit/>
            </a:bodyPr>
            <a:lstStyle/>
            <a:p>
              <a:pPr algn="ctr"/>
              <a:r>
                <a:rPr lang="en-GB" sz="1400" b="1" dirty="0">
                  <a:solidFill>
                    <a:srgbClr val="DF4807"/>
                  </a:solidFill>
                </a:rPr>
                <a:t>Default Parameter</a:t>
              </a:r>
            </a:p>
          </p:txBody>
        </p:sp>
      </p:grpSp>
    </p:spTree>
    <p:extLst>
      <p:ext uri="{BB962C8B-B14F-4D97-AF65-F5344CB8AC3E}">
        <p14:creationId xmlns:p14="http://schemas.microsoft.com/office/powerpoint/2010/main" val="79845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D0FF-A20D-1059-14EE-40BE31DD83B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0236D72-C1AF-F0DD-72CC-2FA7C18A4F40}"/>
              </a:ext>
            </a:extLst>
          </p:cNvPr>
          <p:cNvSpPr>
            <a:spLocks noGrp="1"/>
          </p:cNvSpPr>
          <p:nvPr>
            <p:ph type="title"/>
          </p:nvPr>
        </p:nvSpPr>
        <p:spPr/>
        <p:txBody>
          <a:bodyPr/>
          <a:lstStyle/>
          <a:p>
            <a:r>
              <a:rPr lang="en-GB" dirty="0"/>
              <a:t>Arbitrary Number of Arguments</a:t>
            </a:r>
            <a:endParaRPr lang="en-GB" b="0" dirty="0"/>
          </a:p>
        </p:txBody>
      </p:sp>
      <p:sp>
        <p:nvSpPr>
          <p:cNvPr id="10" name="Foliennummernplatzhalter 9">
            <a:extLst>
              <a:ext uri="{FF2B5EF4-FFF2-40B4-BE49-F238E27FC236}">
                <a16:creationId xmlns:a16="http://schemas.microsoft.com/office/drawing/2014/main" id="{1A4C11DB-D0ED-8781-EDA9-D40C99418270}"/>
              </a:ext>
            </a:extLst>
          </p:cNvPr>
          <p:cNvSpPr>
            <a:spLocks noGrp="1"/>
          </p:cNvSpPr>
          <p:nvPr>
            <p:ph type="sldNum" sz="quarter" idx="12"/>
          </p:nvPr>
        </p:nvSpPr>
        <p:spPr/>
        <p:txBody>
          <a:bodyPr/>
          <a:lstStyle/>
          <a:p>
            <a:fld id="{075B144D-941B-4DFC-AF5F-0416193D12EC}" type="slidenum">
              <a:rPr lang="de-DE" smtClean="0"/>
              <a:t>10</a:t>
            </a:fld>
            <a:endParaRPr lang="de-DE"/>
          </a:p>
        </p:txBody>
      </p:sp>
      <p:sp>
        <p:nvSpPr>
          <p:cNvPr id="3" name="TextBox 2">
            <a:extLst>
              <a:ext uri="{FF2B5EF4-FFF2-40B4-BE49-F238E27FC236}">
                <a16:creationId xmlns:a16="http://schemas.microsoft.com/office/drawing/2014/main" id="{F3C3527E-7052-888F-751F-B03843BF206C}"/>
              </a:ext>
            </a:extLst>
          </p:cNvPr>
          <p:cNvSpPr txBox="1"/>
          <p:nvPr/>
        </p:nvSpPr>
        <p:spPr>
          <a:xfrm>
            <a:off x="259266" y="1461921"/>
            <a:ext cx="11572372" cy="646331"/>
          </a:xfrm>
          <a:prstGeom prst="rect">
            <a:avLst/>
          </a:prstGeom>
          <a:noFill/>
        </p:spPr>
        <p:txBody>
          <a:bodyPr wrap="square">
            <a:spAutoFit/>
          </a:bodyPr>
          <a:lstStyle/>
          <a:p>
            <a:pPr>
              <a:buNone/>
            </a:pPr>
            <a:r>
              <a:rPr lang="en-GB" dirty="0"/>
              <a:t>In Python, an </a:t>
            </a:r>
            <a:r>
              <a:rPr lang="en-GB" b="1" dirty="0">
                <a:solidFill>
                  <a:srgbClr val="DF4807"/>
                </a:solidFill>
              </a:rPr>
              <a:t>arbitrary number of arguments </a:t>
            </a:r>
            <a:r>
              <a:rPr lang="en-GB" dirty="0"/>
              <a:t>allows a function to accept a variable number of inputs rather than a fixed number.</a:t>
            </a:r>
          </a:p>
        </p:txBody>
      </p:sp>
      <p:sp>
        <p:nvSpPr>
          <p:cNvPr id="7" name="TextBox 6">
            <a:extLst>
              <a:ext uri="{FF2B5EF4-FFF2-40B4-BE49-F238E27FC236}">
                <a16:creationId xmlns:a16="http://schemas.microsoft.com/office/drawing/2014/main" id="{9A49C7AE-185A-5DDB-4B42-81706CBCB0BB}"/>
              </a:ext>
            </a:extLst>
          </p:cNvPr>
          <p:cNvSpPr txBox="1"/>
          <p:nvPr/>
        </p:nvSpPr>
        <p:spPr>
          <a:xfrm>
            <a:off x="358775" y="2228671"/>
            <a:ext cx="6094140" cy="1200329"/>
          </a:xfrm>
          <a:prstGeom prst="rect">
            <a:avLst/>
          </a:prstGeom>
          <a:noFill/>
        </p:spPr>
        <p:txBody>
          <a:bodyPr wrap="square">
            <a:spAutoFit/>
          </a:bodyPr>
          <a:lstStyle/>
          <a:p>
            <a:pPr>
              <a:buNone/>
            </a:pPr>
            <a:r>
              <a:rPr lang="en-GB" b="1" dirty="0"/>
              <a:t>Arbitrary Positional Arguments: </a:t>
            </a:r>
            <a:r>
              <a:rPr lang="en-GB" b="1" dirty="0">
                <a:latin typeface="Courier New" panose="02070309020205020404" pitchFamily="49" charset="0"/>
              </a:rPr>
              <a:t>*</a:t>
            </a:r>
            <a:r>
              <a:rPr lang="en-GB" b="1" dirty="0" err="1">
                <a:latin typeface="Courier New" panose="02070309020205020404" pitchFamily="49" charset="0"/>
              </a:rPr>
              <a:t>args</a:t>
            </a:r>
            <a:endParaRPr lang="en-GB" b="1" dirty="0"/>
          </a:p>
          <a:p>
            <a:pPr>
              <a:buNone/>
            </a:pPr>
            <a:r>
              <a:rPr lang="en-GB" dirty="0"/>
              <a:t>The </a:t>
            </a:r>
            <a:r>
              <a:rPr lang="en-GB" dirty="0">
                <a:latin typeface="Courier New" panose="02070309020205020404" pitchFamily="49" charset="0"/>
              </a:rPr>
              <a:t>*</a:t>
            </a:r>
            <a:r>
              <a:rPr lang="en-GB" dirty="0" err="1">
                <a:latin typeface="Courier New" panose="02070309020205020404" pitchFamily="49" charset="0"/>
              </a:rPr>
              <a:t>args</a:t>
            </a:r>
            <a:r>
              <a:rPr lang="en-GB" dirty="0"/>
              <a:t> syntax allows a function to accept </a:t>
            </a:r>
            <a:r>
              <a:rPr lang="en-GB" dirty="0">
                <a:solidFill>
                  <a:srgbClr val="DF4807"/>
                </a:solidFill>
              </a:rPr>
              <a:t>any number of positional arguments</a:t>
            </a:r>
            <a:r>
              <a:rPr lang="en-GB" dirty="0"/>
              <a:t>. These are stored as a </a:t>
            </a:r>
            <a:r>
              <a:rPr lang="en-GB" b="1" dirty="0"/>
              <a:t>tuple.</a:t>
            </a:r>
          </a:p>
        </p:txBody>
      </p:sp>
      <p:pic>
        <p:nvPicPr>
          <p:cNvPr id="9" name="Picture 8">
            <a:extLst>
              <a:ext uri="{FF2B5EF4-FFF2-40B4-BE49-F238E27FC236}">
                <a16:creationId xmlns:a16="http://schemas.microsoft.com/office/drawing/2014/main" id="{E331EE25-BA15-769D-7F2C-3062F71BCE1B}"/>
              </a:ext>
            </a:extLst>
          </p:cNvPr>
          <p:cNvPicPr>
            <a:picLocks noChangeAspect="1"/>
          </p:cNvPicPr>
          <p:nvPr/>
        </p:nvPicPr>
        <p:blipFill>
          <a:blip r:embed="rId3"/>
          <a:stretch>
            <a:fillRect/>
          </a:stretch>
        </p:blipFill>
        <p:spPr>
          <a:xfrm>
            <a:off x="259266" y="3508439"/>
            <a:ext cx="5730822" cy="2224521"/>
          </a:xfrm>
          <a:prstGeom prst="rect">
            <a:avLst/>
          </a:prstGeom>
        </p:spPr>
      </p:pic>
      <p:sp>
        <p:nvSpPr>
          <p:cNvPr id="13" name="TextBox 12">
            <a:extLst>
              <a:ext uri="{FF2B5EF4-FFF2-40B4-BE49-F238E27FC236}">
                <a16:creationId xmlns:a16="http://schemas.microsoft.com/office/drawing/2014/main" id="{87FCC74D-542A-AC2B-72A9-D2EC74BAF5BB}"/>
              </a:ext>
            </a:extLst>
          </p:cNvPr>
          <p:cNvSpPr txBox="1"/>
          <p:nvPr/>
        </p:nvSpPr>
        <p:spPr>
          <a:xfrm>
            <a:off x="6452915" y="2270870"/>
            <a:ext cx="5635007" cy="1200329"/>
          </a:xfrm>
          <a:prstGeom prst="rect">
            <a:avLst/>
          </a:prstGeom>
          <a:noFill/>
        </p:spPr>
        <p:txBody>
          <a:bodyPr wrap="square">
            <a:spAutoFit/>
          </a:bodyPr>
          <a:lstStyle/>
          <a:p>
            <a:pPr>
              <a:buNone/>
            </a:pPr>
            <a:r>
              <a:rPr lang="en-GB" b="1" dirty="0"/>
              <a:t>Arbitrary Keyword Arguments: </a:t>
            </a:r>
            <a:r>
              <a:rPr lang="en-GB" b="1" dirty="0">
                <a:latin typeface="Courier New" panose="02070309020205020404" pitchFamily="49" charset="0"/>
              </a:rPr>
              <a:t>**</a:t>
            </a:r>
            <a:r>
              <a:rPr lang="en-GB" b="1" dirty="0" err="1">
                <a:latin typeface="Courier New" panose="02070309020205020404" pitchFamily="49" charset="0"/>
              </a:rPr>
              <a:t>kwargs</a:t>
            </a:r>
            <a:endParaRPr lang="en-GB" b="1" dirty="0"/>
          </a:p>
          <a:p>
            <a:pPr>
              <a:buNone/>
            </a:pPr>
            <a:r>
              <a:rPr lang="en-GB" dirty="0"/>
              <a:t>The </a:t>
            </a:r>
            <a:r>
              <a:rPr lang="en-GB" dirty="0">
                <a:latin typeface="Courier New" panose="02070309020205020404" pitchFamily="49" charset="0"/>
              </a:rPr>
              <a:t>**</a:t>
            </a:r>
            <a:r>
              <a:rPr lang="en-GB" dirty="0" err="1">
                <a:latin typeface="Courier New" panose="02070309020205020404" pitchFamily="49" charset="0"/>
              </a:rPr>
              <a:t>kwargs</a:t>
            </a:r>
            <a:r>
              <a:rPr lang="en-GB" dirty="0"/>
              <a:t> syntax allows a function to accept </a:t>
            </a:r>
            <a:r>
              <a:rPr lang="en-GB" dirty="0">
                <a:solidFill>
                  <a:srgbClr val="DF4807"/>
                </a:solidFill>
              </a:rPr>
              <a:t>any number of keyword arguments</a:t>
            </a:r>
            <a:r>
              <a:rPr lang="en-GB" dirty="0"/>
              <a:t>. These are stored as a </a:t>
            </a:r>
            <a:r>
              <a:rPr lang="en-GB" b="1" dirty="0"/>
              <a:t>dictionary.</a:t>
            </a:r>
          </a:p>
        </p:txBody>
      </p:sp>
      <p:pic>
        <p:nvPicPr>
          <p:cNvPr id="21" name="Picture 20">
            <a:extLst>
              <a:ext uri="{FF2B5EF4-FFF2-40B4-BE49-F238E27FC236}">
                <a16:creationId xmlns:a16="http://schemas.microsoft.com/office/drawing/2014/main" id="{F87F9434-3DDF-449A-1FFD-0BCF56FCBDE4}"/>
              </a:ext>
            </a:extLst>
          </p:cNvPr>
          <p:cNvPicPr>
            <a:picLocks noChangeAspect="1"/>
          </p:cNvPicPr>
          <p:nvPr/>
        </p:nvPicPr>
        <p:blipFill>
          <a:blip r:embed="rId4"/>
          <a:srcRect l="4313" t="2235" r="16010"/>
          <a:stretch>
            <a:fillRect/>
          </a:stretch>
        </p:blipFill>
        <p:spPr>
          <a:xfrm>
            <a:off x="6097860" y="3549419"/>
            <a:ext cx="6094140" cy="2731106"/>
          </a:xfrm>
          <a:prstGeom prst="rect">
            <a:avLst/>
          </a:prstGeom>
        </p:spPr>
      </p:pic>
      <p:grpSp>
        <p:nvGrpSpPr>
          <p:cNvPr id="2" name="Group 1">
            <a:extLst>
              <a:ext uri="{FF2B5EF4-FFF2-40B4-BE49-F238E27FC236}">
                <a16:creationId xmlns:a16="http://schemas.microsoft.com/office/drawing/2014/main" id="{67130527-AC27-9681-E969-6AADD9FF03A4}"/>
              </a:ext>
            </a:extLst>
          </p:cNvPr>
          <p:cNvGrpSpPr/>
          <p:nvPr/>
        </p:nvGrpSpPr>
        <p:grpSpPr>
          <a:xfrm>
            <a:off x="1376847" y="5957888"/>
            <a:ext cx="4487255" cy="835093"/>
            <a:chOff x="2157718" y="5571521"/>
            <a:chExt cx="6671671" cy="835093"/>
          </a:xfrm>
        </p:grpSpPr>
        <p:sp>
          <p:nvSpPr>
            <p:cNvPr id="5" name="Shape 4">
              <a:extLst>
                <a:ext uri="{FF2B5EF4-FFF2-40B4-BE49-F238E27FC236}">
                  <a16:creationId xmlns:a16="http://schemas.microsoft.com/office/drawing/2014/main" id="{73A13998-0445-D6CA-2697-EF2A5751EC5D}"/>
                </a:ext>
              </a:extLst>
            </p:cNvPr>
            <p:cNvSpPr/>
            <p:nvPr/>
          </p:nvSpPr>
          <p:spPr>
            <a:xfrm>
              <a:off x="2770675" y="5571521"/>
              <a:ext cx="6058714" cy="835093"/>
            </a:xfrm>
            <a:prstGeom prst="rect">
              <a:avLst/>
            </a:prstGeom>
            <a:solidFill>
              <a:schemeClr val="accent1">
                <a:lumMod val="40000"/>
                <a:lumOff val="60000"/>
              </a:schemeClr>
            </a:solidFill>
            <a:ln w="12700">
              <a:solidFill>
                <a:srgbClr val="00699A"/>
              </a:solidFill>
              <a:prstDash val="solid"/>
            </a:ln>
          </p:spPr>
          <p:txBody>
            <a:bodyPr/>
            <a:lstStyle/>
            <a:p>
              <a:pPr algn="ctr"/>
              <a:r>
                <a:rPr lang="de-DE" sz="1600" b="1" dirty="0"/>
                <a:t>Do you remeber the unpacking arguments?  </a:t>
              </a:r>
              <a:r>
                <a:rPr lang="de-DE" sz="1600" dirty="0"/>
                <a:t>* operator to unpack list and ** opertator to unpack dictionary</a:t>
              </a:r>
              <a:endParaRPr lang="en-GB" dirty="0"/>
            </a:p>
            <a:p>
              <a:pPr algn="ctr"/>
              <a:endParaRPr lang="en-GB" sz="1600" dirty="0"/>
            </a:p>
          </p:txBody>
        </p:sp>
        <p:pic>
          <p:nvPicPr>
            <p:cNvPr id="6" name="Grafik 208">
              <a:extLst>
                <a:ext uri="{FF2B5EF4-FFF2-40B4-BE49-F238E27FC236}">
                  <a16:creationId xmlns:a16="http://schemas.microsoft.com/office/drawing/2014/main" id="{B33F3915-6C44-C3F6-3D54-5A86E7C276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57718" y="5609406"/>
              <a:ext cx="436474" cy="436474"/>
            </a:xfrm>
            <a:prstGeom prst="rect">
              <a:avLst/>
            </a:prstGeom>
          </p:spPr>
        </p:pic>
      </p:grpSp>
    </p:spTree>
    <p:extLst>
      <p:ext uri="{BB962C8B-B14F-4D97-AF65-F5344CB8AC3E}">
        <p14:creationId xmlns:p14="http://schemas.microsoft.com/office/powerpoint/2010/main" val="10044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2598-9A4D-0982-CDE4-97A9C326C7A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79CFD210-A173-80D3-93D9-55C788558A5F}"/>
              </a:ext>
            </a:extLst>
          </p:cNvPr>
          <p:cNvSpPr>
            <a:spLocks noGrp="1"/>
          </p:cNvSpPr>
          <p:nvPr>
            <p:ph type="title"/>
          </p:nvPr>
        </p:nvSpPr>
        <p:spPr/>
        <p:txBody>
          <a:bodyPr/>
          <a:lstStyle/>
          <a:p>
            <a:r>
              <a:rPr lang="en-GB" dirty="0"/>
              <a:t>Combining Both Arguments</a:t>
            </a:r>
            <a:endParaRPr lang="en-GB" b="0" dirty="0"/>
          </a:p>
        </p:txBody>
      </p:sp>
      <p:sp>
        <p:nvSpPr>
          <p:cNvPr id="10" name="Foliennummernplatzhalter 9">
            <a:extLst>
              <a:ext uri="{FF2B5EF4-FFF2-40B4-BE49-F238E27FC236}">
                <a16:creationId xmlns:a16="http://schemas.microsoft.com/office/drawing/2014/main" id="{E020D83D-DDAB-834D-6B33-1EB1EE64392C}"/>
              </a:ext>
            </a:extLst>
          </p:cNvPr>
          <p:cNvSpPr>
            <a:spLocks noGrp="1"/>
          </p:cNvSpPr>
          <p:nvPr>
            <p:ph type="sldNum" sz="quarter" idx="12"/>
          </p:nvPr>
        </p:nvSpPr>
        <p:spPr/>
        <p:txBody>
          <a:bodyPr/>
          <a:lstStyle/>
          <a:p>
            <a:fld id="{075B144D-941B-4DFC-AF5F-0416193D12EC}" type="slidenum">
              <a:rPr lang="de-DE" smtClean="0"/>
              <a:t>11</a:t>
            </a:fld>
            <a:endParaRPr lang="de-DE"/>
          </a:p>
        </p:txBody>
      </p:sp>
      <p:pic>
        <p:nvPicPr>
          <p:cNvPr id="5" name="Picture 4">
            <a:extLst>
              <a:ext uri="{FF2B5EF4-FFF2-40B4-BE49-F238E27FC236}">
                <a16:creationId xmlns:a16="http://schemas.microsoft.com/office/drawing/2014/main" id="{A8F84A7F-DDF6-CECA-EED8-03ADF1EF0675}"/>
              </a:ext>
            </a:extLst>
          </p:cNvPr>
          <p:cNvPicPr>
            <a:picLocks noChangeAspect="1"/>
          </p:cNvPicPr>
          <p:nvPr/>
        </p:nvPicPr>
        <p:blipFill>
          <a:blip r:embed="rId3"/>
          <a:srcRect l="5794" r="7913"/>
          <a:stretch>
            <a:fillRect/>
          </a:stretch>
        </p:blipFill>
        <p:spPr>
          <a:xfrm>
            <a:off x="2388219" y="1727200"/>
            <a:ext cx="7415561" cy="2295400"/>
          </a:xfrm>
          <a:prstGeom prst="rect">
            <a:avLst/>
          </a:prstGeom>
        </p:spPr>
      </p:pic>
      <p:sp>
        <p:nvSpPr>
          <p:cNvPr id="6" name="Arrow: Right 5">
            <a:extLst>
              <a:ext uri="{FF2B5EF4-FFF2-40B4-BE49-F238E27FC236}">
                <a16:creationId xmlns:a16="http://schemas.microsoft.com/office/drawing/2014/main" id="{D87E1FA1-19A3-1718-EDBD-E25D7F784A51}"/>
              </a:ext>
            </a:extLst>
          </p:cNvPr>
          <p:cNvSpPr/>
          <p:nvPr/>
        </p:nvSpPr>
        <p:spPr>
          <a:xfrm rot="5400000">
            <a:off x="5761842" y="4224901"/>
            <a:ext cx="668316" cy="280657"/>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4C1D160D-9BC1-1E25-E2DC-D1F41EB8EBA4}"/>
              </a:ext>
            </a:extLst>
          </p:cNvPr>
          <p:cNvPicPr>
            <a:picLocks noChangeAspect="1"/>
          </p:cNvPicPr>
          <p:nvPr/>
        </p:nvPicPr>
        <p:blipFill>
          <a:blip r:embed="rId4"/>
          <a:stretch>
            <a:fillRect/>
          </a:stretch>
        </p:blipFill>
        <p:spPr>
          <a:xfrm>
            <a:off x="2895708" y="4707859"/>
            <a:ext cx="6400582" cy="924399"/>
          </a:xfrm>
          <a:prstGeom prst="rect">
            <a:avLst/>
          </a:prstGeom>
        </p:spPr>
      </p:pic>
      <p:sp>
        <p:nvSpPr>
          <p:cNvPr id="12" name="Rectangle 11">
            <a:extLst>
              <a:ext uri="{FF2B5EF4-FFF2-40B4-BE49-F238E27FC236}">
                <a16:creationId xmlns:a16="http://schemas.microsoft.com/office/drawing/2014/main" id="{E16A5A92-500C-127A-3897-1669279E5240}"/>
              </a:ext>
            </a:extLst>
          </p:cNvPr>
          <p:cNvSpPr/>
          <p:nvPr/>
        </p:nvSpPr>
        <p:spPr>
          <a:xfrm>
            <a:off x="5912944" y="1973766"/>
            <a:ext cx="800090" cy="2787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92BE948-AA22-CD27-39C8-BF31A62BBAB3}"/>
              </a:ext>
            </a:extLst>
          </p:cNvPr>
          <p:cNvSpPr/>
          <p:nvPr/>
        </p:nvSpPr>
        <p:spPr>
          <a:xfrm>
            <a:off x="6901685" y="1973766"/>
            <a:ext cx="1450578" cy="278780"/>
          </a:xfrm>
          <a:prstGeom prst="rect">
            <a:avLst/>
          </a:prstGeom>
          <a:noFill/>
          <a:ln w="38100">
            <a:solidFill>
              <a:schemeClr val="accent6">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EE8922F0-D042-BFB8-458E-A32562B9A701}"/>
              </a:ext>
            </a:extLst>
          </p:cNvPr>
          <p:cNvGrpSpPr/>
          <p:nvPr/>
        </p:nvGrpSpPr>
        <p:grpSpPr>
          <a:xfrm>
            <a:off x="762850" y="5947376"/>
            <a:ext cx="4487255" cy="835093"/>
            <a:chOff x="2157718" y="5571521"/>
            <a:chExt cx="6671671" cy="835093"/>
          </a:xfrm>
        </p:grpSpPr>
        <p:sp>
          <p:nvSpPr>
            <p:cNvPr id="16" name="Shape 4">
              <a:extLst>
                <a:ext uri="{FF2B5EF4-FFF2-40B4-BE49-F238E27FC236}">
                  <a16:creationId xmlns:a16="http://schemas.microsoft.com/office/drawing/2014/main" id="{7D1D1501-6525-BB3A-562C-BA7EE88F2714}"/>
                </a:ext>
              </a:extLst>
            </p:cNvPr>
            <p:cNvSpPr/>
            <p:nvPr/>
          </p:nvSpPr>
          <p:spPr>
            <a:xfrm>
              <a:off x="2770675" y="5571521"/>
              <a:ext cx="6058714" cy="835093"/>
            </a:xfrm>
            <a:prstGeom prst="rect">
              <a:avLst/>
            </a:prstGeom>
            <a:solidFill>
              <a:srgbClr val="AAA39D"/>
            </a:solidFill>
            <a:ln w="12700">
              <a:solidFill>
                <a:srgbClr val="00699A"/>
              </a:solidFill>
              <a:prstDash val="solid"/>
            </a:ln>
          </p:spPr>
          <p:txBody>
            <a:bodyPr/>
            <a:lstStyle/>
            <a:p>
              <a:pPr algn="ctr"/>
              <a:r>
                <a:rPr lang="en-GB" sz="1600" dirty="0"/>
                <a:t>In </a:t>
              </a:r>
              <a:r>
                <a:rPr lang="en-GB" sz="1600" b="1" dirty="0"/>
                <a:t>Week4.ipynb</a:t>
              </a:r>
              <a:r>
                <a:rPr lang="en-GB" sz="1600" dirty="0"/>
                <a:t>, </a:t>
              </a:r>
              <a:r>
                <a:rPr lang="de-DE" sz="1600" dirty="0"/>
                <a:t>check all sections just before “Section 5. Lambda Expression“</a:t>
              </a:r>
              <a:endParaRPr lang="en-GB" b="1" dirty="0"/>
            </a:p>
            <a:p>
              <a:pPr algn="ctr"/>
              <a:endParaRPr lang="en-GB" sz="1600" dirty="0"/>
            </a:p>
          </p:txBody>
        </p:sp>
        <p:pic>
          <p:nvPicPr>
            <p:cNvPr id="17" name="Grafik 208">
              <a:extLst>
                <a:ext uri="{FF2B5EF4-FFF2-40B4-BE49-F238E27FC236}">
                  <a16:creationId xmlns:a16="http://schemas.microsoft.com/office/drawing/2014/main" id="{F5A59F0E-7C98-2A28-6F16-92261DDE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57718" y="5609406"/>
              <a:ext cx="436474" cy="436474"/>
            </a:xfrm>
            <a:prstGeom prst="rect">
              <a:avLst/>
            </a:prstGeom>
          </p:spPr>
        </p:pic>
      </p:grpSp>
      <p:grpSp>
        <p:nvGrpSpPr>
          <p:cNvPr id="18" name="Group 17">
            <a:extLst>
              <a:ext uri="{FF2B5EF4-FFF2-40B4-BE49-F238E27FC236}">
                <a16:creationId xmlns:a16="http://schemas.microsoft.com/office/drawing/2014/main" id="{413EE02B-C16F-6E87-73EC-1606F1B89B46}"/>
              </a:ext>
            </a:extLst>
          </p:cNvPr>
          <p:cNvGrpSpPr/>
          <p:nvPr/>
        </p:nvGrpSpPr>
        <p:grpSpPr>
          <a:xfrm>
            <a:off x="6713034" y="5947377"/>
            <a:ext cx="4520707" cy="835093"/>
            <a:chOff x="1934152" y="5781799"/>
            <a:chExt cx="6570681" cy="835093"/>
          </a:xfrm>
        </p:grpSpPr>
        <p:pic>
          <p:nvPicPr>
            <p:cNvPr id="19" name="Grafik 216">
              <a:extLst>
                <a:ext uri="{FF2B5EF4-FFF2-40B4-BE49-F238E27FC236}">
                  <a16:creationId xmlns:a16="http://schemas.microsoft.com/office/drawing/2014/main" id="{7DABEC06-AABD-C615-D8EF-9D2179B275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4152" y="5870414"/>
              <a:ext cx="436474" cy="436474"/>
            </a:xfrm>
            <a:prstGeom prst="rect">
              <a:avLst/>
            </a:prstGeom>
          </p:spPr>
        </p:pic>
        <p:sp>
          <p:nvSpPr>
            <p:cNvPr id="20" name="Abgerundetes Rechteck 32">
              <a:extLst>
                <a:ext uri="{FF2B5EF4-FFF2-40B4-BE49-F238E27FC236}">
                  <a16:creationId xmlns:a16="http://schemas.microsoft.com/office/drawing/2014/main" id="{E56C6BC0-BFA4-9645-103D-F203ACF893E9}"/>
                </a:ext>
              </a:extLst>
            </p:cNvPr>
            <p:cNvSpPr/>
            <p:nvPr/>
          </p:nvSpPr>
          <p:spPr>
            <a:xfrm>
              <a:off x="2583812" y="5781799"/>
              <a:ext cx="5921021" cy="835093"/>
            </a:xfrm>
            <a:prstGeom prst="roundRect">
              <a:avLst/>
            </a:prstGeom>
            <a:solidFill>
              <a:srgbClr val="00699A"/>
            </a:solidFill>
            <a:ln>
              <a:solidFill>
                <a:srgbClr val="DF4807"/>
              </a:solid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r>
                <a:rPr lang="en-GB" dirty="0"/>
                <a:t>In </a:t>
              </a:r>
              <a:r>
                <a:rPr lang="en-GB" b="1" dirty="0"/>
                <a:t>Week4_Exercise.ipynb</a:t>
              </a:r>
              <a:r>
                <a:rPr lang="en-GB" dirty="0"/>
                <a:t>, you have 40 minutes to solve “Problems 1 &amp;2” .</a:t>
              </a:r>
            </a:p>
          </p:txBody>
        </p:sp>
      </p:grpSp>
    </p:spTree>
    <p:extLst>
      <p:ext uri="{BB962C8B-B14F-4D97-AF65-F5344CB8AC3E}">
        <p14:creationId xmlns:p14="http://schemas.microsoft.com/office/powerpoint/2010/main" val="224199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F8F9D-DFEB-C705-9087-AA0F8DFFB921}"/>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D665351A-FF32-A8D1-F970-46DA077CC3BE}"/>
              </a:ext>
            </a:extLst>
          </p:cNvPr>
          <p:cNvSpPr>
            <a:spLocks noGrp="1"/>
          </p:cNvSpPr>
          <p:nvPr>
            <p:ph type="title"/>
          </p:nvPr>
        </p:nvSpPr>
        <p:spPr>
          <a:xfrm>
            <a:off x="0" y="2337287"/>
            <a:ext cx="12366538" cy="1406038"/>
          </a:xfrm>
        </p:spPr>
        <p:txBody>
          <a:bodyPr/>
          <a:lstStyle/>
          <a:p>
            <a:pPr algn="ctr"/>
            <a:r>
              <a:rPr lang="en-GB" sz="4500" dirty="0"/>
              <a:t>Pause / Break</a:t>
            </a:r>
            <a:endParaRPr lang="de-DE" sz="4500" dirty="0"/>
          </a:p>
        </p:txBody>
      </p:sp>
      <p:sp>
        <p:nvSpPr>
          <p:cNvPr id="8" name="TextBox 7">
            <a:extLst>
              <a:ext uri="{FF2B5EF4-FFF2-40B4-BE49-F238E27FC236}">
                <a16:creationId xmlns:a16="http://schemas.microsoft.com/office/drawing/2014/main" id="{86BDF146-BFA3-10A2-A76C-02FAA122E830}"/>
              </a:ext>
            </a:extLst>
          </p:cNvPr>
          <p:cNvSpPr txBox="1"/>
          <p:nvPr/>
        </p:nvSpPr>
        <p:spPr>
          <a:xfrm>
            <a:off x="1499774" y="3921354"/>
            <a:ext cx="9192451" cy="1323439"/>
          </a:xfrm>
          <a:prstGeom prst="rect">
            <a:avLst/>
          </a:prstGeom>
          <a:noFill/>
        </p:spPr>
        <p:txBody>
          <a:bodyPr wrap="square">
            <a:spAutoFit/>
          </a:bodyPr>
          <a:lstStyle/>
          <a:p>
            <a:pPr algn="ctr"/>
            <a:r>
              <a:rPr lang="de-DE" sz="2000" b="1" dirty="0">
                <a:solidFill>
                  <a:schemeClr val="tx1">
                    <a:lumMod val="20000"/>
                    <a:lumOff val="80000"/>
                  </a:schemeClr>
                </a:solidFill>
                <a:effectLst>
                  <a:outerShdw blurRad="38100" dist="38100" dir="2700000" algn="tl">
                    <a:srgbClr val="000000">
                      <a:alpha val="43137"/>
                    </a:srgbClr>
                  </a:outerShdw>
                </a:effectLst>
              </a:rPr>
              <a:t>See you in 15 minutes </a:t>
            </a:r>
            <a:r>
              <a:rPr lang="de-DE" sz="2000" b="1" dirty="0">
                <a:solidFill>
                  <a:schemeClr val="tx1">
                    <a:lumMod val="20000"/>
                    <a:lumOff val="80000"/>
                  </a:schemeClr>
                </a:solidFill>
                <a:effectLst>
                  <a:outerShdw blurRad="38100" dist="38100" dir="2700000" algn="tl">
                    <a:srgbClr val="000000">
                      <a:alpha val="43137"/>
                    </a:srgbClr>
                  </a:outerShdw>
                </a:effectLst>
                <a:sym typeface="Wingdings" panose="05000000000000000000" pitchFamily="2" charset="2"/>
              </a:rPr>
              <a:t>!</a:t>
            </a:r>
          </a:p>
          <a:p>
            <a:pPr algn="ctr"/>
            <a:r>
              <a:rPr lang="de-DE" sz="2000" b="1" dirty="0">
                <a:solidFill>
                  <a:schemeClr val="tx1">
                    <a:lumMod val="20000"/>
                    <a:lumOff val="80000"/>
                  </a:schemeClr>
                </a:solidFill>
                <a:effectLst>
                  <a:outerShdw blurRad="38100" dist="38100" dir="2700000" algn="tl">
                    <a:srgbClr val="000000">
                      <a:alpha val="43137"/>
                    </a:srgbClr>
                  </a:outerShdw>
                </a:effectLst>
                <a:sym typeface="Wingdings" panose="05000000000000000000" pitchFamily="2" charset="2"/>
              </a:rPr>
              <a:t>Please be on time. </a:t>
            </a:r>
            <a:endParaRPr lang="en-US" sz="2000" dirty="0">
              <a:solidFill>
                <a:schemeClr val="tx1">
                  <a:lumMod val="20000"/>
                  <a:lumOff val="80000"/>
                </a:schemeClr>
              </a:solidFill>
            </a:endParaRPr>
          </a:p>
          <a:p>
            <a:pPr algn="ctr"/>
            <a:endParaRPr lang="en-US" sz="2000" dirty="0">
              <a:solidFill>
                <a:schemeClr val="tx1">
                  <a:lumMod val="75000"/>
                </a:schemeClr>
              </a:solidFill>
            </a:endParaRPr>
          </a:p>
          <a:p>
            <a:pPr algn="ctr"/>
            <a:r>
              <a:rPr lang="en-GB" sz="2000" dirty="0">
                <a:solidFill>
                  <a:schemeClr val="accent1"/>
                </a:solidFill>
              </a:rPr>
              <a:t>Wednesday, 15 April 2026, 14:00–17:15</a:t>
            </a:r>
          </a:p>
        </p:txBody>
      </p:sp>
    </p:spTree>
    <p:extLst>
      <p:ext uri="{BB962C8B-B14F-4D97-AF65-F5344CB8AC3E}">
        <p14:creationId xmlns:p14="http://schemas.microsoft.com/office/powerpoint/2010/main" val="1776145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65807-3EBB-B8D0-C4F2-3D15CC6E674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D3959A7-C159-EB9D-7815-AE9CF37A757A}"/>
              </a:ext>
            </a:extLst>
          </p:cNvPr>
          <p:cNvSpPr>
            <a:spLocks noGrp="1"/>
          </p:cNvSpPr>
          <p:nvPr>
            <p:ph type="title"/>
          </p:nvPr>
        </p:nvSpPr>
        <p:spPr/>
        <p:txBody>
          <a:bodyPr/>
          <a:lstStyle/>
          <a:p>
            <a:r>
              <a:rPr lang="en-GB" dirty="0"/>
              <a:t>Lambda Expression</a:t>
            </a:r>
            <a:endParaRPr lang="en-GB" b="0" dirty="0"/>
          </a:p>
        </p:txBody>
      </p:sp>
      <p:sp>
        <p:nvSpPr>
          <p:cNvPr id="10" name="Foliennummernplatzhalter 9">
            <a:extLst>
              <a:ext uri="{FF2B5EF4-FFF2-40B4-BE49-F238E27FC236}">
                <a16:creationId xmlns:a16="http://schemas.microsoft.com/office/drawing/2014/main" id="{784BF27A-D6C1-5523-CAC9-C71E1E527176}"/>
              </a:ext>
            </a:extLst>
          </p:cNvPr>
          <p:cNvSpPr>
            <a:spLocks noGrp="1"/>
          </p:cNvSpPr>
          <p:nvPr>
            <p:ph type="sldNum" sz="quarter" idx="12"/>
          </p:nvPr>
        </p:nvSpPr>
        <p:spPr/>
        <p:txBody>
          <a:bodyPr/>
          <a:lstStyle/>
          <a:p>
            <a:fld id="{075B144D-941B-4DFC-AF5F-0416193D12EC}" type="slidenum">
              <a:rPr lang="de-DE" smtClean="0"/>
              <a:t>13</a:t>
            </a:fld>
            <a:endParaRPr lang="de-DE"/>
          </a:p>
        </p:txBody>
      </p:sp>
      <p:pic>
        <p:nvPicPr>
          <p:cNvPr id="3" name="Picture 2">
            <a:extLst>
              <a:ext uri="{FF2B5EF4-FFF2-40B4-BE49-F238E27FC236}">
                <a16:creationId xmlns:a16="http://schemas.microsoft.com/office/drawing/2014/main" id="{4EB9CAB0-DA36-244D-A036-B2A1F45A55C4}"/>
              </a:ext>
            </a:extLst>
          </p:cNvPr>
          <p:cNvPicPr>
            <a:picLocks noChangeAspect="1"/>
          </p:cNvPicPr>
          <p:nvPr/>
        </p:nvPicPr>
        <p:blipFill>
          <a:blip r:embed="rId3"/>
          <a:srcRect l="3851" t="21960" r="25169" b="-1"/>
          <a:stretch>
            <a:fillRect/>
          </a:stretch>
        </p:blipFill>
        <p:spPr>
          <a:xfrm>
            <a:off x="2079198" y="1727200"/>
            <a:ext cx="7437865" cy="3531307"/>
          </a:xfrm>
          <a:prstGeom prst="rect">
            <a:avLst/>
          </a:prstGeom>
        </p:spPr>
      </p:pic>
    </p:spTree>
    <p:extLst>
      <p:ext uri="{BB962C8B-B14F-4D97-AF65-F5344CB8AC3E}">
        <p14:creationId xmlns:p14="http://schemas.microsoft.com/office/powerpoint/2010/main" val="123597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D0E6C-2882-4DCA-B56C-0FF836FBB46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F0482840-50D4-AA62-BDE1-DDDA5D0B0550}"/>
              </a:ext>
            </a:extLst>
          </p:cNvPr>
          <p:cNvSpPr>
            <a:spLocks noGrp="1"/>
          </p:cNvSpPr>
          <p:nvPr>
            <p:ph type="title"/>
          </p:nvPr>
        </p:nvSpPr>
        <p:spPr/>
        <p:txBody>
          <a:bodyPr/>
          <a:lstStyle/>
          <a:p>
            <a:r>
              <a:rPr lang="en-GB" dirty="0"/>
              <a:t>Self-invoking Lambda Function</a:t>
            </a:r>
            <a:endParaRPr lang="en-GB" b="0" dirty="0"/>
          </a:p>
        </p:txBody>
      </p:sp>
      <p:sp>
        <p:nvSpPr>
          <p:cNvPr id="10" name="Foliennummernplatzhalter 9">
            <a:extLst>
              <a:ext uri="{FF2B5EF4-FFF2-40B4-BE49-F238E27FC236}">
                <a16:creationId xmlns:a16="http://schemas.microsoft.com/office/drawing/2014/main" id="{E89CB990-EE0C-CFE4-F171-6D461283FE8A}"/>
              </a:ext>
            </a:extLst>
          </p:cNvPr>
          <p:cNvSpPr>
            <a:spLocks noGrp="1"/>
          </p:cNvSpPr>
          <p:nvPr>
            <p:ph type="sldNum" sz="quarter" idx="12"/>
          </p:nvPr>
        </p:nvSpPr>
        <p:spPr/>
        <p:txBody>
          <a:bodyPr/>
          <a:lstStyle/>
          <a:p>
            <a:fld id="{075B144D-941B-4DFC-AF5F-0416193D12EC}" type="slidenum">
              <a:rPr lang="de-DE" smtClean="0"/>
              <a:t>14</a:t>
            </a:fld>
            <a:endParaRPr lang="de-DE"/>
          </a:p>
        </p:txBody>
      </p:sp>
      <p:pic>
        <p:nvPicPr>
          <p:cNvPr id="5" name="Picture 4">
            <a:extLst>
              <a:ext uri="{FF2B5EF4-FFF2-40B4-BE49-F238E27FC236}">
                <a16:creationId xmlns:a16="http://schemas.microsoft.com/office/drawing/2014/main" id="{C431ACA8-BAAC-00B0-A1ED-205CD90818EC}"/>
              </a:ext>
            </a:extLst>
          </p:cNvPr>
          <p:cNvPicPr>
            <a:picLocks noChangeAspect="1"/>
          </p:cNvPicPr>
          <p:nvPr/>
        </p:nvPicPr>
        <p:blipFill>
          <a:blip r:embed="rId3"/>
          <a:stretch>
            <a:fillRect/>
          </a:stretch>
        </p:blipFill>
        <p:spPr>
          <a:xfrm>
            <a:off x="1723351" y="1727200"/>
            <a:ext cx="9659698" cy="3191320"/>
          </a:xfrm>
          <a:prstGeom prst="rect">
            <a:avLst/>
          </a:prstGeom>
        </p:spPr>
      </p:pic>
      <p:sp>
        <p:nvSpPr>
          <p:cNvPr id="2" name="Rectangle 1">
            <a:extLst>
              <a:ext uri="{FF2B5EF4-FFF2-40B4-BE49-F238E27FC236}">
                <a16:creationId xmlns:a16="http://schemas.microsoft.com/office/drawing/2014/main" id="{6339DA83-D988-E0B8-8434-4F70D5F497C4}"/>
              </a:ext>
            </a:extLst>
          </p:cNvPr>
          <p:cNvSpPr/>
          <p:nvPr/>
        </p:nvSpPr>
        <p:spPr>
          <a:xfrm>
            <a:off x="1720767" y="3887806"/>
            <a:ext cx="7136513" cy="103071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810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CA847-D11E-8386-0B9E-CC367B982E7E}"/>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1A36DFEE-464F-4E40-E3FF-1A78C6360FF8}"/>
              </a:ext>
            </a:extLst>
          </p:cNvPr>
          <p:cNvSpPr>
            <a:spLocks noGrp="1"/>
          </p:cNvSpPr>
          <p:nvPr>
            <p:ph type="title"/>
          </p:nvPr>
        </p:nvSpPr>
        <p:spPr>
          <a:xfrm>
            <a:off x="359400" y="417243"/>
            <a:ext cx="10328920" cy="835093"/>
          </a:xfrm>
        </p:spPr>
        <p:txBody>
          <a:bodyPr/>
          <a:lstStyle/>
          <a:p>
            <a:r>
              <a:rPr lang="en-GB" dirty="0"/>
              <a:t>Power Lambda Function </a:t>
            </a:r>
            <a:r>
              <a:rPr lang="en-GB" b="0" dirty="0"/>
              <a:t>(call the first function, then immediately call whatever it returns)</a:t>
            </a:r>
          </a:p>
        </p:txBody>
      </p:sp>
      <p:sp>
        <p:nvSpPr>
          <p:cNvPr id="10" name="Foliennummernplatzhalter 9">
            <a:extLst>
              <a:ext uri="{FF2B5EF4-FFF2-40B4-BE49-F238E27FC236}">
                <a16:creationId xmlns:a16="http://schemas.microsoft.com/office/drawing/2014/main" id="{CA97794C-2EC0-6B39-BB3D-B2AA442221DB}"/>
              </a:ext>
            </a:extLst>
          </p:cNvPr>
          <p:cNvSpPr>
            <a:spLocks noGrp="1"/>
          </p:cNvSpPr>
          <p:nvPr>
            <p:ph type="sldNum" sz="quarter" idx="12"/>
          </p:nvPr>
        </p:nvSpPr>
        <p:spPr/>
        <p:txBody>
          <a:bodyPr/>
          <a:lstStyle/>
          <a:p>
            <a:fld id="{075B144D-941B-4DFC-AF5F-0416193D12EC}" type="slidenum">
              <a:rPr lang="de-DE" smtClean="0"/>
              <a:t>15</a:t>
            </a:fld>
            <a:endParaRPr lang="de-DE"/>
          </a:p>
        </p:txBody>
      </p:sp>
      <p:pic>
        <p:nvPicPr>
          <p:cNvPr id="3" name="Picture 2">
            <a:extLst>
              <a:ext uri="{FF2B5EF4-FFF2-40B4-BE49-F238E27FC236}">
                <a16:creationId xmlns:a16="http://schemas.microsoft.com/office/drawing/2014/main" id="{653CCE8E-839C-88DF-ECE7-8FAA48786042}"/>
              </a:ext>
            </a:extLst>
          </p:cNvPr>
          <p:cNvPicPr>
            <a:picLocks noChangeAspect="1"/>
          </p:cNvPicPr>
          <p:nvPr/>
        </p:nvPicPr>
        <p:blipFill>
          <a:blip r:embed="rId3"/>
          <a:stretch>
            <a:fillRect/>
          </a:stretch>
        </p:blipFill>
        <p:spPr>
          <a:xfrm>
            <a:off x="1533955" y="1512865"/>
            <a:ext cx="9051066" cy="4063288"/>
          </a:xfrm>
          <a:prstGeom prst="rect">
            <a:avLst/>
          </a:prstGeom>
        </p:spPr>
      </p:pic>
      <p:grpSp>
        <p:nvGrpSpPr>
          <p:cNvPr id="6" name="Group 5">
            <a:extLst>
              <a:ext uri="{FF2B5EF4-FFF2-40B4-BE49-F238E27FC236}">
                <a16:creationId xmlns:a16="http://schemas.microsoft.com/office/drawing/2014/main" id="{99DF61E4-CD2F-35F2-5BEC-0C6B1138B745}"/>
              </a:ext>
            </a:extLst>
          </p:cNvPr>
          <p:cNvGrpSpPr/>
          <p:nvPr/>
        </p:nvGrpSpPr>
        <p:grpSpPr>
          <a:xfrm>
            <a:off x="1098012" y="5925296"/>
            <a:ext cx="4487255" cy="835093"/>
            <a:chOff x="2157718" y="5571521"/>
            <a:chExt cx="6671671" cy="835093"/>
          </a:xfrm>
        </p:grpSpPr>
        <p:sp>
          <p:nvSpPr>
            <p:cNvPr id="7" name="Shape 4">
              <a:extLst>
                <a:ext uri="{FF2B5EF4-FFF2-40B4-BE49-F238E27FC236}">
                  <a16:creationId xmlns:a16="http://schemas.microsoft.com/office/drawing/2014/main" id="{4E9411B7-C888-44DE-AA3D-0BDEA489C992}"/>
                </a:ext>
              </a:extLst>
            </p:cNvPr>
            <p:cNvSpPr/>
            <p:nvPr/>
          </p:nvSpPr>
          <p:spPr>
            <a:xfrm>
              <a:off x="2770675" y="5571521"/>
              <a:ext cx="6058714" cy="835093"/>
            </a:xfrm>
            <a:prstGeom prst="rect">
              <a:avLst/>
            </a:prstGeom>
            <a:solidFill>
              <a:srgbClr val="AAA39D"/>
            </a:solidFill>
            <a:ln w="12700">
              <a:solidFill>
                <a:srgbClr val="00699A"/>
              </a:solidFill>
              <a:prstDash val="solid"/>
            </a:ln>
          </p:spPr>
          <p:txBody>
            <a:bodyPr/>
            <a:lstStyle/>
            <a:p>
              <a:pPr algn="ctr"/>
              <a:r>
                <a:rPr lang="en-GB" sz="1600" dirty="0"/>
                <a:t>In </a:t>
              </a:r>
              <a:r>
                <a:rPr lang="en-GB" sz="1600" b="1" dirty="0"/>
                <a:t>Week4.ipynb</a:t>
              </a:r>
              <a:r>
                <a:rPr lang="en-GB" sz="1600" dirty="0"/>
                <a:t>, </a:t>
              </a:r>
              <a:r>
                <a:rPr lang="de-DE" sz="1600" dirty="0"/>
                <a:t>check “Section 5. Lambda Expression“</a:t>
              </a:r>
              <a:endParaRPr lang="en-GB" b="1" dirty="0"/>
            </a:p>
            <a:p>
              <a:pPr algn="ctr"/>
              <a:endParaRPr lang="en-GB" sz="1600" dirty="0"/>
            </a:p>
          </p:txBody>
        </p:sp>
        <p:pic>
          <p:nvPicPr>
            <p:cNvPr id="8" name="Grafik 208">
              <a:extLst>
                <a:ext uri="{FF2B5EF4-FFF2-40B4-BE49-F238E27FC236}">
                  <a16:creationId xmlns:a16="http://schemas.microsoft.com/office/drawing/2014/main" id="{899F5D6E-5503-2FAE-9547-A467200EB4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7718" y="5609406"/>
              <a:ext cx="436474" cy="436474"/>
            </a:xfrm>
            <a:prstGeom prst="rect">
              <a:avLst/>
            </a:prstGeom>
          </p:spPr>
        </p:pic>
      </p:grpSp>
      <p:grpSp>
        <p:nvGrpSpPr>
          <p:cNvPr id="9" name="Group 8">
            <a:extLst>
              <a:ext uri="{FF2B5EF4-FFF2-40B4-BE49-F238E27FC236}">
                <a16:creationId xmlns:a16="http://schemas.microsoft.com/office/drawing/2014/main" id="{33701BEF-2252-DC32-9D17-D50560B95B69}"/>
              </a:ext>
            </a:extLst>
          </p:cNvPr>
          <p:cNvGrpSpPr/>
          <p:nvPr/>
        </p:nvGrpSpPr>
        <p:grpSpPr>
          <a:xfrm>
            <a:off x="6606735" y="5925296"/>
            <a:ext cx="4520707" cy="835093"/>
            <a:chOff x="1934152" y="5781799"/>
            <a:chExt cx="6570681" cy="835093"/>
          </a:xfrm>
        </p:grpSpPr>
        <p:pic>
          <p:nvPicPr>
            <p:cNvPr id="11" name="Grafik 216">
              <a:extLst>
                <a:ext uri="{FF2B5EF4-FFF2-40B4-BE49-F238E27FC236}">
                  <a16:creationId xmlns:a16="http://schemas.microsoft.com/office/drawing/2014/main" id="{D2EACA71-95B4-EB9E-9105-302F6672BB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4152" y="5870414"/>
              <a:ext cx="436474" cy="436474"/>
            </a:xfrm>
            <a:prstGeom prst="rect">
              <a:avLst/>
            </a:prstGeom>
          </p:spPr>
        </p:pic>
        <p:sp>
          <p:nvSpPr>
            <p:cNvPr id="12" name="Abgerundetes Rechteck 32">
              <a:extLst>
                <a:ext uri="{FF2B5EF4-FFF2-40B4-BE49-F238E27FC236}">
                  <a16:creationId xmlns:a16="http://schemas.microsoft.com/office/drawing/2014/main" id="{EC6919D7-AEA2-C2C5-464A-97F77E34C6DF}"/>
                </a:ext>
              </a:extLst>
            </p:cNvPr>
            <p:cNvSpPr/>
            <p:nvPr/>
          </p:nvSpPr>
          <p:spPr>
            <a:xfrm>
              <a:off x="2583812" y="5781799"/>
              <a:ext cx="5921021" cy="835093"/>
            </a:xfrm>
            <a:prstGeom prst="roundRect">
              <a:avLst/>
            </a:prstGeom>
            <a:solidFill>
              <a:srgbClr val="00699A"/>
            </a:solidFill>
            <a:ln>
              <a:solidFill>
                <a:srgbClr val="DF4807"/>
              </a:solid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r>
                <a:rPr lang="en-GB" dirty="0"/>
                <a:t>In </a:t>
              </a:r>
              <a:r>
                <a:rPr lang="en-GB" b="1" dirty="0"/>
                <a:t>Week4_Exercise.ipynb</a:t>
              </a:r>
              <a:r>
                <a:rPr lang="en-GB" dirty="0"/>
                <a:t>, you have 40 minutes to solve “Problems 3 &amp;4” .</a:t>
              </a:r>
            </a:p>
          </p:txBody>
        </p:sp>
      </p:grpSp>
      <p:grpSp>
        <p:nvGrpSpPr>
          <p:cNvPr id="2" name="Group 1">
            <a:extLst>
              <a:ext uri="{FF2B5EF4-FFF2-40B4-BE49-F238E27FC236}">
                <a16:creationId xmlns:a16="http://schemas.microsoft.com/office/drawing/2014/main" id="{578E35C5-BC19-376C-6330-81389BA31BCE}"/>
              </a:ext>
            </a:extLst>
          </p:cNvPr>
          <p:cNvGrpSpPr/>
          <p:nvPr/>
        </p:nvGrpSpPr>
        <p:grpSpPr>
          <a:xfrm>
            <a:off x="1247860" y="4616982"/>
            <a:ext cx="1807685" cy="307777"/>
            <a:chOff x="975122" y="2999554"/>
            <a:chExt cx="1630392" cy="469335"/>
          </a:xfrm>
        </p:grpSpPr>
        <p:cxnSp>
          <p:nvCxnSpPr>
            <p:cNvPr id="5" name="Connector: Curved 4">
              <a:extLst>
                <a:ext uri="{FF2B5EF4-FFF2-40B4-BE49-F238E27FC236}">
                  <a16:creationId xmlns:a16="http://schemas.microsoft.com/office/drawing/2014/main" id="{229A57DE-76EC-A9C6-7500-E3F9DA005D3F}"/>
                </a:ext>
              </a:extLst>
            </p:cNvPr>
            <p:cNvCxnSpPr>
              <a:cxnSpLocks/>
            </p:cNvCxnSpPr>
            <p:nvPr/>
          </p:nvCxnSpPr>
          <p:spPr>
            <a:xfrm rot="10800000" flipV="1">
              <a:off x="2093160" y="3127240"/>
              <a:ext cx="454793" cy="170038"/>
            </a:xfrm>
            <a:prstGeom prst="curvedConnector3">
              <a:avLst>
                <a:gd name="adj1" fmla="val -26839"/>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9EA5B07-72F8-B334-C75B-346A695419AA}"/>
                </a:ext>
              </a:extLst>
            </p:cNvPr>
            <p:cNvSpPr txBox="1"/>
            <p:nvPr/>
          </p:nvSpPr>
          <p:spPr>
            <a:xfrm>
              <a:off x="975122" y="2999554"/>
              <a:ext cx="1630392" cy="469335"/>
            </a:xfrm>
            <a:prstGeom prst="rect">
              <a:avLst/>
            </a:prstGeom>
            <a:noFill/>
          </p:spPr>
          <p:txBody>
            <a:bodyPr wrap="square" rtlCol="0">
              <a:spAutoFit/>
            </a:bodyPr>
            <a:lstStyle/>
            <a:p>
              <a:pPr algn="ctr"/>
              <a:r>
                <a:rPr lang="en-GB" sz="1400" b="1" dirty="0">
                  <a:solidFill>
                    <a:srgbClr val="DF4807"/>
                  </a:solidFill>
                </a:rPr>
                <a:t>Call 1</a:t>
              </a:r>
            </a:p>
          </p:txBody>
        </p:sp>
      </p:grpSp>
      <p:grpSp>
        <p:nvGrpSpPr>
          <p:cNvPr id="28" name="Group 27">
            <a:extLst>
              <a:ext uri="{FF2B5EF4-FFF2-40B4-BE49-F238E27FC236}">
                <a16:creationId xmlns:a16="http://schemas.microsoft.com/office/drawing/2014/main" id="{9B6CE21A-F395-88D7-7A6C-5362A615AAA2}"/>
              </a:ext>
            </a:extLst>
          </p:cNvPr>
          <p:cNvGrpSpPr/>
          <p:nvPr/>
        </p:nvGrpSpPr>
        <p:grpSpPr>
          <a:xfrm>
            <a:off x="3285355" y="4602579"/>
            <a:ext cx="1807685" cy="307777"/>
            <a:chOff x="3285355" y="4602579"/>
            <a:chExt cx="1807685" cy="307777"/>
          </a:xfrm>
        </p:grpSpPr>
        <p:cxnSp>
          <p:nvCxnSpPr>
            <p:cNvPr id="16" name="Connector: Curved 15">
              <a:extLst>
                <a:ext uri="{FF2B5EF4-FFF2-40B4-BE49-F238E27FC236}">
                  <a16:creationId xmlns:a16="http://schemas.microsoft.com/office/drawing/2014/main" id="{26A22DD1-40B6-9F9A-FED6-E2486F670E0C}"/>
                </a:ext>
              </a:extLst>
            </p:cNvPr>
            <p:cNvCxnSpPr>
              <a:cxnSpLocks/>
            </p:cNvCxnSpPr>
            <p:nvPr/>
          </p:nvCxnSpPr>
          <p:spPr>
            <a:xfrm>
              <a:off x="3341640" y="4700715"/>
              <a:ext cx="517438" cy="11150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3F7538C-6A81-9FE5-CE68-47D651045191}"/>
                </a:ext>
              </a:extLst>
            </p:cNvPr>
            <p:cNvSpPr txBox="1"/>
            <p:nvPr/>
          </p:nvSpPr>
          <p:spPr>
            <a:xfrm>
              <a:off x="3285355" y="4602579"/>
              <a:ext cx="1807685" cy="307777"/>
            </a:xfrm>
            <a:prstGeom prst="rect">
              <a:avLst/>
            </a:prstGeom>
            <a:noFill/>
          </p:spPr>
          <p:txBody>
            <a:bodyPr wrap="square" rtlCol="0">
              <a:spAutoFit/>
            </a:bodyPr>
            <a:lstStyle/>
            <a:p>
              <a:pPr algn="ctr"/>
              <a:r>
                <a:rPr lang="en-GB" sz="1400" b="1" dirty="0">
                  <a:solidFill>
                    <a:srgbClr val="DF4807"/>
                  </a:solidFill>
                </a:rPr>
                <a:t>Call 2</a:t>
              </a:r>
            </a:p>
          </p:txBody>
        </p:sp>
      </p:grpSp>
      <p:pic>
        <p:nvPicPr>
          <p:cNvPr id="30" name="Picture 29">
            <a:extLst>
              <a:ext uri="{FF2B5EF4-FFF2-40B4-BE49-F238E27FC236}">
                <a16:creationId xmlns:a16="http://schemas.microsoft.com/office/drawing/2014/main" id="{7FDED66F-9D8B-F460-4561-A0D16DD19AB0}"/>
              </a:ext>
            </a:extLst>
          </p:cNvPr>
          <p:cNvPicPr>
            <a:picLocks noChangeAspect="1"/>
          </p:cNvPicPr>
          <p:nvPr/>
        </p:nvPicPr>
        <p:blipFill>
          <a:blip r:embed="rId6"/>
          <a:stretch>
            <a:fillRect/>
          </a:stretch>
        </p:blipFill>
        <p:spPr>
          <a:xfrm>
            <a:off x="5773317" y="4336430"/>
            <a:ext cx="5550932" cy="1500252"/>
          </a:xfrm>
          <a:prstGeom prst="rect">
            <a:avLst/>
          </a:prstGeom>
        </p:spPr>
      </p:pic>
    </p:spTree>
    <p:extLst>
      <p:ext uri="{BB962C8B-B14F-4D97-AF65-F5344CB8AC3E}">
        <p14:creationId xmlns:p14="http://schemas.microsoft.com/office/powerpoint/2010/main" val="44550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fill="hold"/>
                                        <p:tgtEl>
                                          <p:spTgt spid="28"/>
                                        </p:tgtEl>
                                        <p:attrNameLst>
                                          <p:attrName>ppt_x</p:attrName>
                                        </p:attrNameLst>
                                      </p:cBhvr>
                                      <p:tavLst>
                                        <p:tav tm="0">
                                          <p:val>
                                            <p:strVal val="#ppt_x"/>
                                          </p:val>
                                        </p:tav>
                                        <p:tav tm="100000">
                                          <p:val>
                                            <p:strVal val="#ppt_x"/>
                                          </p:val>
                                        </p:tav>
                                      </p:tavLst>
                                    </p:anim>
                                    <p:anim calcmode="lin" valueType="num">
                                      <p:cBhvr additive="base">
                                        <p:cTn id="1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additive="base">
                                        <p:cTn id="24" dur="500" fill="hold"/>
                                        <p:tgtEl>
                                          <p:spTgt spid="30"/>
                                        </p:tgtEl>
                                        <p:attrNameLst>
                                          <p:attrName>ppt_x</p:attrName>
                                        </p:attrNameLst>
                                      </p:cBhvr>
                                      <p:tavLst>
                                        <p:tav tm="0">
                                          <p:val>
                                            <p:strVal val="#ppt_x"/>
                                          </p:val>
                                        </p:tav>
                                        <p:tav tm="100000">
                                          <p:val>
                                            <p:strVal val="#ppt_x"/>
                                          </p:val>
                                        </p:tav>
                                      </p:tavLst>
                                    </p:anim>
                                    <p:anim calcmode="lin" valueType="num">
                                      <p:cBhvr additive="base">
                                        <p:cTn id="2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2BFCC-7C62-4D01-09CD-6BA043B9F01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226C0785-0075-0522-A9E4-9A6F2ED2CB78}"/>
              </a:ext>
            </a:extLst>
          </p:cNvPr>
          <p:cNvSpPr>
            <a:spLocks noGrp="1"/>
          </p:cNvSpPr>
          <p:nvPr>
            <p:ph type="title"/>
          </p:nvPr>
        </p:nvSpPr>
        <p:spPr/>
        <p:txBody>
          <a:bodyPr/>
          <a:lstStyle/>
          <a:p>
            <a:r>
              <a:rPr lang="en-GB" dirty="0"/>
              <a:t>University Lab Submission Tracking System</a:t>
            </a:r>
            <a:endParaRPr lang="en-GB" b="0" dirty="0"/>
          </a:p>
        </p:txBody>
      </p:sp>
      <p:sp>
        <p:nvSpPr>
          <p:cNvPr id="10" name="Foliennummernplatzhalter 9">
            <a:extLst>
              <a:ext uri="{FF2B5EF4-FFF2-40B4-BE49-F238E27FC236}">
                <a16:creationId xmlns:a16="http://schemas.microsoft.com/office/drawing/2014/main" id="{B91CEA75-B889-4DD2-1478-43296D7C244E}"/>
              </a:ext>
            </a:extLst>
          </p:cNvPr>
          <p:cNvSpPr>
            <a:spLocks noGrp="1"/>
          </p:cNvSpPr>
          <p:nvPr>
            <p:ph type="sldNum" sz="quarter" idx="12"/>
          </p:nvPr>
        </p:nvSpPr>
        <p:spPr/>
        <p:txBody>
          <a:bodyPr/>
          <a:lstStyle/>
          <a:p>
            <a:fld id="{075B144D-941B-4DFC-AF5F-0416193D12EC}" type="slidenum">
              <a:rPr lang="de-DE" smtClean="0"/>
              <a:t>16</a:t>
            </a:fld>
            <a:endParaRPr lang="de-DE"/>
          </a:p>
        </p:txBody>
      </p:sp>
      <p:pic>
        <p:nvPicPr>
          <p:cNvPr id="5" name="Picture 4">
            <a:extLst>
              <a:ext uri="{FF2B5EF4-FFF2-40B4-BE49-F238E27FC236}">
                <a16:creationId xmlns:a16="http://schemas.microsoft.com/office/drawing/2014/main" id="{AD64AF1D-45C2-FB37-5F67-A1B4DF40EE7B}"/>
              </a:ext>
            </a:extLst>
          </p:cNvPr>
          <p:cNvPicPr>
            <a:picLocks noChangeAspect="1"/>
          </p:cNvPicPr>
          <p:nvPr/>
        </p:nvPicPr>
        <p:blipFill>
          <a:blip r:embed="rId3"/>
          <a:stretch>
            <a:fillRect/>
          </a:stretch>
        </p:blipFill>
        <p:spPr>
          <a:xfrm>
            <a:off x="1976416" y="1310830"/>
            <a:ext cx="8613116" cy="4555973"/>
          </a:xfrm>
          <a:prstGeom prst="rect">
            <a:avLst/>
          </a:prstGeom>
        </p:spPr>
      </p:pic>
      <p:grpSp>
        <p:nvGrpSpPr>
          <p:cNvPr id="13" name="Group 12">
            <a:extLst>
              <a:ext uri="{FF2B5EF4-FFF2-40B4-BE49-F238E27FC236}">
                <a16:creationId xmlns:a16="http://schemas.microsoft.com/office/drawing/2014/main" id="{2EEC5711-59CF-97D0-27A1-AAEBEFC6BEBB}"/>
              </a:ext>
            </a:extLst>
          </p:cNvPr>
          <p:cNvGrpSpPr/>
          <p:nvPr/>
        </p:nvGrpSpPr>
        <p:grpSpPr>
          <a:xfrm>
            <a:off x="3799134" y="5947377"/>
            <a:ext cx="4520707" cy="835093"/>
            <a:chOff x="1934152" y="5781799"/>
            <a:chExt cx="6570681" cy="835093"/>
          </a:xfrm>
        </p:grpSpPr>
        <p:pic>
          <p:nvPicPr>
            <p:cNvPr id="14" name="Grafik 216">
              <a:extLst>
                <a:ext uri="{FF2B5EF4-FFF2-40B4-BE49-F238E27FC236}">
                  <a16:creationId xmlns:a16="http://schemas.microsoft.com/office/drawing/2014/main" id="{5E77228E-7F2C-B592-2425-8E6C6F8ED1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4152" y="5870414"/>
              <a:ext cx="436474" cy="436474"/>
            </a:xfrm>
            <a:prstGeom prst="rect">
              <a:avLst/>
            </a:prstGeom>
          </p:spPr>
        </p:pic>
        <p:sp>
          <p:nvSpPr>
            <p:cNvPr id="15" name="Abgerundetes Rechteck 32">
              <a:extLst>
                <a:ext uri="{FF2B5EF4-FFF2-40B4-BE49-F238E27FC236}">
                  <a16:creationId xmlns:a16="http://schemas.microsoft.com/office/drawing/2014/main" id="{2FBD0FE4-C966-7177-387E-756DEA053811}"/>
                </a:ext>
              </a:extLst>
            </p:cNvPr>
            <p:cNvSpPr/>
            <p:nvPr/>
          </p:nvSpPr>
          <p:spPr>
            <a:xfrm>
              <a:off x="2583812" y="5781799"/>
              <a:ext cx="5921021" cy="835093"/>
            </a:xfrm>
            <a:prstGeom prst="roundRect">
              <a:avLst/>
            </a:prstGeom>
            <a:solidFill>
              <a:srgbClr val="00699A"/>
            </a:solidFill>
            <a:ln>
              <a:solidFill>
                <a:srgbClr val="DF4807"/>
              </a:solid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algn="ctr"/>
              <a:r>
                <a:rPr lang="en-GB" dirty="0"/>
                <a:t>In </a:t>
              </a:r>
              <a:r>
                <a:rPr lang="en-GB" b="1" dirty="0"/>
                <a:t>Week4_Exercise.ipynb</a:t>
              </a:r>
              <a:r>
                <a:rPr lang="en-GB" dirty="0"/>
                <a:t>, you have 60 minutes to solve “Mini Challenge”.</a:t>
              </a:r>
            </a:p>
          </p:txBody>
        </p:sp>
      </p:grpSp>
    </p:spTree>
    <p:extLst>
      <p:ext uri="{BB962C8B-B14F-4D97-AF65-F5344CB8AC3E}">
        <p14:creationId xmlns:p14="http://schemas.microsoft.com/office/powerpoint/2010/main" val="122011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4AFA-B101-A27E-BACC-F95F4CA977E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19A80083-9392-293E-B063-CD3BAE2DF072}"/>
              </a:ext>
            </a:extLst>
          </p:cNvPr>
          <p:cNvSpPr>
            <a:spLocks noGrp="1"/>
          </p:cNvSpPr>
          <p:nvPr>
            <p:ph type="title"/>
          </p:nvPr>
        </p:nvSpPr>
        <p:spPr/>
        <p:txBody>
          <a:bodyPr/>
          <a:lstStyle/>
          <a:p>
            <a:r>
              <a:rPr lang="de-DE" dirty="0"/>
              <a:t>What did we learn today?</a:t>
            </a:r>
            <a:endParaRPr lang="de-DE" b="0" dirty="0"/>
          </a:p>
        </p:txBody>
      </p:sp>
      <p:sp>
        <p:nvSpPr>
          <p:cNvPr id="7" name="Foliennummernplatzhalter 6">
            <a:extLst>
              <a:ext uri="{FF2B5EF4-FFF2-40B4-BE49-F238E27FC236}">
                <a16:creationId xmlns:a16="http://schemas.microsoft.com/office/drawing/2014/main" id="{915864AB-1277-269D-B5ED-A463D27DA72D}"/>
              </a:ext>
            </a:extLst>
          </p:cNvPr>
          <p:cNvSpPr>
            <a:spLocks noGrp="1"/>
          </p:cNvSpPr>
          <p:nvPr>
            <p:ph type="sldNum" sz="quarter" idx="12"/>
          </p:nvPr>
        </p:nvSpPr>
        <p:spPr/>
        <p:txBody>
          <a:bodyPr/>
          <a:lstStyle/>
          <a:p>
            <a:fld id="{075B144D-941B-4DFC-AF5F-0416193D12EC}" type="slidenum">
              <a:rPr lang="de-DE" smtClean="0"/>
              <a:pPr/>
              <a:t>17</a:t>
            </a:fld>
            <a:endParaRPr lang="de-DE"/>
          </a:p>
        </p:txBody>
      </p:sp>
      <p:sp>
        <p:nvSpPr>
          <p:cNvPr id="3" name="Textplatzhalter 2">
            <a:extLst>
              <a:ext uri="{FF2B5EF4-FFF2-40B4-BE49-F238E27FC236}">
                <a16:creationId xmlns:a16="http://schemas.microsoft.com/office/drawing/2014/main" id="{4008C89A-A611-32D1-049D-B1B2C4B8F0E6}"/>
              </a:ext>
            </a:extLst>
          </p:cNvPr>
          <p:cNvSpPr txBox="1">
            <a:spLocks/>
          </p:cNvSpPr>
          <p:nvPr/>
        </p:nvSpPr>
        <p:spPr>
          <a:xfrm>
            <a:off x="236830" y="1456095"/>
            <a:ext cx="11718339" cy="4230000"/>
          </a:xfrm>
          <a:prstGeom prst="rect">
            <a:avLst/>
          </a:prstGeom>
        </p:spPr>
        <p:txBody>
          <a:bodyPr/>
          <a:lstStyle>
            <a:lvl1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1pPr>
            <a:lvl2pPr marL="720000" indent="-360000" algn="l" defTabSz="914400" rtl="0" eaLnBrk="1" latinLnBrk="0" hangingPunct="1">
              <a:lnSpc>
                <a:spcPct val="110000"/>
              </a:lnSpc>
              <a:spcBef>
                <a:spcPts val="300"/>
              </a:spcBef>
              <a:spcAft>
                <a:spcPts val="0"/>
              </a:spcAft>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2pPr>
            <a:lvl3pPr marL="1080000" indent="-360000" algn="l" defTabSz="914400" rtl="0" eaLnBrk="1" latinLnBrk="0" hangingPunct="1">
              <a:lnSpc>
                <a:spcPct val="110000"/>
              </a:lnSpc>
              <a:spcBef>
                <a:spcPts val="300"/>
              </a:spcBef>
              <a:buClr>
                <a:schemeClr val="accent1"/>
              </a:buClr>
              <a:buFont typeface="SRH" panose="020B0503020204020204" pitchFamily="34" charset="0"/>
              <a:buChar char="—"/>
              <a:defRPr sz="1600" b="0" kern="1200">
                <a:solidFill>
                  <a:schemeClr val="tx1"/>
                </a:solidFill>
                <a:latin typeface="+mn-lt"/>
                <a:ea typeface="SRH Text" panose="020B0503020204020204" pitchFamily="34" charset="0"/>
                <a:cs typeface="SRH Text" panose="020B0503020204020204" pitchFamily="34" charset="0"/>
              </a:defRPr>
            </a:lvl3pPr>
            <a:lvl4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4pPr>
            <a:lvl5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5pPr>
            <a:lvl6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bg2">
                    <a:lumMod val="50000"/>
                  </a:schemeClr>
                </a:solidFill>
                <a:latin typeface="+mn-lt"/>
                <a:ea typeface="SRH Headline" panose="020B0603020204020204" pitchFamily="34" charset="0"/>
                <a:cs typeface="SRH Headline" panose="020B0603020204020204" pitchFamily="34" charset="0"/>
              </a:defRPr>
            </a:lvl6pPr>
            <a:lvl7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Headline" panose="020B0603020204020204" pitchFamily="34" charset="0"/>
                <a:cs typeface="SRH Headline" panose="020B0603020204020204" pitchFamily="34" charset="0"/>
              </a:defRPr>
            </a:lvl7pPr>
            <a:lvl8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8pPr>
            <a:lvl9pPr marL="360000" indent="-360000" algn="l" defTabSz="914400" rtl="0" eaLnBrk="1" latinLnBrk="0" hangingPunct="1">
              <a:lnSpc>
                <a:spcPct val="110000"/>
              </a:lnSpc>
              <a:spcBef>
                <a:spcPts val="1200"/>
              </a:spcBef>
              <a:buClr>
                <a:schemeClr val="accent1"/>
              </a:buClr>
              <a:buFont typeface="SRH Text" panose="020B0503020204020204" pitchFamily="34" charset="0"/>
              <a:buChar char="—"/>
              <a:defRPr sz="1800" b="0" kern="1200">
                <a:solidFill>
                  <a:schemeClr val="tx1"/>
                </a:solidFill>
                <a:latin typeface="+mn-lt"/>
                <a:ea typeface="SRH Text" panose="020B0503020204020204" pitchFamily="34" charset="0"/>
                <a:cs typeface="SRH Text" panose="020B0503020204020204" pitchFamily="34" charset="0"/>
              </a:defRPr>
            </a:lvl9pPr>
          </a:lstStyle>
          <a:p>
            <a:pPr marL="0" indent="0">
              <a:buNone/>
            </a:pPr>
            <a:endParaRPr lang="de-DE" dirty="0"/>
          </a:p>
          <a:p>
            <a:pPr marL="0" indent="0">
              <a:buFont typeface="SRH Text" panose="020B0503020204020204" pitchFamily="34" charset="0"/>
              <a:buNone/>
            </a:pPr>
            <a:endParaRPr lang="de-DE" dirty="0"/>
          </a:p>
        </p:txBody>
      </p:sp>
      <p:sp>
        <p:nvSpPr>
          <p:cNvPr id="14" name="Text 8">
            <a:extLst>
              <a:ext uri="{FF2B5EF4-FFF2-40B4-BE49-F238E27FC236}">
                <a16:creationId xmlns:a16="http://schemas.microsoft.com/office/drawing/2014/main" id="{9397A670-EEB7-FB90-2895-A2F0C5B68FC5}"/>
              </a:ext>
            </a:extLst>
          </p:cNvPr>
          <p:cNvSpPr/>
          <p:nvPr/>
        </p:nvSpPr>
        <p:spPr>
          <a:xfrm>
            <a:off x="6085378" y="3109598"/>
            <a:ext cx="3017520" cy="2011680"/>
          </a:xfrm>
          <a:prstGeom prst="rect">
            <a:avLst/>
          </a:prstGeom>
          <a:noFill/>
          <a:ln/>
        </p:spPr>
        <p:txBody>
          <a:bodyPr wrap="square"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62.0</a:t>
            </a:r>
            <a:endParaRPr lang="en-US" sz="1000" dirty="0"/>
          </a:p>
        </p:txBody>
      </p:sp>
      <p:grpSp>
        <p:nvGrpSpPr>
          <p:cNvPr id="2" name="Group 1">
            <a:extLst>
              <a:ext uri="{FF2B5EF4-FFF2-40B4-BE49-F238E27FC236}">
                <a16:creationId xmlns:a16="http://schemas.microsoft.com/office/drawing/2014/main" id="{1579A938-8067-548E-B294-26D2E86CDFC1}"/>
              </a:ext>
            </a:extLst>
          </p:cNvPr>
          <p:cNvGrpSpPr/>
          <p:nvPr/>
        </p:nvGrpSpPr>
        <p:grpSpPr>
          <a:xfrm>
            <a:off x="1041419" y="1821751"/>
            <a:ext cx="4206240" cy="914400"/>
            <a:chOff x="700378" y="1419155"/>
            <a:chExt cx="4206240" cy="914400"/>
          </a:xfrm>
        </p:grpSpPr>
        <p:sp>
          <p:nvSpPr>
            <p:cNvPr id="47" name="Shape 3">
              <a:extLst>
                <a:ext uri="{FF2B5EF4-FFF2-40B4-BE49-F238E27FC236}">
                  <a16:creationId xmlns:a16="http://schemas.microsoft.com/office/drawing/2014/main" id="{286F0E4E-E273-D061-7192-D7173B5D9B9A}"/>
                </a:ext>
              </a:extLst>
            </p:cNvPr>
            <p:cNvSpPr/>
            <p:nvPr/>
          </p:nvSpPr>
          <p:spPr>
            <a:xfrm>
              <a:off x="700378" y="1419155"/>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49" name="Text 5">
              <a:extLst>
                <a:ext uri="{FF2B5EF4-FFF2-40B4-BE49-F238E27FC236}">
                  <a16:creationId xmlns:a16="http://schemas.microsoft.com/office/drawing/2014/main" id="{47BF0B76-8E61-1E49-B945-9F0D40625AB8}"/>
                </a:ext>
              </a:extLst>
            </p:cNvPr>
            <p:cNvSpPr/>
            <p:nvPr/>
          </p:nvSpPr>
          <p:spPr>
            <a:xfrm>
              <a:off x="1128423" y="1487059"/>
              <a:ext cx="3383280" cy="292608"/>
            </a:xfrm>
            <a:prstGeom prst="rect">
              <a:avLst/>
            </a:prstGeom>
            <a:noFill/>
            <a:ln/>
          </p:spPr>
          <p:txBody>
            <a:bodyPr wrap="square" rtlCol="0" anchor="ctr"/>
            <a:lstStyle/>
            <a:p>
              <a:pPr algn="ctr"/>
              <a:r>
                <a:rPr lang="en-US" sz="1600" b="1" dirty="0">
                  <a:solidFill>
                    <a:srgbClr val="DF4807"/>
                  </a:solidFill>
                  <a:latin typeface="+mj-lt"/>
                  <a:ea typeface="Calibri" pitchFamily="34" charset="-122"/>
                  <a:cs typeface="Calibri" pitchFamily="34" charset="-120"/>
                </a:rPr>
                <a:t>Purpose of Functions</a:t>
              </a:r>
              <a:endParaRPr lang="en-US" sz="1600" dirty="0">
                <a:solidFill>
                  <a:srgbClr val="DF4807"/>
                </a:solidFill>
                <a:latin typeface="+mj-lt"/>
              </a:endParaRPr>
            </a:p>
          </p:txBody>
        </p:sp>
        <p:sp>
          <p:nvSpPr>
            <p:cNvPr id="50" name="Text 6">
              <a:extLst>
                <a:ext uri="{FF2B5EF4-FFF2-40B4-BE49-F238E27FC236}">
                  <a16:creationId xmlns:a16="http://schemas.microsoft.com/office/drawing/2014/main" id="{3BDDF7FE-3C21-451D-E622-66D24316088B}"/>
                </a:ext>
              </a:extLst>
            </p:cNvPr>
            <p:cNvSpPr/>
            <p:nvPr/>
          </p:nvSpPr>
          <p:spPr>
            <a:xfrm>
              <a:off x="1229426" y="1772395"/>
              <a:ext cx="3383280" cy="502920"/>
            </a:xfrm>
            <a:prstGeom prst="rect">
              <a:avLst/>
            </a:prstGeom>
            <a:noFill/>
            <a:ln/>
          </p:spPr>
          <p:txBody>
            <a:bodyPr wrap="square" rtlCol="0" anchor="ctr"/>
            <a:lstStyle/>
            <a:p>
              <a:pPr algn="ctr"/>
              <a:r>
                <a:rPr lang="en-GB" sz="1400" dirty="0"/>
                <a:t>Functions</a:t>
              </a:r>
              <a:endParaRPr lang="en-US" sz="1400" dirty="0"/>
            </a:p>
          </p:txBody>
        </p:sp>
      </p:grpSp>
      <p:grpSp>
        <p:nvGrpSpPr>
          <p:cNvPr id="8" name="Group 7">
            <a:extLst>
              <a:ext uri="{FF2B5EF4-FFF2-40B4-BE49-F238E27FC236}">
                <a16:creationId xmlns:a16="http://schemas.microsoft.com/office/drawing/2014/main" id="{676BFFBD-E105-BB9E-07F7-A998595A9B1B}"/>
              </a:ext>
            </a:extLst>
          </p:cNvPr>
          <p:cNvGrpSpPr/>
          <p:nvPr/>
        </p:nvGrpSpPr>
        <p:grpSpPr>
          <a:xfrm>
            <a:off x="6819644" y="1875256"/>
            <a:ext cx="4217992" cy="914400"/>
            <a:chOff x="5118652" y="1456095"/>
            <a:chExt cx="4217992" cy="914400"/>
          </a:xfrm>
        </p:grpSpPr>
        <p:sp>
          <p:nvSpPr>
            <p:cNvPr id="51" name="Shape 7">
              <a:extLst>
                <a:ext uri="{FF2B5EF4-FFF2-40B4-BE49-F238E27FC236}">
                  <a16:creationId xmlns:a16="http://schemas.microsoft.com/office/drawing/2014/main" id="{432800EC-E174-87C8-89F1-B03850AA5798}"/>
                </a:ext>
              </a:extLst>
            </p:cNvPr>
            <p:cNvSpPr/>
            <p:nvPr/>
          </p:nvSpPr>
          <p:spPr>
            <a:xfrm>
              <a:off x="5118652" y="1456095"/>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53" name="Text 9">
              <a:extLst>
                <a:ext uri="{FF2B5EF4-FFF2-40B4-BE49-F238E27FC236}">
                  <a16:creationId xmlns:a16="http://schemas.microsoft.com/office/drawing/2014/main" id="{E3C67E34-F51C-E066-647C-BA1E0700A63A}"/>
                </a:ext>
              </a:extLst>
            </p:cNvPr>
            <p:cNvSpPr/>
            <p:nvPr/>
          </p:nvSpPr>
          <p:spPr>
            <a:xfrm>
              <a:off x="5467167" y="1494394"/>
              <a:ext cx="3869477" cy="292608"/>
            </a:xfrm>
            <a:prstGeom prst="rect">
              <a:avLst/>
            </a:prstGeom>
            <a:noFill/>
            <a:ln/>
          </p:spPr>
          <p:txBody>
            <a:bodyPr wrap="square" rtlCol="0" anchor="ctr"/>
            <a:lstStyle/>
            <a:p>
              <a:pPr algn="ctr"/>
              <a:r>
                <a:rPr lang="de-DE" sz="1600" b="1" dirty="0">
                  <a:solidFill>
                    <a:srgbClr val="DF4807"/>
                  </a:solidFill>
                  <a:latin typeface="+mj-lt"/>
                  <a:ea typeface="Calibri" pitchFamily="34" charset="-122"/>
                  <a:cs typeface="Calibri" pitchFamily="34" charset="-120"/>
                </a:rPr>
                <a:t>Function Parameters &amp; Return Values</a:t>
              </a:r>
              <a:endParaRPr lang="en-US" sz="1600" b="1" dirty="0">
                <a:solidFill>
                  <a:srgbClr val="DF4807"/>
                </a:solidFill>
                <a:latin typeface="+mj-lt"/>
                <a:ea typeface="Calibri" pitchFamily="34" charset="-122"/>
                <a:cs typeface="Calibri" pitchFamily="34" charset="-120"/>
              </a:endParaRPr>
            </a:p>
          </p:txBody>
        </p:sp>
        <p:sp>
          <p:nvSpPr>
            <p:cNvPr id="54" name="Text 10">
              <a:extLst>
                <a:ext uri="{FF2B5EF4-FFF2-40B4-BE49-F238E27FC236}">
                  <a16:creationId xmlns:a16="http://schemas.microsoft.com/office/drawing/2014/main" id="{9BA461B3-7414-035E-2191-B2D58B8EFE90}"/>
                </a:ext>
              </a:extLst>
            </p:cNvPr>
            <p:cNvSpPr/>
            <p:nvPr/>
          </p:nvSpPr>
          <p:spPr>
            <a:xfrm>
              <a:off x="5777020" y="1803567"/>
              <a:ext cx="3383280" cy="502920"/>
            </a:xfrm>
            <a:prstGeom prst="rect">
              <a:avLst/>
            </a:prstGeom>
            <a:noFill/>
            <a:ln/>
          </p:spPr>
          <p:txBody>
            <a:bodyPr wrap="square" rtlCol="0" anchor="ctr"/>
            <a:lstStyle/>
            <a:p>
              <a:pPr indent="0" algn="ctr">
                <a:buNone/>
              </a:pPr>
              <a:r>
                <a:rPr lang="en-GB" sz="1400" dirty="0">
                  <a:solidFill>
                    <a:srgbClr val="2D3748"/>
                  </a:solidFill>
                  <a:ea typeface="Calibri" pitchFamily="34" charset="-122"/>
                  <a:cs typeface="Calibri" pitchFamily="34" charset="-120"/>
                </a:rPr>
                <a:t>Parameters &amp; Return Functions</a:t>
              </a:r>
            </a:p>
          </p:txBody>
        </p:sp>
      </p:grpSp>
      <p:grpSp>
        <p:nvGrpSpPr>
          <p:cNvPr id="4" name="Group 3">
            <a:extLst>
              <a:ext uri="{FF2B5EF4-FFF2-40B4-BE49-F238E27FC236}">
                <a16:creationId xmlns:a16="http://schemas.microsoft.com/office/drawing/2014/main" id="{204B4BB1-7D8F-4A79-09B7-9E86D1630BC9}"/>
              </a:ext>
            </a:extLst>
          </p:cNvPr>
          <p:cNvGrpSpPr/>
          <p:nvPr/>
        </p:nvGrpSpPr>
        <p:grpSpPr>
          <a:xfrm>
            <a:off x="1057984" y="3201038"/>
            <a:ext cx="4206240" cy="914400"/>
            <a:chOff x="683812" y="2480223"/>
            <a:chExt cx="4206240" cy="914400"/>
          </a:xfrm>
        </p:grpSpPr>
        <p:sp>
          <p:nvSpPr>
            <p:cNvPr id="55" name="Shape 11">
              <a:extLst>
                <a:ext uri="{FF2B5EF4-FFF2-40B4-BE49-F238E27FC236}">
                  <a16:creationId xmlns:a16="http://schemas.microsoft.com/office/drawing/2014/main" id="{A73761CD-47F4-EAB8-7A25-E5EC265510B1}"/>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57" name="Text 13">
              <a:extLst>
                <a:ext uri="{FF2B5EF4-FFF2-40B4-BE49-F238E27FC236}">
                  <a16:creationId xmlns:a16="http://schemas.microsoft.com/office/drawing/2014/main" id="{F3E87FC5-78CA-F29A-E5AA-DDF0AB94F6C3}"/>
                </a:ext>
              </a:extLst>
            </p:cNvPr>
            <p:cNvSpPr/>
            <p:nvPr/>
          </p:nvSpPr>
          <p:spPr>
            <a:xfrm>
              <a:off x="1342180" y="2535087"/>
              <a:ext cx="3383280" cy="292608"/>
            </a:xfrm>
            <a:prstGeom prst="rect">
              <a:avLst/>
            </a:prstGeom>
            <a:noFill/>
            <a:ln/>
          </p:spPr>
          <p:txBody>
            <a:bodyPr wrap="square" rtlCol="0" anchor="ctr"/>
            <a:lstStyle/>
            <a:p>
              <a:pPr algn="ctr"/>
              <a:r>
                <a:rPr lang="de-DE" sz="1600" b="1" dirty="0">
                  <a:solidFill>
                    <a:srgbClr val="D54407"/>
                  </a:solidFill>
                </a:rPr>
                <a:t>Variable Scope</a:t>
              </a:r>
              <a:endParaRPr lang="en-US" sz="1400" dirty="0">
                <a:solidFill>
                  <a:srgbClr val="DF4807"/>
                </a:solidFill>
                <a:latin typeface="+mj-lt"/>
              </a:endParaRPr>
            </a:p>
          </p:txBody>
        </p:sp>
        <p:sp>
          <p:nvSpPr>
            <p:cNvPr id="58" name="Text 14">
              <a:extLst>
                <a:ext uri="{FF2B5EF4-FFF2-40B4-BE49-F238E27FC236}">
                  <a16:creationId xmlns:a16="http://schemas.microsoft.com/office/drawing/2014/main" id="{612E97B9-C600-79AF-1097-50F7ED2C39BD}"/>
                </a:ext>
              </a:extLst>
            </p:cNvPr>
            <p:cNvSpPr/>
            <p:nvPr/>
          </p:nvSpPr>
          <p:spPr>
            <a:xfrm>
              <a:off x="1342180" y="2827695"/>
              <a:ext cx="3383280" cy="502920"/>
            </a:xfrm>
            <a:prstGeom prst="rect">
              <a:avLst/>
            </a:prstGeom>
            <a:noFill/>
            <a:ln/>
          </p:spPr>
          <p:txBody>
            <a:bodyPr wrap="square" rtlCol="0" anchor="ctr"/>
            <a:lstStyle/>
            <a:p>
              <a:pPr algn="ctr"/>
              <a:r>
                <a:rPr lang="en-US" sz="1400" dirty="0">
                  <a:solidFill>
                    <a:srgbClr val="2D3748"/>
                  </a:solidFill>
                  <a:ea typeface="Calibri" pitchFamily="34" charset="-122"/>
                  <a:cs typeface="Calibri" pitchFamily="34" charset="-120"/>
                </a:rPr>
                <a:t>Global and Local Variables</a:t>
              </a:r>
            </a:p>
          </p:txBody>
        </p:sp>
      </p:grpSp>
      <p:grpSp>
        <p:nvGrpSpPr>
          <p:cNvPr id="10" name="Group 9">
            <a:extLst>
              <a:ext uri="{FF2B5EF4-FFF2-40B4-BE49-F238E27FC236}">
                <a16:creationId xmlns:a16="http://schemas.microsoft.com/office/drawing/2014/main" id="{71DF5FEA-46D5-9079-4A6B-7145492C459C}"/>
              </a:ext>
            </a:extLst>
          </p:cNvPr>
          <p:cNvGrpSpPr/>
          <p:nvPr/>
        </p:nvGrpSpPr>
        <p:grpSpPr>
          <a:xfrm>
            <a:off x="6819644" y="3208817"/>
            <a:ext cx="4206240" cy="914400"/>
            <a:chOff x="683812" y="2480223"/>
            <a:chExt cx="4206240" cy="914400"/>
          </a:xfrm>
        </p:grpSpPr>
        <p:sp>
          <p:nvSpPr>
            <p:cNvPr id="11" name="Shape 11">
              <a:extLst>
                <a:ext uri="{FF2B5EF4-FFF2-40B4-BE49-F238E27FC236}">
                  <a16:creationId xmlns:a16="http://schemas.microsoft.com/office/drawing/2014/main" id="{D550F9ED-07AA-056F-EA5F-B113A0A4F0A2}"/>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12" name="Text 13">
              <a:extLst>
                <a:ext uri="{FF2B5EF4-FFF2-40B4-BE49-F238E27FC236}">
                  <a16:creationId xmlns:a16="http://schemas.microsoft.com/office/drawing/2014/main" id="{33F664F6-F88A-381C-3A53-F5DB26739A30}"/>
                </a:ext>
              </a:extLst>
            </p:cNvPr>
            <p:cNvSpPr/>
            <p:nvPr/>
          </p:nvSpPr>
          <p:spPr>
            <a:xfrm>
              <a:off x="1019785" y="2535087"/>
              <a:ext cx="3705675" cy="292608"/>
            </a:xfrm>
            <a:prstGeom prst="rect">
              <a:avLst/>
            </a:prstGeom>
            <a:noFill/>
            <a:ln/>
          </p:spPr>
          <p:txBody>
            <a:bodyPr wrap="square" rtlCol="0" anchor="ctr"/>
            <a:lstStyle/>
            <a:p>
              <a:pPr algn="ctr"/>
              <a:r>
                <a:rPr lang="de-DE" sz="1600" b="1" dirty="0">
                  <a:solidFill>
                    <a:srgbClr val="D54407"/>
                  </a:solidFill>
                </a:rPr>
                <a:t>Functions with Default Parameters</a:t>
              </a:r>
              <a:endParaRPr lang="en-US" sz="1400" dirty="0">
                <a:solidFill>
                  <a:srgbClr val="DF4807"/>
                </a:solidFill>
                <a:latin typeface="+mj-lt"/>
              </a:endParaRPr>
            </a:p>
          </p:txBody>
        </p:sp>
        <p:sp>
          <p:nvSpPr>
            <p:cNvPr id="13" name="Text 14">
              <a:extLst>
                <a:ext uri="{FF2B5EF4-FFF2-40B4-BE49-F238E27FC236}">
                  <a16:creationId xmlns:a16="http://schemas.microsoft.com/office/drawing/2014/main" id="{7898194A-18F2-D083-E1B0-62389C0E713D}"/>
                </a:ext>
              </a:extLst>
            </p:cNvPr>
            <p:cNvSpPr/>
            <p:nvPr/>
          </p:nvSpPr>
          <p:spPr>
            <a:xfrm>
              <a:off x="1342180" y="2827695"/>
              <a:ext cx="3383280" cy="502920"/>
            </a:xfrm>
            <a:prstGeom prst="rect">
              <a:avLst/>
            </a:prstGeom>
            <a:noFill/>
            <a:ln/>
          </p:spPr>
          <p:txBody>
            <a:bodyPr wrap="square" rtlCol="0" anchor="ctr"/>
            <a:lstStyle/>
            <a:p>
              <a:pPr algn="ctr"/>
              <a:r>
                <a:rPr lang="en-US" sz="1400" dirty="0">
                  <a:solidFill>
                    <a:srgbClr val="2D3748"/>
                  </a:solidFill>
                  <a:ea typeface="Calibri" pitchFamily="34" charset="-122"/>
                  <a:cs typeface="Calibri" pitchFamily="34" charset="-120"/>
                </a:rPr>
                <a:t>Default Parameters</a:t>
              </a:r>
            </a:p>
          </p:txBody>
        </p:sp>
      </p:grpSp>
      <p:grpSp>
        <p:nvGrpSpPr>
          <p:cNvPr id="15" name="Group 14">
            <a:extLst>
              <a:ext uri="{FF2B5EF4-FFF2-40B4-BE49-F238E27FC236}">
                <a16:creationId xmlns:a16="http://schemas.microsoft.com/office/drawing/2014/main" id="{FD2D650B-20A5-71E3-BFDC-32FB29B0E1CA}"/>
              </a:ext>
            </a:extLst>
          </p:cNvPr>
          <p:cNvGrpSpPr/>
          <p:nvPr/>
        </p:nvGrpSpPr>
        <p:grpSpPr>
          <a:xfrm>
            <a:off x="1041419" y="4565955"/>
            <a:ext cx="4239371" cy="914400"/>
            <a:chOff x="667247" y="2480223"/>
            <a:chExt cx="4239371" cy="914400"/>
          </a:xfrm>
        </p:grpSpPr>
        <p:sp>
          <p:nvSpPr>
            <p:cNvPr id="16" name="Shape 11">
              <a:extLst>
                <a:ext uri="{FF2B5EF4-FFF2-40B4-BE49-F238E27FC236}">
                  <a16:creationId xmlns:a16="http://schemas.microsoft.com/office/drawing/2014/main" id="{55F30DF1-D6E3-A6AD-D93B-66B04807117C}"/>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17" name="Text 13">
              <a:extLst>
                <a:ext uri="{FF2B5EF4-FFF2-40B4-BE49-F238E27FC236}">
                  <a16:creationId xmlns:a16="http://schemas.microsoft.com/office/drawing/2014/main" id="{AE534C86-0569-971E-45F0-A3E8CBDD20A0}"/>
                </a:ext>
              </a:extLst>
            </p:cNvPr>
            <p:cNvSpPr/>
            <p:nvPr/>
          </p:nvSpPr>
          <p:spPr>
            <a:xfrm>
              <a:off x="667247" y="2582264"/>
              <a:ext cx="4239371" cy="292608"/>
            </a:xfrm>
            <a:prstGeom prst="rect">
              <a:avLst/>
            </a:prstGeom>
            <a:noFill/>
            <a:ln/>
          </p:spPr>
          <p:txBody>
            <a:bodyPr wrap="square" rtlCol="0" anchor="ctr"/>
            <a:lstStyle/>
            <a:p>
              <a:pPr algn="ctr"/>
              <a:r>
                <a:rPr lang="de-DE" sz="1600" b="1" dirty="0">
                  <a:solidFill>
                    <a:srgbClr val="D54407"/>
                  </a:solidFill>
                </a:rPr>
                <a:t>Functions passing an Arbitary Number of Arguments</a:t>
              </a:r>
              <a:endParaRPr lang="en-US" sz="1400" dirty="0">
                <a:solidFill>
                  <a:srgbClr val="DF4807"/>
                </a:solidFill>
                <a:latin typeface="+mj-lt"/>
              </a:endParaRPr>
            </a:p>
          </p:txBody>
        </p:sp>
        <p:sp>
          <p:nvSpPr>
            <p:cNvPr id="18" name="Text 14">
              <a:extLst>
                <a:ext uri="{FF2B5EF4-FFF2-40B4-BE49-F238E27FC236}">
                  <a16:creationId xmlns:a16="http://schemas.microsoft.com/office/drawing/2014/main" id="{3486C43A-1577-8CE0-C543-4F46EF68D4BC}"/>
                </a:ext>
              </a:extLst>
            </p:cNvPr>
            <p:cNvSpPr/>
            <p:nvPr/>
          </p:nvSpPr>
          <p:spPr>
            <a:xfrm>
              <a:off x="1342180" y="2827695"/>
              <a:ext cx="3383280" cy="502920"/>
            </a:xfrm>
            <a:prstGeom prst="rect">
              <a:avLst/>
            </a:prstGeom>
            <a:noFill/>
            <a:ln/>
          </p:spPr>
          <p:txBody>
            <a:bodyPr wrap="square" rtlCol="0" anchor="ctr"/>
            <a:lstStyle/>
            <a:p>
              <a:pPr algn="ctr"/>
              <a:r>
                <a:rPr lang="de-DE" sz="1400" dirty="0">
                  <a:solidFill>
                    <a:srgbClr val="575756"/>
                  </a:solidFill>
                  <a:ea typeface="SRH Text" panose="020B0503020204020204" pitchFamily="34" charset="0"/>
                  <a:cs typeface="SRH Text" panose="020B0503020204020204" pitchFamily="34" charset="0"/>
                </a:rPr>
                <a:t>Arbitary Number of Arguments</a:t>
              </a:r>
              <a:endParaRPr lang="en-US" sz="1400" dirty="0">
                <a:solidFill>
                  <a:srgbClr val="2D3748"/>
                </a:solidFill>
                <a:ea typeface="Calibri" pitchFamily="34" charset="-122"/>
                <a:cs typeface="Calibri" pitchFamily="34" charset="-120"/>
              </a:endParaRPr>
            </a:p>
          </p:txBody>
        </p:sp>
      </p:grpSp>
      <p:grpSp>
        <p:nvGrpSpPr>
          <p:cNvPr id="5" name="Group 4">
            <a:extLst>
              <a:ext uri="{FF2B5EF4-FFF2-40B4-BE49-F238E27FC236}">
                <a16:creationId xmlns:a16="http://schemas.microsoft.com/office/drawing/2014/main" id="{8BABC87C-51F9-B685-1D0C-29D1851D0F57}"/>
              </a:ext>
            </a:extLst>
          </p:cNvPr>
          <p:cNvGrpSpPr/>
          <p:nvPr/>
        </p:nvGrpSpPr>
        <p:grpSpPr>
          <a:xfrm>
            <a:off x="6819644" y="4606242"/>
            <a:ext cx="4206240" cy="914400"/>
            <a:chOff x="683812" y="2480223"/>
            <a:chExt cx="4206240" cy="914400"/>
          </a:xfrm>
        </p:grpSpPr>
        <p:sp>
          <p:nvSpPr>
            <p:cNvPr id="6" name="Shape 11">
              <a:extLst>
                <a:ext uri="{FF2B5EF4-FFF2-40B4-BE49-F238E27FC236}">
                  <a16:creationId xmlns:a16="http://schemas.microsoft.com/office/drawing/2014/main" id="{971767CF-BFF0-66EC-8E22-4AE57EDB536D}"/>
                </a:ext>
              </a:extLst>
            </p:cNvPr>
            <p:cNvSpPr/>
            <p:nvPr/>
          </p:nvSpPr>
          <p:spPr>
            <a:xfrm>
              <a:off x="683812" y="2480223"/>
              <a:ext cx="4206240" cy="914400"/>
            </a:xfrm>
            <a:prstGeom prst="rect">
              <a:avLst/>
            </a:prstGeom>
            <a:solidFill>
              <a:srgbClr val="FFFFFF"/>
            </a:solidFill>
            <a:ln w="7620">
              <a:solidFill>
                <a:srgbClr val="CBD5E0"/>
              </a:solidFill>
              <a:prstDash val="solid"/>
            </a:ln>
            <a:effectLst>
              <a:outerShdw blurRad="101600" dist="38100" dir="8100000" algn="bl" rotWithShape="0">
                <a:srgbClr val="000000">
                  <a:alpha val="12000"/>
                </a:srgbClr>
              </a:outerShdw>
            </a:effectLst>
          </p:spPr>
          <p:txBody>
            <a:bodyPr/>
            <a:lstStyle/>
            <a:p>
              <a:endParaRPr lang="en-DE"/>
            </a:p>
          </p:txBody>
        </p:sp>
        <p:sp>
          <p:nvSpPr>
            <p:cNvPr id="19" name="Text 13">
              <a:extLst>
                <a:ext uri="{FF2B5EF4-FFF2-40B4-BE49-F238E27FC236}">
                  <a16:creationId xmlns:a16="http://schemas.microsoft.com/office/drawing/2014/main" id="{6734AE6A-C429-1F28-5BBA-30FE624E4DD8}"/>
                </a:ext>
              </a:extLst>
            </p:cNvPr>
            <p:cNvSpPr/>
            <p:nvPr/>
          </p:nvSpPr>
          <p:spPr>
            <a:xfrm>
              <a:off x="1342180" y="2535087"/>
              <a:ext cx="3383280" cy="292608"/>
            </a:xfrm>
            <a:prstGeom prst="rect">
              <a:avLst/>
            </a:prstGeom>
            <a:noFill/>
            <a:ln/>
          </p:spPr>
          <p:txBody>
            <a:bodyPr wrap="square" rtlCol="0" anchor="ctr"/>
            <a:lstStyle/>
            <a:p>
              <a:pPr algn="ctr"/>
              <a:r>
                <a:rPr lang="en-US" sz="1600" b="1" dirty="0">
                  <a:solidFill>
                    <a:srgbClr val="DF4807"/>
                  </a:solidFill>
                  <a:latin typeface="+mj-lt"/>
                  <a:ea typeface="Calibri" pitchFamily="34" charset="-122"/>
                  <a:cs typeface="Calibri" pitchFamily="34" charset="-120"/>
                </a:rPr>
                <a:t>Lambda Expression</a:t>
              </a:r>
              <a:endParaRPr lang="en-US" sz="1400" dirty="0">
                <a:solidFill>
                  <a:srgbClr val="DF4807"/>
                </a:solidFill>
                <a:latin typeface="+mj-lt"/>
              </a:endParaRPr>
            </a:p>
          </p:txBody>
        </p:sp>
        <p:sp>
          <p:nvSpPr>
            <p:cNvPr id="20" name="Text 14">
              <a:extLst>
                <a:ext uri="{FF2B5EF4-FFF2-40B4-BE49-F238E27FC236}">
                  <a16:creationId xmlns:a16="http://schemas.microsoft.com/office/drawing/2014/main" id="{3F6DB210-1B11-75BE-4091-BB01D1FCA1E9}"/>
                </a:ext>
              </a:extLst>
            </p:cNvPr>
            <p:cNvSpPr/>
            <p:nvPr/>
          </p:nvSpPr>
          <p:spPr>
            <a:xfrm>
              <a:off x="1342180" y="2827695"/>
              <a:ext cx="3383280" cy="502920"/>
            </a:xfrm>
            <a:prstGeom prst="rect">
              <a:avLst/>
            </a:prstGeom>
            <a:noFill/>
            <a:ln/>
          </p:spPr>
          <p:txBody>
            <a:bodyPr wrap="square" rtlCol="0" anchor="ctr"/>
            <a:lstStyle/>
            <a:p>
              <a:pPr algn="ctr"/>
              <a:r>
                <a:rPr lang="en-GB" sz="1400" dirty="0">
                  <a:solidFill>
                    <a:srgbClr val="575756"/>
                  </a:solidFill>
                </a:rPr>
                <a:t>Anonymous functions for short operations</a:t>
              </a:r>
              <a:endParaRPr lang="en-US" sz="1400" dirty="0">
                <a:solidFill>
                  <a:srgbClr val="2D3748"/>
                </a:solidFill>
                <a:ea typeface="Calibri" pitchFamily="34" charset="-122"/>
                <a:cs typeface="Calibri" pitchFamily="34" charset="-120"/>
              </a:endParaRPr>
            </a:p>
          </p:txBody>
        </p:sp>
      </p:grpSp>
    </p:spTree>
    <p:extLst>
      <p:ext uri="{BB962C8B-B14F-4D97-AF65-F5344CB8AC3E}">
        <p14:creationId xmlns:p14="http://schemas.microsoft.com/office/powerpoint/2010/main" val="232033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D7E0-CE57-A823-1D4A-FA6FEE945999}"/>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E329CE88-96DC-D5D3-2161-2AE1190FF97F}"/>
              </a:ext>
            </a:extLst>
          </p:cNvPr>
          <p:cNvSpPr>
            <a:spLocks noGrp="1"/>
          </p:cNvSpPr>
          <p:nvPr>
            <p:ph type="title"/>
          </p:nvPr>
        </p:nvSpPr>
        <p:spPr/>
        <p:txBody>
          <a:bodyPr/>
          <a:lstStyle/>
          <a:p>
            <a:r>
              <a:rPr lang="de-DE" dirty="0"/>
              <a:t>Take-Home Assignments</a:t>
            </a:r>
            <a:endParaRPr lang="de-DE" b="0" dirty="0"/>
          </a:p>
        </p:txBody>
      </p:sp>
      <p:sp>
        <p:nvSpPr>
          <p:cNvPr id="7" name="Foliennummernplatzhalter 6">
            <a:extLst>
              <a:ext uri="{FF2B5EF4-FFF2-40B4-BE49-F238E27FC236}">
                <a16:creationId xmlns:a16="http://schemas.microsoft.com/office/drawing/2014/main" id="{594923AF-69C9-56E6-1589-71160D790618}"/>
              </a:ext>
            </a:extLst>
          </p:cNvPr>
          <p:cNvSpPr>
            <a:spLocks noGrp="1"/>
          </p:cNvSpPr>
          <p:nvPr>
            <p:ph type="sldNum" sz="quarter" idx="12"/>
          </p:nvPr>
        </p:nvSpPr>
        <p:spPr/>
        <p:txBody>
          <a:bodyPr/>
          <a:lstStyle/>
          <a:p>
            <a:fld id="{075B144D-941B-4DFC-AF5F-0416193D12EC}" type="slidenum">
              <a:rPr lang="de-DE" smtClean="0"/>
              <a:pPr/>
              <a:t>18</a:t>
            </a:fld>
            <a:endParaRPr lang="de-DE"/>
          </a:p>
        </p:txBody>
      </p:sp>
      <p:sp>
        <p:nvSpPr>
          <p:cNvPr id="2" name="TextBox 1">
            <a:extLst>
              <a:ext uri="{FF2B5EF4-FFF2-40B4-BE49-F238E27FC236}">
                <a16:creationId xmlns:a16="http://schemas.microsoft.com/office/drawing/2014/main" id="{3C1A7F77-7141-9E81-633D-2DD35750F158}"/>
              </a:ext>
            </a:extLst>
          </p:cNvPr>
          <p:cNvSpPr txBox="1"/>
          <p:nvPr/>
        </p:nvSpPr>
        <p:spPr>
          <a:xfrm>
            <a:off x="235766" y="1397675"/>
            <a:ext cx="11793493" cy="2031325"/>
          </a:xfrm>
          <a:prstGeom prst="rect">
            <a:avLst/>
          </a:prstGeom>
          <a:noFill/>
        </p:spPr>
        <p:txBody>
          <a:bodyPr wrap="square">
            <a:spAutoFit/>
          </a:bodyPr>
          <a:lstStyle/>
          <a:p>
            <a:r>
              <a:rPr lang="en-US" dirty="0">
                <a:solidFill>
                  <a:srgbClr val="2D3748"/>
                </a:solidFill>
                <a:ea typeface="Calibri" pitchFamily="34" charset="-122"/>
                <a:cs typeface="Calibri" pitchFamily="34" charset="-120"/>
              </a:rPr>
              <a:t>Solve Problems A-C in “</a:t>
            </a:r>
            <a:r>
              <a:rPr lang="en-US" i="1" dirty="0"/>
              <a:t>Take-Home Assignments “ section and</a:t>
            </a:r>
            <a:r>
              <a:rPr lang="en-US" dirty="0">
                <a:solidFill>
                  <a:srgbClr val="2D3748"/>
                </a:solidFill>
                <a:ea typeface="Calibri" pitchFamily="34" charset="-122"/>
                <a:cs typeface="Calibri" pitchFamily="34" charset="-120"/>
              </a:rPr>
              <a:t> push them to your private individual repository in </a:t>
            </a:r>
            <a:r>
              <a:rPr lang="en-US" b="1" dirty="0">
                <a:solidFill>
                  <a:srgbClr val="2D3748"/>
                </a:solidFill>
                <a:ea typeface="Calibri" pitchFamily="34" charset="-122"/>
                <a:cs typeface="Calibri" pitchFamily="34" charset="-120"/>
              </a:rPr>
              <a:t>Week(4) directory</a:t>
            </a:r>
            <a:r>
              <a:rPr lang="en-US" dirty="0">
                <a:solidFill>
                  <a:srgbClr val="2D3748"/>
                </a:solidFill>
                <a:ea typeface="Calibri" pitchFamily="34" charset="-122"/>
                <a:cs typeface="Calibri" pitchFamily="34" charset="-120"/>
              </a:rPr>
              <a:t>. </a:t>
            </a:r>
            <a:r>
              <a:rPr lang="en-GB" b="1" dirty="0">
                <a:solidFill>
                  <a:srgbClr val="DF4807"/>
                </a:solidFill>
                <a:effectLst>
                  <a:outerShdw blurRad="38100" dist="38100" dir="2700000" algn="tl">
                    <a:srgbClr val="000000">
                      <a:alpha val="43137"/>
                    </a:srgbClr>
                  </a:outerShdw>
                </a:effectLst>
              </a:rPr>
              <a:t>The deadline </a:t>
            </a:r>
            <a:r>
              <a:rPr lang="en-GB" b="1">
                <a:solidFill>
                  <a:srgbClr val="DF4807"/>
                </a:solidFill>
                <a:effectLst>
                  <a:outerShdw blurRad="38100" dist="38100" dir="2700000" algn="tl">
                    <a:srgbClr val="000000">
                      <a:alpha val="43137"/>
                    </a:srgbClr>
                  </a:outerShdw>
                </a:effectLst>
              </a:rPr>
              <a:t>is Thursday, 14.05.2026</a:t>
            </a:r>
            <a:r>
              <a:rPr lang="en-GB" b="1" dirty="0">
                <a:solidFill>
                  <a:srgbClr val="DF4807"/>
                </a:solidFill>
                <a:effectLst>
                  <a:outerShdw blurRad="38100" dist="38100" dir="2700000" algn="tl">
                    <a:srgbClr val="000000">
                      <a:alpha val="43137"/>
                    </a:srgbClr>
                  </a:outerShdw>
                </a:effectLst>
              </a:rPr>
              <a:t>, at 23:59. </a:t>
            </a:r>
            <a:r>
              <a:rPr lang="en-GB" dirty="0">
                <a:solidFill>
                  <a:srgbClr val="2D3748"/>
                </a:solidFill>
                <a:ea typeface="Calibri" pitchFamily="34" charset="-122"/>
                <a:cs typeface="Calibri" pitchFamily="34" charset="-120"/>
              </a:rPr>
              <a:t>For more details, please have a look at our course’s GitHub Repository and submission instructions.</a:t>
            </a:r>
            <a:endParaRPr lang="en-US" dirty="0">
              <a:solidFill>
                <a:srgbClr val="2D3748"/>
              </a:solidFill>
              <a:ea typeface="Calibri" pitchFamily="34" charset="-122"/>
              <a:cs typeface="Calibri" pitchFamily="34" charset="-120"/>
            </a:endParaRP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p>
          <a:p>
            <a:pPr marL="0" indent="0">
              <a:buNone/>
            </a:pPr>
            <a:endParaRPr lang="en-US" dirty="0">
              <a:solidFill>
                <a:srgbClr val="2D3748"/>
              </a:solidFill>
              <a:ea typeface="Calibri" pitchFamily="34" charset="-122"/>
              <a:cs typeface="Calibri" pitchFamily="34" charset="-120"/>
            </a:endParaRPr>
          </a:p>
          <a:p>
            <a:pPr marL="0" indent="0">
              <a:buNone/>
            </a:pPr>
            <a:r>
              <a:rPr lang="en-US" dirty="0">
                <a:solidFill>
                  <a:srgbClr val="2D3748"/>
                </a:solidFill>
                <a:ea typeface="Calibri" pitchFamily="34" charset="-122"/>
                <a:cs typeface="Calibri" pitchFamily="34" charset="-120"/>
              </a:rPr>
              <a:t> </a:t>
            </a:r>
            <a:endParaRPr lang="de-DE" dirty="0"/>
          </a:p>
        </p:txBody>
      </p:sp>
      <p:pic>
        <p:nvPicPr>
          <p:cNvPr id="5" name="Picture 4">
            <a:extLst>
              <a:ext uri="{FF2B5EF4-FFF2-40B4-BE49-F238E27FC236}">
                <a16:creationId xmlns:a16="http://schemas.microsoft.com/office/drawing/2014/main" id="{A26F3839-1E4C-E13D-5EF1-FA92E85CDC7D}"/>
              </a:ext>
            </a:extLst>
          </p:cNvPr>
          <p:cNvPicPr>
            <a:picLocks noChangeAspect="1"/>
          </p:cNvPicPr>
          <p:nvPr/>
        </p:nvPicPr>
        <p:blipFill>
          <a:blip r:embed="rId3"/>
          <a:srcRect r="17144"/>
          <a:stretch>
            <a:fillRect/>
          </a:stretch>
        </p:blipFill>
        <p:spPr>
          <a:xfrm>
            <a:off x="2733801" y="2318236"/>
            <a:ext cx="7146180" cy="4411813"/>
          </a:xfrm>
          <a:prstGeom prst="rect">
            <a:avLst/>
          </a:prstGeom>
        </p:spPr>
      </p:pic>
    </p:spTree>
    <p:extLst>
      <p:ext uri="{BB962C8B-B14F-4D97-AF65-F5344CB8AC3E}">
        <p14:creationId xmlns:p14="http://schemas.microsoft.com/office/powerpoint/2010/main" val="376245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514BACE3-4337-4A2D-8DDD-F4398029E921}"/>
              </a:ext>
            </a:extLst>
          </p:cNvPr>
          <p:cNvSpPr>
            <a:spLocks noGrp="1"/>
          </p:cNvSpPr>
          <p:nvPr>
            <p:ph type="title"/>
          </p:nvPr>
        </p:nvSpPr>
        <p:spPr>
          <a:xfrm>
            <a:off x="173733" y="377072"/>
            <a:ext cx="11472946" cy="5636570"/>
          </a:xfrm>
        </p:spPr>
        <p:txBody>
          <a:bodyPr anchor="ctr"/>
          <a:lstStyle/>
          <a:p>
            <a:pPr algn="ctr"/>
            <a:r>
              <a:rPr lang="de-DE" dirty="0">
                <a:solidFill>
                  <a:srgbClr val="DF4807"/>
                </a:solidFill>
              </a:rPr>
              <a:t>Coming Up : Week (5)</a:t>
            </a:r>
            <a:br>
              <a:rPr lang="de-DE" dirty="0">
                <a:solidFill>
                  <a:srgbClr val="DF4807"/>
                </a:solidFill>
              </a:rPr>
            </a:br>
            <a:br>
              <a:rPr lang="de-DE" dirty="0">
                <a:solidFill>
                  <a:srgbClr val="DF4807"/>
                </a:solidFill>
              </a:rPr>
            </a:br>
            <a:r>
              <a:rPr lang="en-GB" sz="2800" b="0" dirty="0">
                <a:solidFill>
                  <a:schemeClr val="bg2">
                    <a:lumMod val="75000"/>
                  </a:schemeClr>
                </a:solidFill>
              </a:rPr>
              <a:t>So far, we have organised our code using functions and made it more modular. How can we now store our data in files, work with different file formats, and handle possible errors when reading and writing data?</a:t>
            </a:r>
            <a:br>
              <a:rPr lang="en-GB" sz="2800" b="0" dirty="0">
                <a:solidFill>
                  <a:schemeClr val="bg2">
                    <a:lumMod val="75000"/>
                  </a:schemeClr>
                </a:solidFill>
              </a:rPr>
            </a:br>
            <a:br>
              <a:rPr lang="en-US" sz="2800" b="0" dirty="0">
                <a:solidFill>
                  <a:schemeClr val="bg2">
                    <a:lumMod val="75000"/>
                  </a:schemeClr>
                </a:solidFill>
              </a:rPr>
            </a:br>
            <a:r>
              <a:rPr lang="en-GB" sz="2800" b="0" dirty="0">
                <a:solidFill>
                  <a:srgbClr val="00699A"/>
                </a:solidFill>
              </a:rPr>
              <a:t>• File systems and directory structure • Reading and writing text and CSV files</a:t>
            </a:r>
            <a:br>
              <a:rPr lang="en-GB" sz="2800" b="0" dirty="0">
                <a:solidFill>
                  <a:srgbClr val="00699A"/>
                </a:solidFill>
              </a:rPr>
            </a:br>
            <a:r>
              <a:rPr lang="en-GB" sz="2800" b="0" dirty="0">
                <a:solidFill>
                  <a:srgbClr val="00699A"/>
                </a:solidFill>
              </a:rPr>
              <a:t>• Structured data formats • Error handling and exception concepts</a:t>
            </a:r>
            <a:br>
              <a:rPr lang="en-GB" sz="2800" b="0" dirty="0">
                <a:solidFill>
                  <a:srgbClr val="00699A"/>
                </a:solidFill>
              </a:rPr>
            </a:br>
            <a:r>
              <a:rPr lang="en-GB" sz="2800" b="0" dirty="0">
                <a:solidFill>
                  <a:srgbClr val="00699A"/>
                </a:solidFill>
              </a:rPr>
              <a:t>• Basic parsing principles</a:t>
            </a:r>
            <a:endParaRPr lang="de-DE" sz="2800" b="0" dirty="0">
              <a:solidFill>
                <a:srgbClr val="00699A"/>
              </a:solidFill>
            </a:endParaRPr>
          </a:p>
        </p:txBody>
      </p:sp>
      <p:sp>
        <p:nvSpPr>
          <p:cNvPr id="6" name="Foliennummernplatzhalter 5">
            <a:extLst>
              <a:ext uri="{FF2B5EF4-FFF2-40B4-BE49-F238E27FC236}">
                <a16:creationId xmlns:a16="http://schemas.microsoft.com/office/drawing/2014/main" id="{630901D8-2231-446A-8D14-E61C975DAB59}"/>
              </a:ext>
            </a:extLst>
          </p:cNvPr>
          <p:cNvSpPr>
            <a:spLocks noGrp="1"/>
          </p:cNvSpPr>
          <p:nvPr>
            <p:ph type="sldNum" sz="quarter" idx="12"/>
          </p:nvPr>
        </p:nvSpPr>
        <p:spPr/>
        <p:txBody>
          <a:bodyPr/>
          <a:lstStyle/>
          <a:p>
            <a:fld id="{075B144D-941B-4DFC-AF5F-0416193D12EC}" type="slidenum">
              <a:rPr lang="de-DE" smtClean="0"/>
              <a:t>19</a:t>
            </a:fld>
            <a:endParaRPr lang="de-DE"/>
          </a:p>
        </p:txBody>
      </p:sp>
    </p:spTree>
    <p:extLst>
      <p:ext uri="{BB962C8B-B14F-4D97-AF65-F5344CB8AC3E}">
        <p14:creationId xmlns:p14="http://schemas.microsoft.com/office/powerpoint/2010/main" val="42509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140E8-AD5E-2087-8E7B-FD394C811E39}"/>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58FE124D-88FA-94F1-79F7-11F9163A19B9}"/>
              </a:ext>
            </a:extLst>
          </p:cNvPr>
          <p:cNvSpPr>
            <a:spLocks noGrp="1"/>
          </p:cNvSpPr>
          <p:nvPr>
            <p:ph type="title"/>
          </p:nvPr>
        </p:nvSpPr>
        <p:spPr>
          <a:xfrm>
            <a:off x="13833" y="1102028"/>
            <a:ext cx="11472946" cy="3980844"/>
          </a:xfrm>
        </p:spPr>
        <p:txBody>
          <a:bodyPr/>
          <a:lstStyle/>
          <a:p>
            <a:pPr algn="ctr"/>
            <a:r>
              <a:rPr lang="de-DE" dirty="0">
                <a:solidFill>
                  <a:srgbClr val="DF4807"/>
                </a:solidFill>
              </a:rPr>
              <a:t> </a:t>
            </a:r>
            <a:r>
              <a:rPr lang="en-GB" dirty="0">
                <a:solidFill>
                  <a:srgbClr val="DF4807"/>
                </a:solidFill>
              </a:rPr>
              <a:t>Your Voice Matters: Lab Session Feedback</a:t>
            </a:r>
            <a:br>
              <a:rPr lang="de-DE" dirty="0">
                <a:solidFill>
                  <a:srgbClr val="DF4807"/>
                </a:solidFill>
              </a:rPr>
            </a:br>
            <a:br>
              <a:rPr lang="de-DE" dirty="0">
                <a:solidFill>
                  <a:schemeClr val="bg2">
                    <a:lumMod val="75000"/>
                  </a:schemeClr>
                </a:solidFill>
              </a:rPr>
            </a:br>
            <a:endParaRPr lang="de-DE" sz="3200" b="0" dirty="0">
              <a:solidFill>
                <a:schemeClr val="bg2">
                  <a:lumMod val="75000"/>
                </a:schemeClr>
              </a:solidFill>
            </a:endParaRPr>
          </a:p>
        </p:txBody>
      </p:sp>
      <p:sp>
        <p:nvSpPr>
          <p:cNvPr id="6" name="Foliennummernplatzhalter 5">
            <a:extLst>
              <a:ext uri="{FF2B5EF4-FFF2-40B4-BE49-F238E27FC236}">
                <a16:creationId xmlns:a16="http://schemas.microsoft.com/office/drawing/2014/main" id="{BFF7EBFD-9588-7D8F-CD65-85A00F6291F8}"/>
              </a:ext>
            </a:extLst>
          </p:cNvPr>
          <p:cNvSpPr>
            <a:spLocks noGrp="1"/>
          </p:cNvSpPr>
          <p:nvPr>
            <p:ph type="sldNum" sz="quarter" idx="12"/>
          </p:nvPr>
        </p:nvSpPr>
        <p:spPr/>
        <p:txBody>
          <a:bodyPr/>
          <a:lstStyle/>
          <a:p>
            <a:fld id="{075B144D-941B-4DFC-AF5F-0416193D12EC}" type="slidenum">
              <a:rPr lang="de-DE" smtClean="0"/>
              <a:t>20</a:t>
            </a:fld>
            <a:endParaRPr lang="de-DE"/>
          </a:p>
        </p:txBody>
      </p:sp>
      <p:pic>
        <p:nvPicPr>
          <p:cNvPr id="3" name="Picture 2">
            <a:extLst>
              <a:ext uri="{FF2B5EF4-FFF2-40B4-BE49-F238E27FC236}">
                <a16:creationId xmlns:a16="http://schemas.microsoft.com/office/drawing/2014/main" id="{7881AB7C-D432-D081-0BCB-2814F290E7E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52604" y="2516282"/>
            <a:ext cx="4213767" cy="4213767"/>
          </a:xfrm>
          <a:prstGeom prst="rect">
            <a:avLst/>
          </a:prstGeom>
        </p:spPr>
      </p:pic>
    </p:spTree>
    <p:extLst>
      <p:ext uri="{BB962C8B-B14F-4D97-AF65-F5344CB8AC3E}">
        <p14:creationId xmlns:p14="http://schemas.microsoft.com/office/powerpoint/2010/main" val="3687336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3A7777C3-410C-41B2-86A5-C9A55C4F04AF}"/>
              </a:ext>
            </a:extLst>
          </p:cNvPr>
          <p:cNvSpPr>
            <a:spLocks noGrp="1"/>
          </p:cNvSpPr>
          <p:nvPr>
            <p:ph type="body" sz="quarter" idx="13"/>
          </p:nvPr>
        </p:nvSpPr>
        <p:spPr>
          <a:xfrm>
            <a:off x="360000" y="4881435"/>
            <a:ext cx="4630928" cy="1272029"/>
          </a:xfrm>
        </p:spPr>
        <p:txBody>
          <a:bodyPr>
            <a:noAutofit/>
          </a:bodyPr>
          <a:lstStyle/>
          <a:p>
            <a:r>
              <a:rPr lang="de-DE" b="1" dirty="0"/>
              <a:t>Dr. Ghadeer Mobasher</a:t>
            </a:r>
          </a:p>
          <a:p>
            <a:r>
              <a:rPr lang="de-DE" dirty="0">
                <a:hlinkClick r:id="rId3"/>
              </a:rPr>
              <a:t>ghadeer.mobasher@srh-hochschulen.de</a:t>
            </a:r>
            <a:r>
              <a:rPr lang="de-DE" dirty="0"/>
              <a:t> </a:t>
            </a:r>
          </a:p>
          <a:p>
            <a:r>
              <a:rPr lang="de-DE" dirty="0">
                <a:hlinkClick r:id="rId4"/>
              </a:rPr>
              <a:t>https://www.linkedin.com/in/ghadeermobasher/</a:t>
            </a:r>
            <a:r>
              <a:rPr lang="de-DE" dirty="0"/>
              <a:t>   </a:t>
            </a:r>
          </a:p>
          <a:p>
            <a:r>
              <a:rPr lang="de-DE" b="1" dirty="0"/>
              <a:t>LGS 6, 2. OG, Arc 213</a:t>
            </a:r>
          </a:p>
          <a:p>
            <a:endParaRPr lang="de-DE" dirty="0"/>
          </a:p>
          <a:p>
            <a:endParaRPr lang="de-DE" dirty="0"/>
          </a:p>
        </p:txBody>
      </p:sp>
      <p:pic>
        <p:nvPicPr>
          <p:cNvPr id="3" name="Picture 2">
            <a:extLst>
              <a:ext uri="{FF2B5EF4-FFF2-40B4-BE49-F238E27FC236}">
                <a16:creationId xmlns:a16="http://schemas.microsoft.com/office/drawing/2014/main" id="{2B940045-061E-E501-0B6A-63DC3D55736C}"/>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28394" y="4419601"/>
            <a:ext cx="694140" cy="694140"/>
          </a:xfrm>
          <a:prstGeom prst="rect">
            <a:avLst/>
          </a:prstGeom>
        </p:spPr>
      </p:pic>
    </p:spTree>
    <p:extLst>
      <p:ext uri="{BB962C8B-B14F-4D97-AF65-F5344CB8AC3E}">
        <p14:creationId xmlns:p14="http://schemas.microsoft.com/office/powerpoint/2010/main" val="4251987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0.0.7308"/>
  <p:tag name="SLIDO_PRESENTATION_ID" val="95a6423d-8793-44d1-9768-9fa9974617d7"/>
  <p:tag name="SLIDO_EVENT_UUID" val="3c31438e-caef-4f32-8644-f3b6685dcf6b"/>
  <p:tag name="SLIDO_EVENT_SECTION_UUID" val="60cd0abf-36c1-4c57-84e7-2b638e863cef"/>
</p:tagLst>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544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Typo">
      <a:majorFont>
        <a:latin typeface="SRH Headline"/>
        <a:ea typeface=""/>
        <a:cs typeface=""/>
      </a:majorFont>
      <a:minorFont>
        <a:latin typeface="SRH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3321</TotalTime>
  <Words>673</Words>
  <Application>Microsoft Office PowerPoint</Application>
  <PresentationFormat>Widescreen</PresentationFormat>
  <Paragraphs>119</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Courier New</vt:lpstr>
      <vt:lpstr>Aptos</vt:lpstr>
      <vt:lpstr>Arial</vt:lpstr>
      <vt:lpstr>Consolas</vt:lpstr>
      <vt:lpstr>SRH Text</vt:lpstr>
      <vt:lpstr>SRH</vt:lpstr>
      <vt:lpstr>Wingdings</vt:lpstr>
      <vt:lpstr>Calibri</vt:lpstr>
      <vt:lpstr>SRH Headline</vt:lpstr>
      <vt:lpstr>SRH</vt:lpstr>
      <vt:lpstr>Python Foundations for Data Science  </vt:lpstr>
      <vt:lpstr>Agenda</vt:lpstr>
      <vt:lpstr>Functions</vt:lpstr>
      <vt:lpstr>Parameters and Return Values</vt:lpstr>
      <vt:lpstr>Void vs Return Functions</vt:lpstr>
      <vt:lpstr>Void vs Return Functions</vt:lpstr>
      <vt:lpstr>Variable Scope</vt:lpstr>
      <vt:lpstr>Modifying Global Variables inside a Function</vt:lpstr>
      <vt:lpstr>Default Parameters</vt:lpstr>
      <vt:lpstr>Arbitrary Number of Arguments</vt:lpstr>
      <vt:lpstr>Combining Both Arguments</vt:lpstr>
      <vt:lpstr>Pause / Break</vt:lpstr>
      <vt:lpstr>Lambda Expression</vt:lpstr>
      <vt:lpstr>Self-invoking Lambda Function</vt:lpstr>
      <vt:lpstr>Power Lambda Function (call the first function, then immediately call whatever it returns)</vt:lpstr>
      <vt:lpstr>University Lab Submission Tracking System</vt:lpstr>
      <vt:lpstr>What did we learn today?</vt:lpstr>
      <vt:lpstr>Take-Home Assignments</vt:lpstr>
      <vt:lpstr>Coming Up : Week (5)  So far, we have organised our code using functions and made it more modular. How can we now store our data in files, work with different file formats, and handle possible errors when reading and writing data?  • File systems and directory structure • Reading and writing text and CSV files • Structured data formats • Error handling and exception concepts • Basic parsing principles</vt:lpstr>
      <vt:lpstr> Your Voice Matters: Lab Session Feedback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Week(2)-Control Flow &amp; Logic</dc:title>
  <dc:creator>Ghadeer Mobasher</dc:creator>
  <cp:keywords>Week(2)</cp:keywords>
  <cp:lastModifiedBy>Mobasher, Ghadeer (Lehre SRH Hochschule Heidelberg)</cp:lastModifiedBy>
  <cp:revision>453</cp:revision>
  <dcterms:created xsi:type="dcterms:W3CDTF">2020-06-05T16:20:53Z</dcterms:created>
  <dcterms:modified xsi:type="dcterms:W3CDTF">2026-05-07T11:44:11Z</dcterms:modified>
</cp:coreProperties>
</file>
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97" r:id="rId2"/>
    <p:sldId id="4360" r:id="rId3"/>
    <p:sldId id="4382" r:id="rId4"/>
    <p:sldId id="4395" r:id="rId5"/>
    <p:sldId id="4394" r:id="rId6"/>
    <p:sldId id="4396" r:id="rId7"/>
    <p:sldId id="4383" r:id="rId8"/>
    <p:sldId id="4381" r:id="rId9"/>
    <p:sldId id="4397" r:id="rId10"/>
    <p:sldId id="4398" r:id="rId11"/>
    <p:sldId id="4399" r:id="rId12"/>
    <p:sldId id="4147" r:id="rId13"/>
    <p:sldId id="4400" r:id="rId14"/>
    <p:sldId id="4375" r:id="rId15"/>
    <p:sldId id="4377" r:id="rId16"/>
    <p:sldId id="4378" r:id="rId17"/>
    <p:sldId id="267" r:id="rId18"/>
    <p:sldId id="4379" r:id="rId19"/>
    <p:sldId id="285" r:id="rId20"/>
  </p:sldIdLst>
  <p:sldSz cx="12192000" cy="6858000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SRH" panose="020B0604020202020204" charset="0"/>
      <p:regular r:id="rId27"/>
      <p:bold r:id="rId28"/>
      <p:italic r:id="rId29"/>
      <p:boldItalic r:id="rId30"/>
    </p:embeddedFont>
    <p:embeddedFont>
      <p:font typeface="SRH Headline" panose="020B0604020202020204" charset="0"/>
      <p:regular r:id="rId31"/>
      <p:bold r:id="rId32"/>
    </p:embeddedFont>
    <p:embeddedFont>
      <p:font typeface="SRH Text" panose="020B0604020202020204" charset="0"/>
      <p:regular r:id="rId33"/>
      <p:bold r:id="rId34"/>
      <p:italic r:id="rId35"/>
      <p:boldItalic r:id="rId36"/>
    </p:embeddedFont>
  </p:embeddedFontLst>
  <p:custDataLst>
    <p:tags r:id="rId37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(3)" id="{8E6C202D-32A9-4242-9C7F-061CD6AD0586}">
          <p14:sldIdLst>
            <p14:sldId id="297"/>
          </p14:sldIdLst>
        </p14:section>
        <p14:section name="Agenda" id="{3FFF4A2F-D12C-4BB1-AEA5-1CF8C98DB087}">
          <p14:sldIdLst>
            <p14:sldId id="4360"/>
          </p14:sldIdLst>
        </p14:section>
        <p14:section name="Lists and indexing principles" id="{2801BB6F-49DE-4497-8D10-DB7E37B5AAFD}">
          <p14:sldIdLst>
            <p14:sldId id="4382"/>
            <p14:sldId id="4395"/>
            <p14:sldId id="4394"/>
          </p14:sldIdLst>
        </p14:section>
        <p14:section name="Tuples and immutability" id="{8182B8DC-BFF0-4589-A8E8-075215DD32B2}">
          <p14:sldIdLst>
            <p14:sldId id="4396"/>
          </p14:sldIdLst>
        </p14:section>
        <p14:section name="Sets and Uniqueness" id="{86C1BF0E-C64A-44C9-9239-230175BDB962}">
          <p14:sldIdLst>
            <p14:sldId id="4383"/>
          </p14:sldIdLst>
        </p14:section>
        <p14:section name="Break" id="{67FE0DEB-6D63-40D6-8BA8-224DBA78E4AF}">
          <p14:sldIdLst>
            <p14:sldId id="4381"/>
          </p14:sldIdLst>
        </p14:section>
        <p14:section name="Dictionaries" id="{B3D8AB8D-7765-4D75-8C76-7A59533D48D9}">
          <p14:sldIdLst>
            <p14:sldId id="4397"/>
            <p14:sldId id="4398"/>
            <p14:sldId id="4399"/>
          </p14:sldIdLst>
        </p14:section>
        <p14:section name="Nested Data Structures" id="{B9C6C1E7-4364-4DEC-BD4E-112BEECE2C4C}">
          <p14:sldIdLst>
            <p14:sldId id="4147"/>
            <p14:sldId id="4400"/>
          </p14:sldIdLst>
        </p14:section>
        <p14:section name="Putting it all together" id="{6D432A29-4352-4C87-985B-758A4577D1C2}">
          <p14:sldIdLst>
            <p14:sldId id="4375"/>
          </p14:sldIdLst>
        </p14:section>
        <p14:section name="Wrap-up &amp; Take-home Assignments" id="{6FE3154E-4358-409C-BEF1-5013BF88E2FC}">
          <p14:sldIdLst>
            <p14:sldId id="4377"/>
            <p14:sldId id="4378"/>
            <p14:sldId id="267"/>
            <p14:sldId id="4379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4807"/>
    <a:srgbClr val="2C2E2E"/>
    <a:srgbClr val="6D674E"/>
    <a:srgbClr val="021E30"/>
    <a:srgbClr val="D54407"/>
    <a:srgbClr val="A29181"/>
    <a:srgbClr val="CECFC9"/>
    <a:srgbClr val="FFFFFF"/>
    <a:srgbClr val="000000"/>
    <a:srgbClr val="B92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F64445-9DE2-45AA-839A-00E024918292}" v="76" dt="2026-04-29T09:56:46.480"/>
  </p1510:revLst>
</p1510:revInfo>
</file>

<file path=ppt/tableStyles.xml><?xml version="1.0" encoding="utf-8"?>
<a:tblStyleLst xmlns:a="http://schemas.openxmlformats.org/drawingml/2006/main" def="{5ACB3F56-7768-405F-84FF-31046667B651}">
  <a:tblStyle styleId="{FEC09086-8A00-4FE0-B5C7-1A88A72B4ECC}" styleName="SRH: Standard-Tabelle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inor">
          <a:prstClr val="black"/>
        </a:fontRef>
        <a:srgbClr val="2C2E2E"/>
      </a:tcTxStyle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CB3F56-7768-405F-84FF-31046667B651}" styleName="SRH: Für Überschrift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ajor">
          <a:prstClr val="black"/>
        </a:fontRef>
        <a:srgbClr val="2C2E2E"/>
      </a:tcTxStyle>
      <a:tcStyle>
        <a:tcBdr>
          <a:bottom>
            <a:ln w="63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35" autoAdjust="0"/>
    <p:restoredTop sz="96723" autoAdjust="0"/>
  </p:normalViewPr>
  <p:slideViewPr>
    <p:cSldViewPr snapToGrid="0">
      <p:cViewPr varScale="1">
        <p:scale>
          <a:sx n="111" d="100"/>
          <a:sy n="111" d="100"/>
        </p:scale>
        <p:origin x="126" y="282"/>
      </p:cViewPr>
      <p:guideLst>
        <p:guide orient="horz" pos="2183"/>
        <p:guide pos="38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360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2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basher, Ghadeer (Lehre SRH Hochschule Heidelberg)" userId="056b872e-5b37-4b43-9e51-028485f38874" providerId="ADAL" clId="{D8EFBD6C-8FE6-4C25-A331-21F9F0AD5358}"/>
    <pc:docChg chg="undo redo custSel addSld delSld modSld sldOrd addSection delSection modSection">
      <pc:chgData name="Mobasher, Ghadeer (Lehre SRH Hochschule Heidelberg)" userId="056b872e-5b37-4b43-9e51-028485f38874" providerId="ADAL" clId="{D8EFBD6C-8FE6-4C25-A331-21F9F0AD5358}" dt="2026-04-29T09:57:55.591" v="4000" actId="1076"/>
      <pc:docMkLst>
        <pc:docMk/>
      </pc:docMkLst>
      <pc:sldChg chg="addSp delSp modSp mod">
        <pc:chgData name="Mobasher, Ghadeer (Lehre SRH Hochschule Heidelberg)" userId="056b872e-5b37-4b43-9e51-028485f38874" providerId="ADAL" clId="{D8EFBD6C-8FE6-4C25-A331-21F9F0AD5358}" dt="2026-04-27T12:27:32.611" v="3534" actId="20577"/>
        <pc:sldMkLst>
          <pc:docMk/>
          <pc:sldMk cId="4250973503" sldId="267"/>
        </pc:sldMkLst>
        <pc:spChg chg="mod">
          <ac:chgData name="Mobasher, Ghadeer (Lehre SRH Hochschule Heidelberg)" userId="056b872e-5b37-4b43-9e51-028485f38874" providerId="ADAL" clId="{D8EFBD6C-8FE6-4C25-A331-21F9F0AD5358}" dt="2026-04-27T12:27:32.611" v="3534" actId="20577"/>
          <ac:spMkLst>
            <pc:docMk/>
            <pc:sldMk cId="4250973503" sldId="267"/>
            <ac:spMk id="7" creationId="{514BACE3-4337-4A2D-8DDD-F4398029E921}"/>
          </ac:spMkLst>
        </pc:spChg>
      </pc:sldChg>
      <pc:sldChg chg="modSp mod">
        <pc:chgData name="Mobasher, Ghadeer (Lehre SRH Hochschule Heidelberg)" userId="056b872e-5b37-4b43-9e51-028485f38874" providerId="ADAL" clId="{D8EFBD6C-8FE6-4C25-A331-21F9F0AD5358}" dt="2026-04-17T08:26:13.777" v="683" actId="1076"/>
        <pc:sldMkLst>
          <pc:docMk/>
          <pc:sldMk cId="4251987334" sldId="285"/>
        </pc:sldMkLst>
        <pc:picChg chg="mod">
          <ac:chgData name="Mobasher, Ghadeer (Lehre SRH Hochschule Heidelberg)" userId="056b872e-5b37-4b43-9e51-028485f38874" providerId="ADAL" clId="{D8EFBD6C-8FE6-4C25-A331-21F9F0AD5358}" dt="2026-04-17T08:26:13.777" v="683" actId="1076"/>
          <ac:picMkLst>
            <pc:docMk/>
            <pc:sldMk cId="4251987334" sldId="285"/>
            <ac:picMk id="3" creationId="{2B940045-061E-E501-0B6A-63DC3D55736C}"/>
          </ac:picMkLst>
        </pc:picChg>
      </pc:sldChg>
      <pc:sldChg chg="addSp delSp modSp mod">
        <pc:chgData name="Mobasher, Ghadeer (Lehre SRH Hochschule Heidelberg)" userId="056b872e-5b37-4b43-9e51-028485f38874" providerId="ADAL" clId="{D8EFBD6C-8FE6-4C25-A331-21F9F0AD5358}" dt="2026-04-28T15:41:58.424" v="3874" actId="20577"/>
        <pc:sldMkLst>
          <pc:docMk/>
          <pc:sldMk cId="756172801" sldId="297"/>
        </pc:sldMkLst>
        <pc:spChg chg="mod">
          <ac:chgData name="Mobasher, Ghadeer (Lehre SRH Hochschule Heidelberg)" userId="056b872e-5b37-4b43-9e51-028485f38874" providerId="ADAL" clId="{D8EFBD6C-8FE6-4C25-A331-21F9F0AD5358}" dt="2026-04-27T10:39:53.276" v="2409" actId="1076"/>
          <ac:spMkLst>
            <pc:docMk/>
            <pc:sldMk cId="756172801" sldId="297"/>
            <ac:spMk id="6" creationId="{1F6E6FC4-C5A8-42EB-8C76-017ABA498F4B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8T15:41:58.424" v="3874" actId="20577"/>
          <ac:spMkLst>
            <pc:docMk/>
            <pc:sldMk cId="756172801" sldId="297"/>
            <ac:spMk id="8" creationId="{D2C9CD85-AEC2-EA9F-A307-E9A335CBF91F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16T13:27:38.798" v="115" actId="1076"/>
          <ac:spMkLst>
            <pc:docMk/>
            <pc:sldMk cId="756172801" sldId="297"/>
            <ac:spMk id="9" creationId="{C7B85632-E4AE-45C1-B77F-DC305DB7A4D9}"/>
          </ac:spMkLst>
        </pc:spChg>
        <pc:picChg chg="add mod modCrop">
          <ac:chgData name="Mobasher, Ghadeer (Lehre SRH Hochschule Heidelberg)" userId="056b872e-5b37-4b43-9e51-028485f38874" providerId="ADAL" clId="{D8EFBD6C-8FE6-4C25-A331-21F9F0AD5358}" dt="2026-04-27T13:06:35.467" v="3861" actId="1076"/>
          <ac:picMkLst>
            <pc:docMk/>
            <pc:sldMk cId="756172801" sldId="297"/>
            <ac:picMk id="3" creationId="{A4FB9DEE-ECB5-0CDA-E09B-25F09EE552DE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7T13:06:45.229" v="3863" actId="14100"/>
          <ac:picMkLst>
            <pc:docMk/>
            <pc:sldMk cId="756172801" sldId="297"/>
            <ac:picMk id="7" creationId="{7F09D3BF-88BF-6CEF-06E8-865640D1BE9D}"/>
          </ac:picMkLst>
        </pc:picChg>
      </pc:sldChg>
      <pc:sldChg chg="addSp delSp modSp mod delAnim modAnim">
        <pc:chgData name="Mobasher, Ghadeer (Lehre SRH Hochschule Heidelberg)" userId="056b872e-5b37-4b43-9e51-028485f38874" providerId="ADAL" clId="{D8EFBD6C-8FE6-4C25-A331-21F9F0AD5358}" dt="2026-04-27T12:04:03.382" v="3115"/>
        <pc:sldMkLst>
          <pc:docMk/>
          <pc:sldMk cId="2518620409" sldId="4147"/>
        </pc:sldMkLst>
        <pc:spChg chg="mod">
          <ac:chgData name="Mobasher, Ghadeer (Lehre SRH Hochschule Heidelberg)" userId="056b872e-5b37-4b43-9e51-028485f38874" providerId="ADAL" clId="{D8EFBD6C-8FE6-4C25-A331-21F9F0AD5358}" dt="2026-04-27T12:03:04.632" v="3106" actId="20577"/>
          <ac:spMkLst>
            <pc:docMk/>
            <pc:sldMk cId="2518620409" sldId="4147"/>
            <ac:spMk id="4" creationId="{609DB98F-F228-467A-9114-0FBDEDD8B528}"/>
          </ac:spMkLst>
        </pc:spChg>
        <pc:picChg chg="add mod">
          <ac:chgData name="Mobasher, Ghadeer (Lehre SRH Hochschule Heidelberg)" userId="056b872e-5b37-4b43-9e51-028485f38874" providerId="ADAL" clId="{D8EFBD6C-8FE6-4C25-A331-21F9F0AD5358}" dt="2026-04-27T12:03:31.753" v="3109" actId="1076"/>
          <ac:picMkLst>
            <pc:docMk/>
            <pc:sldMk cId="2518620409" sldId="4147"/>
            <ac:picMk id="12" creationId="{FA08B526-7CF0-C400-E98C-90C7889A1123}"/>
          </ac:picMkLst>
        </pc:picChg>
      </pc:sldChg>
      <pc:sldChg chg="modSp mod modAnim">
        <pc:chgData name="Mobasher, Ghadeer (Lehre SRH Hochschule Heidelberg)" userId="056b872e-5b37-4b43-9e51-028485f38874" providerId="ADAL" clId="{D8EFBD6C-8FE6-4C25-A331-21F9F0AD5358}" dt="2026-04-29T08:10:51.256" v="3972" actId="1076"/>
        <pc:sldMkLst>
          <pc:docMk/>
          <pc:sldMk cId="2764857312" sldId="4360"/>
        </pc:sldMkLst>
        <pc:spChg chg="mod">
          <ac:chgData name="Mobasher, Ghadeer (Lehre SRH Hochschule Heidelberg)" userId="056b872e-5b37-4b43-9e51-028485f38874" providerId="ADAL" clId="{D8EFBD6C-8FE6-4C25-A331-21F9F0AD5358}" dt="2026-04-29T08:10:51.256" v="3972" actId="1076"/>
          <ac:spMkLst>
            <pc:docMk/>
            <pc:sldMk cId="2764857312" sldId="4360"/>
            <ac:spMk id="2" creationId="{97EC6828-54D1-B3A4-AE36-AF838EACAC1B}"/>
          </ac:spMkLst>
        </pc:spChg>
      </pc:sldChg>
      <pc:sldChg chg="addSp delSp modSp add del mod delAnim modAnim">
        <pc:chgData name="Mobasher, Ghadeer (Lehre SRH Hochschule Heidelberg)" userId="056b872e-5b37-4b43-9e51-028485f38874" providerId="ADAL" clId="{D8EFBD6C-8FE6-4C25-A331-21F9F0AD5358}" dt="2026-04-29T09:57:55.591" v="4000" actId="1076"/>
        <pc:sldMkLst>
          <pc:docMk/>
          <pc:sldMk cId="586282264" sldId="4375"/>
        </pc:sldMkLst>
        <pc:spChg chg="mod">
          <ac:chgData name="Mobasher, Ghadeer (Lehre SRH Hochschule Heidelberg)" userId="056b872e-5b37-4b43-9e51-028485f38874" providerId="ADAL" clId="{D8EFBD6C-8FE6-4C25-A331-21F9F0AD5358}" dt="2026-04-28T16:10:39.289" v="3959" actId="20577"/>
          <ac:spMkLst>
            <pc:docMk/>
            <pc:sldMk cId="586282264" sldId="4375"/>
            <ac:spMk id="9" creationId="{BB179640-B9A7-97CA-B1D0-71BD6DB5EA54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8T16:09:08.204" v="3953" actId="20577"/>
          <ac:spMkLst>
            <pc:docMk/>
            <pc:sldMk cId="586282264" sldId="4375"/>
            <ac:spMk id="11" creationId="{CDAF6BFA-AF03-7700-CC4B-E60B05BC8592}"/>
          </ac:spMkLst>
        </pc:spChg>
        <pc:grpChg chg="mod">
          <ac:chgData name="Mobasher, Ghadeer (Lehre SRH Hochschule Heidelberg)" userId="056b872e-5b37-4b43-9e51-028485f38874" providerId="ADAL" clId="{D8EFBD6C-8FE6-4C25-A331-21F9F0AD5358}" dt="2026-04-28T16:12:27.767" v="3971" actId="1076"/>
          <ac:grpSpMkLst>
            <pc:docMk/>
            <pc:sldMk cId="586282264" sldId="4375"/>
            <ac:grpSpMk id="12" creationId="{BBC721A0-FFDC-27A1-1C7E-6B7588E50ADC}"/>
          </ac:grpSpMkLst>
        </pc:grpChg>
        <pc:picChg chg="add mod modCrop">
          <ac:chgData name="Mobasher, Ghadeer (Lehre SRH Hochschule Heidelberg)" userId="056b872e-5b37-4b43-9e51-028485f38874" providerId="ADAL" clId="{D8EFBD6C-8FE6-4C25-A331-21F9F0AD5358}" dt="2026-04-29T09:57:55.591" v="4000" actId="1076"/>
          <ac:picMkLst>
            <pc:docMk/>
            <pc:sldMk cId="586282264" sldId="4375"/>
            <ac:picMk id="4" creationId="{4D85A97B-A08A-65E1-3718-AF2E35362310}"/>
          </ac:picMkLst>
        </pc:picChg>
        <pc:picChg chg="del mod">
          <ac:chgData name="Mobasher, Ghadeer (Lehre SRH Hochschule Heidelberg)" userId="056b872e-5b37-4b43-9e51-028485f38874" providerId="ADAL" clId="{D8EFBD6C-8FE6-4C25-A331-21F9F0AD5358}" dt="2026-04-28T16:10:56.902" v="3962" actId="478"/>
          <ac:picMkLst>
            <pc:docMk/>
            <pc:sldMk cId="586282264" sldId="4375"/>
            <ac:picMk id="18" creationId="{8FC97A20-5139-3270-AC68-24294991E2E1}"/>
          </ac:picMkLst>
        </pc:picChg>
      </pc:sldChg>
      <pc:sldChg chg="addSp delSp modSp add del mod delAnim modAnim">
        <pc:chgData name="Mobasher, Ghadeer (Lehre SRH Hochschule Heidelberg)" userId="056b872e-5b37-4b43-9e51-028485f38874" providerId="ADAL" clId="{D8EFBD6C-8FE6-4C25-A331-21F9F0AD5358}" dt="2026-04-27T12:59:22.925" v="3852" actId="403"/>
        <pc:sldMkLst>
          <pc:docMk/>
          <pc:sldMk cId="2320336657" sldId="4377"/>
        </pc:sldMkLst>
        <pc:spChg chg="mod">
          <ac:chgData name="Mobasher, Ghadeer (Lehre SRH Hochschule Heidelberg)" userId="056b872e-5b37-4b43-9e51-028485f38874" providerId="ADAL" clId="{D8EFBD6C-8FE6-4C25-A331-21F9F0AD5358}" dt="2026-04-27T12:57:12.262" v="3676"/>
          <ac:spMkLst>
            <pc:docMk/>
            <pc:sldMk cId="2320336657" sldId="4377"/>
            <ac:spMk id="11" creationId="{D550F9ED-07AA-056F-EA5F-B113A0A4F0A2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9:05.733" v="3846" actId="403"/>
          <ac:spMkLst>
            <pc:docMk/>
            <pc:sldMk cId="2320336657" sldId="4377"/>
            <ac:spMk id="12" creationId="{33F664F6-F88A-381C-3A53-F5DB26739A30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9:20.996" v="3851" actId="403"/>
          <ac:spMkLst>
            <pc:docMk/>
            <pc:sldMk cId="2320336657" sldId="4377"/>
            <ac:spMk id="13" creationId="{7898194A-18F2-D083-E1B0-62389C0E713D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8:13.619" v="3783"/>
          <ac:spMkLst>
            <pc:docMk/>
            <pc:sldMk cId="2320336657" sldId="4377"/>
            <ac:spMk id="16" creationId="{55F30DF1-D6E3-A6AD-D93B-66B04807117C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9:08.751" v="3847" actId="403"/>
          <ac:spMkLst>
            <pc:docMk/>
            <pc:sldMk cId="2320336657" sldId="4377"/>
            <ac:spMk id="17" creationId="{AE534C86-0569-971E-45F0-A3E8CBDD20A0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9:22.925" v="3852" actId="403"/>
          <ac:spMkLst>
            <pc:docMk/>
            <pc:sldMk cId="2320336657" sldId="4377"/>
            <ac:spMk id="18" creationId="{3486C43A-1577-8CE0-C543-4F46EF68D4BC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9:00.291" v="3844" actId="403"/>
          <ac:spMkLst>
            <pc:docMk/>
            <pc:sldMk cId="2320336657" sldId="4377"/>
            <ac:spMk id="49" creationId="{47BF0B76-8E61-1E49-B945-9F0D40625AB8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9:11.709" v="3848" actId="403"/>
          <ac:spMkLst>
            <pc:docMk/>
            <pc:sldMk cId="2320336657" sldId="4377"/>
            <ac:spMk id="50" creationId="{3BDDF7FE-3C21-451D-E622-66D24316088B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9:03.385" v="3845" actId="403"/>
          <ac:spMkLst>
            <pc:docMk/>
            <pc:sldMk cId="2320336657" sldId="4377"/>
            <ac:spMk id="53" creationId="{E3C67E34-F51C-E066-647C-BA1E0700A63A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9:14.246" v="3849" actId="403"/>
          <ac:spMkLst>
            <pc:docMk/>
            <pc:sldMk cId="2320336657" sldId="4377"/>
            <ac:spMk id="54" creationId="{9BA461B3-7414-035E-2191-B2D58B8EFE90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8:57.772" v="3843" actId="403"/>
          <ac:spMkLst>
            <pc:docMk/>
            <pc:sldMk cId="2320336657" sldId="4377"/>
            <ac:spMk id="57" creationId="{F3E87FC5-78CA-F29A-E5AA-DDF0AB94F6C3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9:18.560" v="3850" actId="403"/>
          <ac:spMkLst>
            <pc:docMk/>
            <pc:sldMk cId="2320336657" sldId="4377"/>
            <ac:spMk id="58" creationId="{612E97B9-C600-79AF-1097-50F7ED2C39BD}"/>
          </ac:spMkLst>
        </pc:spChg>
        <pc:grpChg chg="mod">
          <ac:chgData name="Mobasher, Ghadeer (Lehre SRH Hochschule Heidelberg)" userId="056b872e-5b37-4b43-9e51-028485f38874" providerId="ADAL" clId="{D8EFBD6C-8FE6-4C25-A331-21F9F0AD5358}" dt="2026-04-27T12:56:30.786" v="3666" actId="1076"/>
          <ac:grpSpMkLst>
            <pc:docMk/>
            <pc:sldMk cId="2320336657" sldId="4377"/>
            <ac:grpSpMk id="2" creationId="{1579A938-8067-548E-B294-26D2E86CDFC1}"/>
          </ac:grpSpMkLst>
        </pc:grpChg>
        <pc:grpChg chg="mod">
          <ac:chgData name="Mobasher, Ghadeer (Lehre SRH Hochschule Heidelberg)" userId="056b872e-5b37-4b43-9e51-028485f38874" providerId="ADAL" clId="{D8EFBD6C-8FE6-4C25-A331-21F9F0AD5358}" dt="2026-04-27T12:57:10.685" v="3675" actId="1076"/>
          <ac:grpSpMkLst>
            <pc:docMk/>
            <pc:sldMk cId="2320336657" sldId="4377"/>
            <ac:grpSpMk id="4" creationId="{204B4BB1-7D8F-4A79-09B7-9E86D1630BC9}"/>
          </ac:grpSpMkLst>
        </pc:grpChg>
        <pc:grpChg chg="mod">
          <ac:chgData name="Mobasher, Ghadeer (Lehre SRH Hochschule Heidelberg)" userId="056b872e-5b37-4b43-9e51-028485f38874" providerId="ADAL" clId="{D8EFBD6C-8FE6-4C25-A331-21F9F0AD5358}" dt="2026-04-27T12:56:34.665" v="3667" actId="1076"/>
          <ac:grpSpMkLst>
            <pc:docMk/>
            <pc:sldMk cId="2320336657" sldId="4377"/>
            <ac:grpSpMk id="8" creationId="{676BFFBD-E105-BB9E-07F7-A998595A9B1B}"/>
          </ac:grpSpMkLst>
        </pc:grpChg>
        <pc:grpChg chg="add mod">
          <ac:chgData name="Mobasher, Ghadeer (Lehre SRH Hochschule Heidelberg)" userId="056b872e-5b37-4b43-9e51-028485f38874" providerId="ADAL" clId="{D8EFBD6C-8FE6-4C25-A331-21F9F0AD5358}" dt="2026-04-27T12:57:15.644" v="3677" actId="1076"/>
          <ac:grpSpMkLst>
            <pc:docMk/>
            <pc:sldMk cId="2320336657" sldId="4377"/>
            <ac:grpSpMk id="10" creationId="{71DF5FEA-46D5-9079-4A6B-7145492C459C}"/>
          </ac:grpSpMkLst>
        </pc:grpChg>
        <pc:grpChg chg="add mod">
          <ac:chgData name="Mobasher, Ghadeer (Lehre SRH Hochschule Heidelberg)" userId="056b872e-5b37-4b43-9e51-028485f38874" providerId="ADAL" clId="{D8EFBD6C-8FE6-4C25-A331-21F9F0AD5358}" dt="2026-04-27T12:58:49.964" v="3841" actId="1076"/>
          <ac:grpSpMkLst>
            <pc:docMk/>
            <pc:sldMk cId="2320336657" sldId="4377"/>
            <ac:grpSpMk id="15" creationId="{FD2D650B-20A5-71E3-BFDC-32FB29B0E1CA}"/>
          </ac:grpSpMkLst>
        </pc:grpChg>
      </pc:sldChg>
      <pc:sldChg chg="addSp delSp modSp mod delAnim modAnim">
        <pc:chgData name="Mobasher, Ghadeer (Lehre SRH Hochschule Heidelberg)" userId="056b872e-5b37-4b43-9e51-028485f38874" providerId="ADAL" clId="{D8EFBD6C-8FE6-4C25-A331-21F9F0AD5358}" dt="2026-04-27T13:12:48.468" v="3871" actId="20577"/>
        <pc:sldMkLst>
          <pc:docMk/>
          <pc:sldMk cId="3762456871" sldId="4378"/>
        </pc:sldMkLst>
        <pc:spChg chg="mod topLvl">
          <ac:chgData name="Mobasher, Ghadeer (Lehre SRH Hochschule Heidelberg)" userId="056b872e-5b37-4b43-9e51-028485f38874" providerId="ADAL" clId="{D8EFBD6C-8FE6-4C25-A331-21F9F0AD5358}" dt="2026-04-27T13:12:48.468" v="3871" actId="20577"/>
          <ac:spMkLst>
            <pc:docMk/>
            <pc:sldMk cId="3762456871" sldId="4378"/>
            <ac:spMk id="2" creationId="{3C1A7F77-7141-9E81-633D-2DD35750F158}"/>
          </ac:spMkLst>
        </pc:spChg>
        <pc:picChg chg="add mod">
          <ac:chgData name="Mobasher, Ghadeer (Lehre SRH Hochschule Heidelberg)" userId="056b872e-5b37-4b43-9e51-028485f38874" providerId="ADAL" clId="{D8EFBD6C-8FE6-4C25-A331-21F9F0AD5358}" dt="2026-04-27T12:17:52.028" v="3352" actId="1076"/>
          <ac:picMkLst>
            <pc:docMk/>
            <pc:sldMk cId="3762456871" sldId="4378"/>
            <ac:picMk id="4" creationId="{6EEE0FB2-B50D-2D9E-E285-4D3A70C255A3}"/>
          </ac:picMkLst>
        </pc:picChg>
      </pc:sldChg>
      <pc:sldChg chg="addSp delSp modSp mod">
        <pc:chgData name="Mobasher, Ghadeer (Lehre SRH Hochschule Heidelberg)" userId="056b872e-5b37-4b43-9e51-028485f38874" providerId="ADAL" clId="{D8EFBD6C-8FE6-4C25-A331-21F9F0AD5358}" dt="2026-04-27T12:30:28.747" v="3544" actId="1076"/>
        <pc:sldMkLst>
          <pc:docMk/>
          <pc:sldMk cId="3687336806" sldId="4379"/>
        </pc:sldMkLst>
        <pc:spChg chg="mod">
          <ac:chgData name="Mobasher, Ghadeer (Lehre SRH Hochschule Heidelberg)" userId="056b872e-5b37-4b43-9e51-028485f38874" providerId="ADAL" clId="{D8EFBD6C-8FE6-4C25-A331-21F9F0AD5358}" dt="2026-04-17T08:25:15.263" v="669" actId="1076"/>
          <ac:spMkLst>
            <pc:docMk/>
            <pc:sldMk cId="3687336806" sldId="4379"/>
            <ac:spMk id="7" creationId="{58FE124D-88FA-94F1-79F7-11F9163A19B9}"/>
          </ac:spMkLst>
        </pc:spChg>
        <pc:picChg chg="add mod">
          <ac:chgData name="Mobasher, Ghadeer (Lehre SRH Hochschule Heidelberg)" userId="056b872e-5b37-4b43-9e51-028485f38874" providerId="ADAL" clId="{D8EFBD6C-8FE6-4C25-A331-21F9F0AD5358}" dt="2026-04-27T12:30:28.747" v="3544" actId="1076"/>
          <ac:picMkLst>
            <pc:docMk/>
            <pc:sldMk cId="3687336806" sldId="4379"/>
            <ac:picMk id="10" creationId="{9DEEC499-B8E6-B3B3-ABC6-4654359266FE}"/>
          </ac:picMkLst>
        </pc:picChg>
      </pc:sldChg>
      <pc:sldChg chg="ord">
        <pc:chgData name="Mobasher, Ghadeer (Lehre SRH Hochschule Heidelberg)" userId="056b872e-5b37-4b43-9e51-028485f38874" providerId="ADAL" clId="{D8EFBD6C-8FE6-4C25-A331-21F9F0AD5358}" dt="2026-04-27T11:10:18.059" v="2836"/>
        <pc:sldMkLst>
          <pc:docMk/>
          <pc:sldMk cId="1776145192" sldId="4381"/>
        </pc:sldMkLst>
      </pc:sldChg>
      <pc:sldChg chg="addSp delSp modSp add mod delAnim modAnim">
        <pc:chgData name="Mobasher, Ghadeer (Lehre SRH Hochschule Heidelberg)" userId="056b872e-5b37-4b43-9e51-028485f38874" providerId="ADAL" clId="{D8EFBD6C-8FE6-4C25-A331-21F9F0AD5358}" dt="2026-04-28T16:07:44.692" v="3947" actId="14100"/>
        <pc:sldMkLst>
          <pc:docMk/>
          <pc:sldMk cId="1378576645" sldId="4382"/>
        </pc:sldMkLst>
        <pc:spChg chg="mod">
          <ac:chgData name="Mobasher, Ghadeer (Lehre SRH Hochschule Heidelberg)" userId="056b872e-5b37-4b43-9e51-028485f38874" providerId="ADAL" clId="{D8EFBD6C-8FE6-4C25-A331-21F9F0AD5358}" dt="2026-04-27T10:40:51.952" v="2414" actId="20577"/>
          <ac:spMkLst>
            <pc:docMk/>
            <pc:sldMk cId="1378576645" sldId="4382"/>
            <ac:spMk id="4" creationId="{E1BD28FD-CF05-625A-CE6F-E3C34DF25607}"/>
          </ac:spMkLst>
        </pc:spChg>
        <pc:picChg chg="add mod modCrop">
          <ac:chgData name="Mobasher, Ghadeer (Lehre SRH Hochschule Heidelberg)" userId="056b872e-5b37-4b43-9e51-028485f38874" providerId="ADAL" clId="{D8EFBD6C-8FE6-4C25-A331-21F9F0AD5358}" dt="2026-04-28T16:07:44.692" v="3947" actId="14100"/>
          <ac:picMkLst>
            <pc:docMk/>
            <pc:sldMk cId="1378576645" sldId="4382"/>
            <ac:picMk id="3" creationId="{92E9B25A-CADE-27B0-0444-EAFD396D0C4A}"/>
          </ac:picMkLst>
        </pc:picChg>
      </pc:sldChg>
      <pc:sldChg chg="addSp delSp modSp add mod modAnim">
        <pc:chgData name="Mobasher, Ghadeer (Lehre SRH Hochschule Heidelberg)" userId="056b872e-5b37-4b43-9e51-028485f38874" providerId="ADAL" clId="{D8EFBD6C-8FE6-4C25-A331-21F9F0AD5358}" dt="2026-04-27T13:09:21.315" v="3868"/>
        <pc:sldMkLst>
          <pc:docMk/>
          <pc:sldMk cId="1235978586" sldId="4383"/>
        </pc:sldMkLst>
        <pc:spChg chg="mod">
          <ac:chgData name="Mobasher, Ghadeer (Lehre SRH Hochschule Heidelberg)" userId="056b872e-5b37-4b43-9e51-028485f38874" providerId="ADAL" clId="{D8EFBD6C-8FE6-4C25-A331-21F9F0AD5358}" dt="2026-04-27T11:02:04.352" v="2628" actId="20577"/>
          <ac:spMkLst>
            <pc:docMk/>
            <pc:sldMk cId="1235978586" sldId="4383"/>
            <ac:spMk id="4" creationId="{0D3959A7-C159-EB9D-7815-AE9CF37A757A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1T18:13:27.370" v="752" actId="1076"/>
          <ac:spMkLst>
            <pc:docMk/>
            <pc:sldMk cId="1235978586" sldId="4383"/>
            <ac:spMk id="10" creationId="{784BF27A-D6C1-5523-CAC9-C71E1E527176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1:08:13.509" v="2787" actId="113"/>
          <ac:spMkLst>
            <pc:docMk/>
            <pc:sldMk cId="1235978586" sldId="4383"/>
            <ac:spMk id="12" creationId="{C5E6DAAD-C615-7B21-A8C8-E3F6AA6C0317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1:09:16.116" v="2834" actId="20577"/>
          <ac:spMkLst>
            <pc:docMk/>
            <pc:sldMk cId="1235978586" sldId="4383"/>
            <ac:spMk id="16" creationId="{86753F42-3B93-5DA3-7AF0-76663F969AA1}"/>
          </ac:spMkLst>
        </pc:spChg>
        <pc:grpChg chg="add mod">
          <ac:chgData name="Mobasher, Ghadeer (Lehre SRH Hochschule Heidelberg)" userId="056b872e-5b37-4b43-9e51-028485f38874" providerId="ADAL" clId="{D8EFBD6C-8FE6-4C25-A331-21F9F0AD5358}" dt="2026-04-27T11:05:52.871" v="2655" actId="1076"/>
          <ac:grpSpMkLst>
            <pc:docMk/>
            <pc:sldMk cId="1235978586" sldId="4383"/>
            <ac:grpSpMk id="11" creationId="{F7B77D84-683F-7925-C2CB-E3BA161F19BA}"/>
          </ac:grpSpMkLst>
        </pc:grpChg>
        <pc:grpChg chg="add mod">
          <ac:chgData name="Mobasher, Ghadeer (Lehre SRH Hochschule Heidelberg)" userId="056b872e-5b37-4b43-9e51-028485f38874" providerId="ADAL" clId="{D8EFBD6C-8FE6-4C25-A331-21F9F0AD5358}" dt="2026-04-27T11:05:52.871" v="2655" actId="1076"/>
          <ac:grpSpMkLst>
            <pc:docMk/>
            <pc:sldMk cId="1235978586" sldId="4383"/>
            <ac:grpSpMk id="14" creationId="{A2E0EF0C-85E0-C16C-66EC-014A6D963A93}"/>
          </ac:grpSpMkLst>
        </pc:grpChg>
        <pc:picChg chg="add mod">
          <ac:chgData name="Mobasher, Ghadeer (Lehre SRH Hochschule Heidelberg)" userId="056b872e-5b37-4b43-9e51-028485f38874" providerId="ADAL" clId="{D8EFBD6C-8FE6-4C25-A331-21F9F0AD5358}" dt="2026-04-27T11:04:44.481" v="2646" actId="14100"/>
          <ac:picMkLst>
            <pc:docMk/>
            <pc:sldMk cId="1235978586" sldId="4383"/>
            <ac:picMk id="5" creationId="{483173DB-C9AC-F2E4-2C43-3C83737EAD1A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7T11:04:47.243" v="2647" actId="14100"/>
          <ac:picMkLst>
            <pc:docMk/>
            <pc:sldMk cId="1235978586" sldId="4383"/>
            <ac:picMk id="7" creationId="{F91B0D74-BA2B-6C39-FD0E-29600F69C727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7T11:04:53.811" v="2649" actId="732"/>
          <ac:picMkLst>
            <pc:docMk/>
            <pc:sldMk cId="1235978586" sldId="4383"/>
            <ac:picMk id="9" creationId="{6425F588-C3F0-7A87-B6D7-91084D04AA12}"/>
          </ac:picMkLst>
        </pc:picChg>
        <pc:picChg chg="mod">
          <ac:chgData name="Mobasher, Ghadeer (Lehre SRH Hochschule Heidelberg)" userId="056b872e-5b37-4b43-9e51-028485f38874" providerId="ADAL" clId="{D8EFBD6C-8FE6-4C25-A331-21F9F0AD5358}" dt="2026-04-27T11:05:48.796" v="2654"/>
          <ac:picMkLst>
            <pc:docMk/>
            <pc:sldMk cId="1235978586" sldId="4383"/>
            <ac:picMk id="13" creationId="{B8A9F7F6-E6FF-33C1-05E1-25A35C76D759}"/>
          </ac:picMkLst>
        </pc:picChg>
        <pc:picChg chg="mod">
          <ac:chgData name="Mobasher, Ghadeer (Lehre SRH Hochschule Heidelberg)" userId="056b872e-5b37-4b43-9e51-028485f38874" providerId="ADAL" clId="{D8EFBD6C-8FE6-4C25-A331-21F9F0AD5358}" dt="2026-04-27T11:05:48.796" v="2654"/>
          <ac:picMkLst>
            <pc:docMk/>
            <pc:sldMk cId="1235978586" sldId="4383"/>
            <ac:picMk id="15" creationId="{5032088A-52AE-CA21-17A8-F50229F9A160}"/>
          </ac:picMkLst>
        </pc:picChg>
      </pc:sldChg>
      <pc:sldChg chg="addSp delSp modSp add mod ord delAnim modAnim">
        <pc:chgData name="Mobasher, Ghadeer (Lehre SRH Hochschule Heidelberg)" userId="056b872e-5b37-4b43-9e51-028485f38874" providerId="ADAL" clId="{D8EFBD6C-8FE6-4C25-A331-21F9F0AD5358}" dt="2026-04-27T10:54:54.279" v="2560" actId="20577"/>
        <pc:sldMkLst>
          <pc:docMk/>
          <pc:sldMk cId="822869947" sldId="4394"/>
        </pc:sldMkLst>
        <pc:spChg chg="mod">
          <ac:chgData name="Mobasher, Ghadeer (Lehre SRH Hochschule Heidelberg)" userId="056b872e-5b37-4b43-9e51-028485f38874" providerId="ADAL" clId="{D8EFBD6C-8FE6-4C25-A331-21F9F0AD5358}" dt="2026-04-27T10:48:32.008" v="2524" actId="20577"/>
          <ac:spMkLst>
            <pc:docMk/>
            <pc:sldMk cId="822869947" sldId="4394"/>
            <ac:spMk id="4" creationId="{2C9542A6-20E1-5592-E0B9-1AAF12B72CE9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0:52:49.854" v="2547" actId="14100"/>
          <ac:spMkLst>
            <pc:docMk/>
            <pc:sldMk cId="822869947" sldId="4394"/>
            <ac:spMk id="8" creationId="{3FE78D3E-279A-A815-D934-4F72360A487B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0:54:54.279" v="2560" actId="20577"/>
          <ac:spMkLst>
            <pc:docMk/>
            <pc:sldMk cId="822869947" sldId="4394"/>
            <ac:spMk id="13" creationId="{7A5A33CF-7BFF-7E8F-EF26-51F79CF507C1}"/>
          </ac:spMkLst>
        </pc:spChg>
        <pc:grpChg chg="add mod">
          <ac:chgData name="Mobasher, Ghadeer (Lehre SRH Hochschule Heidelberg)" userId="056b872e-5b37-4b43-9e51-028485f38874" providerId="ADAL" clId="{D8EFBD6C-8FE6-4C25-A331-21F9F0AD5358}" dt="2026-04-27T10:53:49.621" v="2556" actId="1076"/>
          <ac:grpSpMkLst>
            <pc:docMk/>
            <pc:sldMk cId="822869947" sldId="4394"/>
            <ac:grpSpMk id="7" creationId="{FF086734-D39D-22CC-8FED-A86D4F72AB27}"/>
          </ac:grpSpMkLst>
        </pc:grpChg>
        <pc:grpChg chg="add mod">
          <ac:chgData name="Mobasher, Ghadeer (Lehre SRH Hochschule Heidelberg)" userId="056b872e-5b37-4b43-9e51-028485f38874" providerId="ADAL" clId="{D8EFBD6C-8FE6-4C25-A331-21F9F0AD5358}" dt="2026-04-27T10:53:55.766" v="2557" actId="1076"/>
          <ac:grpSpMkLst>
            <pc:docMk/>
            <pc:sldMk cId="822869947" sldId="4394"/>
            <ac:grpSpMk id="11" creationId="{985AA95F-5755-4975-5F01-899273899413}"/>
          </ac:grpSpMkLst>
        </pc:grpChg>
        <pc:picChg chg="mod">
          <ac:chgData name="Mobasher, Ghadeer (Lehre SRH Hochschule Heidelberg)" userId="056b872e-5b37-4b43-9e51-028485f38874" providerId="ADAL" clId="{D8EFBD6C-8FE6-4C25-A331-21F9F0AD5358}" dt="2026-04-27T10:45:32.408" v="2480"/>
          <ac:picMkLst>
            <pc:docMk/>
            <pc:sldMk cId="822869947" sldId="4394"/>
            <ac:picMk id="9" creationId="{4BD105CE-A1E5-0281-AEA2-885200E8D023}"/>
          </ac:picMkLst>
        </pc:picChg>
        <pc:picChg chg="mod">
          <ac:chgData name="Mobasher, Ghadeer (Lehre SRH Hochschule Heidelberg)" userId="056b872e-5b37-4b43-9e51-028485f38874" providerId="ADAL" clId="{D8EFBD6C-8FE6-4C25-A331-21F9F0AD5358}" dt="2026-04-27T10:45:32.408" v="2480"/>
          <ac:picMkLst>
            <pc:docMk/>
            <pc:sldMk cId="822869947" sldId="4394"/>
            <ac:picMk id="12" creationId="{48E5EE9F-EEB2-DCB6-1A75-D2DC6D378E27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7T10:50:40.074" v="2536" actId="14100"/>
          <ac:picMkLst>
            <pc:docMk/>
            <pc:sldMk cId="822869947" sldId="4394"/>
            <ac:picMk id="15" creationId="{DC1FF9C4-3A1D-CDFC-EDC6-BE78ADF97056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7T10:50:50.005" v="2537" actId="732"/>
          <ac:picMkLst>
            <pc:docMk/>
            <pc:sldMk cId="822869947" sldId="4394"/>
            <ac:picMk id="17" creationId="{6CC61C4C-9AE2-605B-509A-DFECC19AD264}"/>
          </ac:picMkLst>
        </pc:picChg>
      </pc:sldChg>
      <pc:sldChg chg="delSp modSp add mod delAnim">
        <pc:chgData name="Mobasher, Ghadeer (Lehre SRH Hochschule Heidelberg)" userId="056b872e-5b37-4b43-9e51-028485f38874" providerId="ADAL" clId="{D8EFBD6C-8FE6-4C25-A331-21F9F0AD5358}" dt="2026-04-28T16:07:42.162" v="3946" actId="14100"/>
        <pc:sldMkLst>
          <pc:docMk/>
          <pc:sldMk cId="1987723233" sldId="4395"/>
        </pc:sldMkLst>
        <pc:picChg chg="mod">
          <ac:chgData name="Mobasher, Ghadeer (Lehre SRH Hochschule Heidelberg)" userId="056b872e-5b37-4b43-9e51-028485f38874" providerId="ADAL" clId="{D8EFBD6C-8FE6-4C25-A331-21F9F0AD5358}" dt="2026-04-28T16:07:42.162" v="3946" actId="14100"/>
          <ac:picMkLst>
            <pc:docMk/>
            <pc:sldMk cId="1987723233" sldId="4395"/>
            <ac:picMk id="5" creationId="{5CBC76A3-B400-B07F-9194-B34E96BDC98A}"/>
          </ac:picMkLst>
        </pc:picChg>
      </pc:sldChg>
      <pc:sldChg chg="addSp delSp modSp add mod ord delAnim modAnim">
        <pc:chgData name="Mobasher, Ghadeer (Lehre SRH Hochschule Heidelberg)" userId="056b872e-5b37-4b43-9e51-028485f38874" providerId="ADAL" clId="{D8EFBD6C-8FE6-4C25-A331-21F9F0AD5358}" dt="2026-04-27T10:59:04.108" v="2610"/>
        <pc:sldMkLst>
          <pc:docMk/>
          <pc:sldMk cId="3073212920" sldId="4396"/>
        </pc:sldMkLst>
        <pc:spChg chg="mod">
          <ac:chgData name="Mobasher, Ghadeer (Lehre SRH Hochschule Heidelberg)" userId="056b872e-5b37-4b43-9e51-028485f38874" providerId="ADAL" clId="{D8EFBD6C-8FE6-4C25-A331-21F9F0AD5358}" dt="2026-04-27T10:56:15.077" v="2585" actId="20577"/>
          <ac:spMkLst>
            <pc:docMk/>
            <pc:sldMk cId="3073212920" sldId="4396"/>
            <ac:spMk id="4" creationId="{C0934582-70DD-A08B-CFB7-CCA87B614680}"/>
          </ac:spMkLst>
        </pc:spChg>
        <pc:picChg chg="add mod modCrop">
          <ac:chgData name="Mobasher, Ghadeer (Lehre SRH Hochschule Heidelberg)" userId="056b872e-5b37-4b43-9e51-028485f38874" providerId="ADAL" clId="{D8EFBD6C-8FE6-4C25-A331-21F9F0AD5358}" dt="2026-04-27T10:58:34.356" v="2605" actId="1076"/>
          <ac:picMkLst>
            <pc:docMk/>
            <pc:sldMk cId="3073212920" sldId="4396"/>
            <ac:picMk id="3" creationId="{250A01DB-1754-3D2D-694B-60B0D0EB41B7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7T10:58:38.037" v="2607" actId="1076"/>
          <ac:picMkLst>
            <pc:docMk/>
            <pc:sldMk cId="3073212920" sldId="4396"/>
            <ac:picMk id="8" creationId="{9213A829-A5D8-A25E-4D7C-3F7682DA0B67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7T10:58:35.792" v="2606" actId="1076"/>
          <ac:picMkLst>
            <pc:docMk/>
            <pc:sldMk cId="3073212920" sldId="4396"/>
            <ac:picMk id="11" creationId="{D4B04381-B53A-54FC-B767-90B67C747427}"/>
          </ac:picMkLst>
        </pc:picChg>
      </pc:sldChg>
      <pc:sldChg chg="addSp delSp modSp add mod ord delAnim modAnim">
        <pc:chgData name="Mobasher, Ghadeer (Lehre SRH Hochschule Heidelberg)" userId="056b872e-5b37-4b43-9e51-028485f38874" providerId="ADAL" clId="{D8EFBD6C-8FE6-4C25-A331-21F9F0AD5358}" dt="2026-04-27T11:25:45.571" v="3060"/>
        <pc:sldMkLst>
          <pc:docMk/>
          <pc:sldMk cId="593215797" sldId="4397"/>
        </pc:sldMkLst>
        <pc:spChg chg="mod">
          <ac:chgData name="Mobasher, Ghadeer (Lehre SRH Hochschule Heidelberg)" userId="056b872e-5b37-4b43-9e51-028485f38874" providerId="ADAL" clId="{D8EFBD6C-8FE6-4C25-A331-21F9F0AD5358}" dt="2026-04-27T11:11:57.159" v="2866" actId="20577"/>
          <ac:spMkLst>
            <pc:docMk/>
            <pc:sldMk cId="593215797" sldId="4397"/>
            <ac:spMk id="4" creationId="{2F381194-6E2B-ED5A-D98F-93C29D5B7D7B}"/>
          </ac:spMkLst>
        </pc:spChg>
        <pc:spChg chg="add mod">
          <ac:chgData name="Mobasher, Ghadeer (Lehre SRH Hochschule Heidelberg)" userId="056b872e-5b37-4b43-9e51-028485f38874" providerId="ADAL" clId="{D8EFBD6C-8FE6-4C25-A331-21F9F0AD5358}" dt="2026-04-27T11:23:20.648" v="3028" actId="1076"/>
          <ac:spMkLst>
            <pc:docMk/>
            <pc:sldMk cId="593215797" sldId="4397"/>
            <ac:spMk id="13" creationId="{E85BCBEB-2804-FCBA-B413-F6D9F4D02173}"/>
          </ac:spMkLst>
        </pc:spChg>
        <pc:spChg chg="add mod">
          <ac:chgData name="Mobasher, Ghadeer (Lehre SRH Hochschule Heidelberg)" userId="056b872e-5b37-4b43-9e51-028485f38874" providerId="ADAL" clId="{D8EFBD6C-8FE6-4C25-A331-21F9F0AD5358}" dt="2026-04-27T11:25:17.960" v="3057" actId="14100"/>
          <ac:spMkLst>
            <pc:docMk/>
            <pc:sldMk cId="593215797" sldId="4397"/>
            <ac:spMk id="16" creationId="{A189ED90-B353-BAE1-C363-433A6FF62F9D}"/>
          </ac:spMkLst>
        </pc:spChg>
        <pc:picChg chg="add mod modCrop">
          <ac:chgData name="Mobasher, Ghadeer (Lehre SRH Hochschule Heidelberg)" userId="056b872e-5b37-4b43-9e51-028485f38874" providerId="ADAL" clId="{D8EFBD6C-8FE6-4C25-A331-21F9F0AD5358}" dt="2026-04-27T11:14:15.941" v="2889" actId="14100"/>
          <ac:picMkLst>
            <pc:docMk/>
            <pc:sldMk cId="593215797" sldId="4397"/>
            <ac:picMk id="5" creationId="{FA544528-3D00-4688-25C1-86B8A6CCEB4E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7T11:23:16.732" v="3027" actId="1076"/>
          <ac:picMkLst>
            <pc:docMk/>
            <pc:sldMk cId="593215797" sldId="4397"/>
            <ac:picMk id="7" creationId="{8E3465C6-1C2D-693A-EE68-C6AAE00DAE49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7T11:23:57.347" v="3038" actId="732"/>
          <ac:picMkLst>
            <pc:docMk/>
            <pc:sldMk cId="593215797" sldId="4397"/>
            <ac:picMk id="12" creationId="{5F7A0061-87D0-4721-D03D-7F7D7B001E3D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7T11:23:36.468" v="3032" actId="14100"/>
          <ac:picMkLst>
            <pc:docMk/>
            <pc:sldMk cId="593215797" sldId="4397"/>
            <ac:picMk id="14" creationId="{D14C2E36-553E-1D54-57BB-AA7FFACAB9BF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7T11:25:23.642" v="3058" actId="1076"/>
          <ac:picMkLst>
            <pc:docMk/>
            <pc:sldMk cId="593215797" sldId="4397"/>
            <ac:picMk id="15" creationId="{C28F1F6B-B9D4-5DD0-213C-4C03A1E60715}"/>
          </ac:picMkLst>
        </pc:picChg>
      </pc:sldChg>
      <pc:sldChg chg="addSp delSp modSp add mod delAnim modAnim">
        <pc:chgData name="Mobasher, Ghadeer (Lehre SRH Hochschule Heidelberg)" userId="056b872e-5b37-4b43-9e51-028485f38874" providerId="ADAL" clId="{D8EFBD6C-8FE6-4C25-A331-21F9F0AD5358}" dt="2026-04-27T11:21:48.986" v="3011"/>
        <pc:sldMkLst>
          <pc:docMk/>
          <pc:sldMk cId="512191941" sldId="4398"/>
        </pc:sldMkLst>
        <pc:spChg chg="mod">
          <ac:chgData name="Mobasher, Ghadeer (Lehre SRH Hochschule Heidelberg)" userId="056b872e-5b37-4b43-9e51-028485f38874" providerId="ADAL" clId="{D8EFBD6C-8FE6-4C25-A331-21F9F0AD5358}" dt="2026-04-27T11:16:22.002" v="2925" actId="20577"/>
          <ac:spMkLst>
            <pc:docMk/>
            <pc:sldMk cId="512191941" sldId="4398"/>
            <ac:spMk id="4" creationId="{FF4D49DE-DCAC-A28B-DBCD-BD2EF64900A5}"/>
          </ac:spMkLst>
        </pc:spChg>
        <pc:spChg chg="add mod">
          <ac:chgData name="Mobasher, Ghadeer (Lehre SRH Hochschule Heidelberg)" userId="056b872e-5b37-4b43-9e51-028485f38874" providerId="ADAL" clId="{D8EFBD6C-8FE6-4C25-A331-21F9F0AD5358}" dt="2026-04-27T11:21:36.758" v="3007" actId="1076"/>
          <ac:spMkLst>
            <pc:docMk/>
            <pc:sldMk cId="512191941" sldId="4398"/>
            <ac:spMk id="8" creationId="{C0CC5A97-172A-8879-3374-B1723E9CEBB9}"/>
          </ac:spMkLst>
        </pc:spChg>
        <pc:picChg chg="add mod modCrop">
          <ac:chgData name="Mobasher, Ghadeer (Lehre SRH Hochschule Heidelberg)" userId="056b872e-5b37-4b43-9e51-028485f38874" providerId="ADAL" clId="{D8EFBD6C-8FE6-4C25-A331-21F9F0AD5358}" dt="2026-04-27T11:21:33.037" v="3006" actId="1076"/>
          <ac:picMkLst>
            <pc:docMk/>
            <pc:sldMk cId="512191941" sldId="4398"/>
            <ac:picMk id="3" creationId="{98532714-61D3-F18D-D7E1-C8CE4F5677F3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7T11:21:39.429" v="3008" actId="1076"/>
          <ac:picMkLst>
            <pc:docMk/>
            <pc:sldMk cId="512191941" sldId="4398"/>
            <ac:picMk id="9" creationId="{A6484054-5D5F-5A52-2BD8-C67508E4F8DE}"/>
          </ac:picMkLst>
        </pc:picChg>
      </pc:sldChg>
      <pc:sldChg chg="addSp delSp modSp add mod modAnim">
        <pc:chgData name="Mobasher, Ghadeer (Lehre SRH Hochschule Heidelberg)" userId="056b872e-5b37-4b43-9e51-028485f38874" providerId="ADAL" clId="{D8EFBD6C-8FE6-4C25-A331-21F9F0AD5358}" dt="2026-04-27T11:20:11.064" v="2990"/>
        <pc:sldMkLst>
          <pc:docMk/>
          <pc:sldMk cId="3006122302" sldId="4399"/>
        </pc:sldMkLst>
        <pc:spChg chg="mod">
          <ac:chgData name="Mobasher, Ghadeer (Lehre SRH Hochschule Heidelberg)" userId="056b872e-5b37-4b43-9e51-028485f38874" providerId="ADAL" clId="{D8EFBD6C-8FE6-4C25-A331-21F9F0AD5358}" dt="2026-04-27T11:17:59.607" v="2968" actId="20577"/>
          <ac:spMkLst>
            <pc:docMk/>
            <pc:sldMk cId="3006122302" sldId="4399"/>
            <ac:spMk id="4" creationId="{67A043EF-50E5-2A7E-FDDD-D6973DF147AA}"/>
          </ac:spMkLst>
        </pc:spChg>
        <pc:spChg chg="add mod">
          <ac:chgData name="Mobasher, Ghadeer (Lehre SRH Hochschule Heidelberg)" userId="056b872e-5b37-4b43-9e51-028485f38874" providerId="ADAL" clId="{D8EFBD6C-8FE6-4C25-A331-21F9F0AD5358}" dt="2026-04-27T11:19:22.598" v="2980" actId="1076"/>
          <ac:spMkLst>
            <pc:docMk/>
            <pc:sldMk cId="3006122302" sldId="4399"/>
            <ac:spMk id="6" creationId="{7E2665F4-152D-055F-AD1F-CEBEB7062E98}"/>
          </ac:spMkLst>
        </pc:spChg>
        <pc:picChg chg="add mod modCrop">
          <ac:chgData name="Mobasher, Ghadeer (Lehre SRH Hochschule Heidelberg)" userId="056b872e-5b37-4b43-9e51-028485f38874" providerId="ADAL" clId="{D8EFBD6C-8FE6-4C25-A331-21F9F0AD5358}" dt="2026-04-27T11:18:58.636" v="2975" actId="1076"/>
          <ac:picMkLst>
            <pc:docMk/>
            <pc:sldMk cId="3006122302" sldId="4399"/>
            <ac:picMk id="5" creationId="{837D9764-D1F4-98A6-47F9-B14B7BE6DBFE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7T11:19:52.827" v="2987" actId="1076"/>
          <ac:picMkLst>
            <pc:docMk/>
            <pc:sldMk cId="3006122302" sldId="4399"/>
            <ac:picMk id="8" creationId="{798924D2-B49C-0A47-7FD9-4561A9EBA6C6}"/>
          </ac:picMkLst>
        </pc:picChg>
      </pc:sldChg>
      <pc:sldChg chg="addSp delSp modSp add mod ord delAnim modAnim">
        <pc:chgData name="Mobasher, Ghadeer (Lehre SRH Hochschule Heidelberg)" userId="056b872e-5b37-4b43-9e51-028485f38874" providerId="ADAL" clId="{D8EFBD6C-8FE6-4C25-A331-21F9F0AD5358}" dt="2026-04-29T09:56:53.690" v="3999" actId="1076"/>
        <pc:sldMkLst>
          <pc:docMk/>
          <pc:sldMk cId="2095111316" sldId="4400"/>
        </pc:sldMkLst>
        <pc:spChg chg="mod">
          <ac:chgData name="Mobasher, Ghadeer (Lehre SRH Hochschule Heidelberg)" userId="056b872e-5b37-4b43-9e51-028485f38874" providerId="ADAL" clId="{D8EFBD6C-8FE6-4C25-A331-21F9F0AD5358}" dt="2026-04-27T12:11:56.015" v="3272" actId="20577"/>
          <ac:spMkLst>
            <pc:docMk/>
            <pc:sldMk cId="2095111316" sldId="4400"/>
            <ac:spMk id="4" creationId="{AB4551B4-D908-5A60-8DFC-2D98ABD89B2C}"/>
          </ac:spMkLst>
        </pc:spChg>
        <pc:spChg chg="add mod">
          <ac:chgData name="Mobasher, Ghadeer (Lehre SRH Hochschule Heidelberg)" userId="056b872e-5b37-4b43-9e51-028485f38874" providerId="ADAL" clId="{D8EFBD6C-8FE6-4C25-A331-21F9F0AD5358}" dt="2026-04-29T09:54:49.790" v="3984" actId="164"/>
          <ac:spMkLst>
            <pc:docMk/>
            <pc:sldMk cId="2095111316" sldId="4400"/>
            <ac:spMk id="5" creationId="{BF908DFE-FAC2-9CB8-FF27-29F2F9C8ADD0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9T09:49:41.207" v="3977" actId="1076"/>
          <ac:spMkLst>
            <pc:docMk/>
            <pc:sldMk cId="2095111316" sldId="4400"/>
            <ac:spMk id="6" creationId="{459D6E2C-0B1A-C80F-B1F6-00B52025622A}"/>
          </ac:spMkLst>
        </pc:spChg>
        <pc:spChg chg="add mod">
          <ac:chgData name="Mobasher, Ghadeer (Lehre SRH Hochschule Heidelberg)" userId="056b872e-5b37-4b43-9e51-028485f38874" providerId="ADAL" clId="{D8EFBD6C-8FE6-4C25-A331-21F9F0AD5358}" dt="2026-04-29T09:56:15.358" v="3996" actId="1076"/>
          <ac:spMkLst>
            <pc:docMk/>
            <pc:sldMk cId="2095111316" sldId="4400"/>
            <ac:spMk id="9" creationId="{D803D188-CE13-F7CF-F484-814CCC5B9A35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10:54.819" v="3263" actId="20577"/>
          <ac:spMkLst>
            <pc:docMk/>
            <pc:sldMk cId="2095111316" sldId="4400"/>
            <ac:spMk id="14" creationId="{5C1D3863-DF23-CC17-7981-6697B6B7F733}"/>
          </ac:spMkLst>
        </pc:spChg>
        <pc:spChg chg="mod topLvl">
          <ac:chgData name="Mobasher, Ghadeer (Lehre SRH Hochschule Heidelberg)" userId="056b872e-5b37-4b43-9e51-028485f38874" providerId="ADAL" clId="{D8EFBD6C-8FE6-4C25-A331-21F9F0AD5358}" dt="2026-04-27T12:16:13.372" v="3335" actId="164"/>
          <ac:spMkLst>
            <pc:docMk/>
            <pc:sldMk cId="2095111316" sldId="4400"/>
            <ac:spMk id="18" creationId="{9544A37D-1EBE-CB16-C8D2-375D9BFA8ABD}"/>
          </ac:spMkLst>
        </pc:spChg>
        <pc:grpChg chg="add mod">
          <ac:chgData name="Mobasher, Ghadeer (Lehre SRH Hochschule Heidelberg)" userId="056b872e-5b37-4b43-9e51-028485f38874" providerId="ADAL" clId="{D8EFBD6C-8FE6-4C25-A331-21F9F0AD5358}" dt="2026-04-29T09:54:49.790" v="3984" actId="164"/>
          <ac:grpSpMkLst>
            <pc:docMk/>
            <pc:sldMk cId="2095111316" sldId="4400"/>
            <ac:grpSpMk id="7" creationId="{13C2B508-6659-2B84-B72B-97A29E9A0F37}"/>
          </ac:grpSpMkLst>
        </pc:grpChg>
        <pc:grpChg chg="add mod">
          <ac:chgData name="Mobasher, Ghadeer (Lehre SRH Hochschule Heidelberg)" userId="056b872e-5b37-4b43-9e51-028485f38874" providerId="ADAL" clId="{D8EFBD6C-8FE6-4C25-A331-21F9F0AD5358}" dt="2026-04-29T09:56:05.154" v="3993" actId="1076"/>
          <ac:grpSpMkLst>
            <pc:docMk/>
            <pc:sldMk cId="2095111316" sldId="4400"/>
            <ac:grpSpMk id="13" creationId="{BA901D7A-ADC6-FC17-45D6-6B5A34439F76}"/>
          </ac:grpSpMkLst>
        </pc:grpChg>
        <pc:grpChg chg="add mod">
          <ac:chgData name="Mobasher, Ghadeer (Lehre SRH Hochschule Heidelberg)" userId="056b872e-5b37-4b43-9e51-028485f38874" providerId="ADAL" clId="{D8EFBD6C-8FE6-4C25-A331-21F9F0AD5358}" dt="2026-04-29T09:56:53.690" v="3999" actId="1076"/>
          <ac:grpSpMkLst>
            <pc:docMk/>
            <pc:sldMk cId="2095111316" sldId="4400"/>
            <ac:grpSpMk id="20" creationId="{81FCC698-42D8-113B-0711-83C1FD145792}"/>
          </ac:grpSpMkLst>
        </pc:grpChg>
        <pc:picChg chg="add mod modCrop">
          <ac:chgData name="Mobasher, Ghadeer (Lehre SRH Hochschule Heidelberg)" userId="056b872e-5b37-4b43-9e51-028485f38874" providerId="ADAL" clId="{D8EFBD6C-8FE6-4C25-A331-21F9F0AD5358}" dt="2026-04-29T09:54:49.790" v="3984" actId="164"/>
          <ac:picMkLst>
            <pc:docMk/>
            <pc:sldMk cId="2095111316" sldId="4400"/>
            <ac:picMk id="3" creationId="{6C0324F0-90E1-5730-DBCF-0BB3ED65CFB9}"/>
          </ac:picMkLst>
        </pc:picChg>
        <pc:picChg chg="add mod">
          <ac:chgData name="Mobasher, Ghadeer (Lehre SRH Hochschule Heidelberg)" userId="056b872e-5b37-4b43-9e51-028485f38874" providerId="ADAL" clId="{D8EFBD6C-8FE6-4C25-A331-21F9F0AD5358}" dt="2026-04-29T09:49:42.938" v="3978" actId="1076"/>
          <ac:picMkLst>
            <pc:docMk/>
            <pc:sldMk cId="2095111316" sldId="4400"/>
            <ac:picMk id="12" creationId="{48BACB9B-6E7B-0AF3-C687-23EA22259CEA}"/>
          </ac:picMkLst>
        </pc:picChg>
        <pc:picChg chg="mod">
          <ac:chgData name="Mobasher, Ghadeer (Lehre SRH Hochschule Heidelberg)" userId="056b872e-5b37-4b43-9e51-028485f38874" providerId="ADAL" clId="{D8EFBD6C-8FE6-4C25-A331-21F9F0AD5358}" dt="2026-04-27T12:08:21.552" v="3209" actId="1076"/>
          <ac:picMkLst>
            <pc:docMk/>
            <pc:sldMk cId="2095111316" sldId="4400"/>
            <ac:picMk id="15" creationId="{1329CF7B-E9D3-9FCB-F84E-42217662E1F2}"/>
          </ac:picMkLst>
        </pc:picChg>
        <pc:picChg chg="add mod">
          <ac:chgData name="Mobasher, Ghadeer (Lehre SRH Hochschule Heidelberg)" userId="056b872e-5b37-4b43-9e51-028485f38874" providerId="ADAL" clId="{D8EFBD6C-8FE6-4C25-A331-21F9F0AD5358}" dt="2026-04-27T12:16:13.372" v="3335" actId="164"/>
          <ac:picMkLst>
            <pc:docMk/>
            <pc:sldMk cId="2095111316" sldId="4400"/>
            <ac:picMk id="19" creationId="{800220D2-2C15-68FC-C872-5B440FDC368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4FD14F-B70D-D5AF-1A88-433ED140F5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6C11C1-92FA-8958-CAB4-BB441FEFE9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32C2A-29BB-4EB6-9CC7-2A78C55C357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F5C5B-700C-0197-306F-E7CD103E7E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EB53B-293B-0C05-3217-92B665E63B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D9B89-B461-4A4E-BF5D-F0E90320A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1466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RH Text" panose="020B0503020204020204" pitchFamily="34" charset="0"/>
              </a:defRPr>
            </a:lvl1pPr>
          </a:lstStyle>
          <a:p>
            <a:fld id="{877A3E2A-35AE-479C-B172-30C9CAEEE094}" type="datetimeFigureOut">
              <a:rPr lang="de-DE" smtClean="0"/>
              <a:pPr/>
              <a:t>29.04.2026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RH Text" panose="020B0503020204020204" pitchFamily="34" charset="0"/>
              </a:defRPr>
            </a:lvl1pPr>
          </a:lstStyle>
          <a:p>
            <a:fld id="{CF191045-FCBB-4EC9-AB5F-AA4CFDEA61CB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72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0221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6904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2982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7551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9838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5671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8755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E373-95A7-0532-FE71-96F33ED25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700C1-05F0-D1A3-A7D1-434687F4E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C2A6E-7996-10D1-43C8-918B7BF5A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4CA94-BCF7-B1E9-BE70-AA0589203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4125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3170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1011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4966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9014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12611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202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18138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01987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5704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86213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73062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D1BC13A-F8DC-4F93-5A36-98888E2F07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10400" y="622144"/>
            <a:ext cx="2228400" cy="553513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50" b="1">
                <a:solidFill>
                  <a:schemeClr val="bg1"/>
                </a:solidFill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0933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Logo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668922-7D09-4DBB-8A0A-0493EE73B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10400" y="622144"/>
            <a:ext cx="2228400" cy="553513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50" b="1">
                <a:solidFill>
                  <a:schemeClr val="bg1"/>
                </a:solidFill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srh Logo">
            <a:extLst>
              <a:ext uri="{FF2B5EF4-FFF2-40B4-BE49-F238E27FC236}">
                <a16:creationId xmlns:a16="http://schemas.microsoft.com/office/drawing/2014/main" id="{E2C8FFD0-489D-45A2-BC98-F4AC2B86D4D2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30000" y="458084"/>
            <a:ext cx="948335" cy="733815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068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24" name="Thema 1">
            <a:extLst>
              <a:ext uri="{FF2B5EF4-FFF2-40B4-BE49-F238E27FC236}">
                <a16:creationId xmlns:a16="http://schemas.microsoft.com/office/drawing/2014/main" id="{E0EF4533-96BB-8B62-CBCC-9ED61CC2892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73463" y="4854251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5" name="Zahl Thema 1">
            <a:extLst>
              <a:ext uri="{FF2B5EF4-FFF2-40B4-BE49-F238E27FC236}">
                <a16:creationId xmlns:a16="http://schemas.microsoft.com/office/drawing/2014/main" id="{417EAB38-43FF-1504-A030-6F3E61D1B8D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76000" y="4854251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3" name="Thema 1">
            <a:extLst>
              <a:ext uri="{FF2B5EF4-FFF2-40B4-BE49-F238E27FC236}">
                <a16:creationId xmlns:a16="http://schemas.microsoft.com/office/drawing/2014/main" id="{1A37B297-321D-8AE7-2F02-3D95027BE2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73465" y="4072689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4" name="Zahl Thema 1">
            <a:extLst>
              <a:ext uri="{FF2B5EF4-FFF2-40B4-BE49-F238E27FC236}">
                <a16:creationId xmlns:a16="http://schemas.microsoft.com/office/drawing/2014/main" id="{E52E2AE4-CBDE-4AE7-3530-D1D265270C5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76000" y="4072689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2" name="Thema 1">
            <a:extLst>
              <a:ext uri="{FF2B5EF4-FFF2-40B4-BE49-F238E27FC236}">
                <a16:creationId xmlns:a16="http://schemas.microsoft.com/office/drawing/2014/main" id="{BBC39FEE-F2AC-F800-A5A4-1D102C0399B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73465" y="3291126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3" name="Zahl Thema 1">
            <a:extLst>
              <a:ext uri="{FF2B5EF4-FFF2-40B4-BE49-F238E27FC236}">
                <a16:creationId xmlns:a16="http://schemas.microsoft.com/office/drawing/2014/main" id="{E4ABD6E5-5EF3-42A3-FCAD-69AE6FA9E53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76000" y="3291125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1" name="Thema 1">
            <a:extLst>
              <a:ext uri="{FF2B5EF4-FFF2-40B4-BE49-F238E27FC236}">
                <a16:creationId xmlns:a16="http://schemas.microsoft.com/office/drawing/2014/main" id="{DED4AAE8-2649-8EBA-6B49-009E08A77C6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773465" y="2509563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2" name="Zahl Thema 1">
            <a:extLst>
              <a:ext uri="{FF2B5EF4-FFF2-40B4-BE49-F238E27FC236}">
                <a16:creationId xmlns:a16="http://schemas.microsoft.com/office/drawing/2014/main" id="{81E0646A-4C7A-1F4A-3CD0-8C8A5B5C93F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76000" y="2509563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0" name="Thema 1">
            <a:extLst>
              <a:ext uri="{FF2B5EF4-FFF2-40B4-BE49-F238E27FC236}">
                <a16:creationId xmlns:a16="http://schemas.microsoft.com/office/drawing/2014/main" id="{654DC2AA-AF1C-462E-75CA-A7A1B5639F8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773464" y="1728000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1" name="Zahl Thema 1">
            <a:extLst>
              <a:ext uri="{FF2B5EF4-FFF2-40B4-BE49-F238E27FC236}">
                <a16:creationId xmlns:a16="http://schemas.microsoft.com/office/drawing/2014/main" id="{3EE8B63B-3115-A1BF-E6BC-7C3D2C26961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76000" y="1728000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9" name="Thema 1">
            <a:extLst>
              <a:ext uri="{FF2B5EF4-FFF2-40B4-BE49-F238E27FC236}">
                <a16:creationId xmlns:a16="http://schemas.microsoft.com/office/drawing/2014/main" id="{60F31CC5-38C0-1D91-0890-082A693A67E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62642" y="4854251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0" name="Zahl Thema 1">
            <a:extLst>
              <a:ext uri="{FF2B5EF4-FFF2-40B4-BE49-F238E27FC236}">
                <a16:creationId xmlns:a16="http://schemas.microsoft.com/office/drawing/2014/main" id="{73670FA5-0A72-C39B-31DD-960D04D8D94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9400" y="4854251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8" name="Thema 1">
            <a:extLst>
              <a:ext uri="{FF2B5EF4-FFF2-40B4-BE49-F238E27FC236}">
                <a16:creationId xmlns:a16="http://schemas.microsoft.com/office/drawing/2014/main" id="{D23001DC-439B-F6A6-5F4F-B9BA1533496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62642" y="4072689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" name="Zahl Thema 1">
            <a:extLst>
              <a:ext uri="{FF2B5EF4-FFF2-40B4-BE49-F238E27FC236}">
                <a16:creationId xmlns:a16="http://schemas.microsoft.com/office/drawing/2014/main" id="{904029B0-83F7-3EE9-EF6A-7A5BBFCA34A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9400" y="4072689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7" name="Thema 1">
            <a:extLst>
              <a:ext uri="{FF2B5EF4-FFF2-40B4-BE49-F238E27FC236}">
                <a16:creationId xmlns:a16="http://schemas.microsoft.com/office/drawing/2014/main" id="{6CFFFF59-0383-2F7D-5A19-C21529AEE63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62642" y="3291126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" name="Zahl Thema 1">
            <a:extLst>
              <a:ext uri="{FF2B5EF4-FFF2-40B4-BE49-F238E27FC236}">
                <a16:creationId xmlns:a16="http://schemas.microsoft.com/office/drawing/2014/main" id="{7AF88CBE-99FD-ECBA-E7E2-D0D5000EF29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9400" y="3291126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6" name="Thema 1">
            <a:extLst>
              <a:ext uri="{FF2B5EF4-FFF2-40B4-BE49-F238E27FC236}">
                <a16:creationId xmlns:a16="http://schemas.microsoft.com/office/drawing/2014/main" id="{10042594-2E0C-223F-20F4-629765AAF42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62642" y="2509563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3" name="Zahl Thema 1">
            <a:extLst>
              <a:ext uri="{FF2B5EF4-FFF2-40B4-BE49-F238E27FC236}">
                <a16:creationId xmlns:a16="http://schemas.microsoft.com/office/drawing/2014/main" id="{21289641-CFF9-EF51-ACBA-C1A6EEA6FF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9400" y="2509563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40" name="Thema 1">
            <a:extLst>
              <a:ext uri="{FF2B5EF4-FFF2-40B4-BE49-F238E27FC236}">
                <a16:creationId xmlns:a16="http://schemas.microsoft.com/office/drawing/2014/main" id="{41C038E3-A911-4FFC-8F4E-9A1653D7B4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2642" y="1728000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9" name="Zahl Thema 1">
            <a:extLst>
              <a:ext uri="{FF2B5EF4-FFF2-40B4-BE49-F238E27FC236}">
                <a16:creationId xmlns:a16="http://schemas.microsoft.com/office/drawing/2014/main" id="{E2ADF3CF-F60D-4ECF-8E7F-2DD46C6380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400" y="1728000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Gliederung</a:t>
            </a:r>
          </a:p>
        </p:txBody>
      </p:sp>
    </p:spTree>
    <p:extLst>
      <p:ext uri="{BB962C8B-B14F-4D97-AF65-F5344CB8AC3E}">
        <p14:creationId xmlns:p14="http://schemas.microsoft.com/office/powerpoint/2010/main" val="162862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40" name="Thema 1">
            <a:extLst>
              <a:ext uri="{FF2B5EF4-FFF2-40B4-BE49-F238E27FC236}">
                <a16:creationId xmlns:a16="http://schemas.microsoft.com/office/drawing/2014/main" id="{41C038E3-A911-4FFC-8F4E-9A1653D7B4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1728000"/>
            <a:ext cx="11466823" cy="3826893"/>
          </a:xfrm>
        </p:spPr>
        <p:txBody>
          <a:bodyPr spcCol="360000"/>
          <a:lstStyle>
            <a:lvl1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 / zweite Zeile optionale Beschreibung durch weiche Zeilenschaltung (Shift- + Entertaste klicken)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Gliederung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E6F6582-A096-CACB-F073-A3CA677333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7127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D8CBF-B7AC-48B2-BDFF-74D2CFF5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2231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überschrift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D8CBF-B7AC-48B2-BDFF-74D2CFF5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2601908"/>
            <a:ext cx="9158400" cy="335609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9" name="Untertitel 6">
            <a:extLst>
              <a:ext uri="{FF2B5EF4-FFF2-40B4-BE49-F238E27FC236}">
                <a16:creationId xmlns:a16="http://schemas.microsoft.com/office/drawing/2014/main" id="{754254B2-0511-2CF9-4307-322035DE9299}"/>
              </a:ext>
            </a:extLst>
          </p:cNvPr>
          <p:cNvSpPr>
            <a:spLocks noGrp="1"/>
          </p:cNvSpPr>
          <p:nvPr>
            <p:ph type="subTitle" sz="quarter" idx="13"/>
          </p:nvPr>
        </p:nvSpPr>
        <p:spPr>
          <a:xfrm>
            <a:off x="359400" y="1728000"/>
            <a:ext cx="9158400" cy="87390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1pPr>
            <a:lvl2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2pPr>
            <a:lvl3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3pPr>
            <a:lvl4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4pPr>
            <a:lvl5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5pPr>
            <a:lvl6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6pPr>
            <a:lvl7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7pPr>
            <a:lvl8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8pPr>
            <a:lvl9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09119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7CDE787C-B484-481E-84CF-7E94E81D5B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616530"/>
            <a:ext cx="7642812" cy="2516885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C78D04AA-A8FB-AAC0-749E-8C3BEEB26E86}"/>
              </a:ext>
            </a:extLst>
          </p:cNvPr>
          <p:cNvSpPr>
            <a:spLocks noGrp="1"/>
          </p:cNvSpPr>
          <p:nvPr>
            <p:ph type="subTitle" sz="quarter" idx="13"/>
          </p:nvPr>
        </p:nvSpPr>
        <p:spPr>
          <a:xfrm>
            <a:off x="360000" y="3124788"/>
            <a:ext cx="7642812" cy="251688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SmartArt-Platzhalter 14">
            <a:extLst>
              <a:ext uri="{FF2B5EF4-FFF2-40B4-BE49-F238E27FC236}">
                <a16:creationId xmlns:a16="http://schemas.microsoft.com/office/drawing/2014/main" id="{861189CF-B82F-42F8-9B1E-3E5A50EC559C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973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arm grey"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bg1"/>
                </a:solidFill>
                <a:latin typeface="+mj-lt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  <a:latin typeface="+mn-lt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077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farbi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bg1"/>
                </a:solidFill>
                <a:latin typeface="+mj-lt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0A000BE-D89F-4CF2-9153-4F676346A08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51B6F9D-DB24-44F1-8ACB-F1C8797BDAF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981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accent1"/>
                </a:solidFill>
                <a:latin typeface="+mj-lt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54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Statements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107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Statements,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BB8731D-4AC9-4D2E-9335-0D0C7773E29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04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, 1/2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210823F-C337-45F6-8F6B-044DECDD1A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9" y="0"/>
            <a:ext cx="6096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tabLst>
                <a:tab pos="1168400" algn="l"/>
              </a:tabLst>
              <a:defRPr/>
            </a:lvl1pPr>
          </a:lstStyle>
          <a:p>
            <a:endParaRPr lang="de-DE"/>
          </a:p>
        </p:txBody>
      </p:sp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5367600" cy="83509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5367600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5" name="SmartArt-Platzhalter 14">
            <a:extLst>
              <a:ext uri="{FF2B5EF4-FFF2-40B4-BE49-F238E27FC236}">
                <a16:creationId xmlns:a16="http://schemas.microsoft.com/office/drawing/2014/main" id="{1542430D-7D46-45F4-82FB-B364BE702A78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2850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, 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5844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54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, 1/3 Bild im An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9438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528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überschrift, 2/3 Text, 1/3 Bild im An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2601908"/>
            <a:ext cx="7520556" cy="3356092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9438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3" name="Untertitel 6">
            <a:extLst>
              <a:ext uri="{FF2B5EF4-FFF2-40B4-BE49-F238E27FC236}">
                <a16:creationId xmlns:a16="http://schemas.microsoft.com/office/drawing/2014/main" id="{432D4663-6ACC-110A-AB11-4FB06AC98892}"/>
              </a:ext>
            </a:extLst>
          </p:cNvPr>
          <p:cNvSpPr>
            <a:spLocks noGrp="1"/>
          </p:cNvSpPr>
          <p:nvPr>
            <p:ph type="subTitle" sz="quarter" idx="13"/>
          </p:nvPr>
        </p:nvSpPr>
        <p:spPr>
          <a:xfrm>
            <a:off x="359400" y="1728000"/>
            <a:ext cx="7528800" cy="87390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1pPr>
            <a:lvl2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2pPr>
            <a:lvl3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3pPr>
            <a:lvl4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4pPr>
            <a:lvl5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5pPr>
            <a:lvl6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6pPr>
            <a:lvl7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7pPr>
            <a:lvl8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8pPr>
            <a:lvl9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3818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Bild, 1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7644" y="1728000"/>
            <a:ext cx="7517808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45453" y="1728000"/>
            <a:ext cx="3581368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41762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1 Inhal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269AF68-988A-4253-A129-3A4AAE090308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7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rgbClr val="E6E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358969"/>
            <a:ext cx="91584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11897A1-EA56-4E00-87BD-78D97639AC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2226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9" name="Diagrammplatzhalter 8">
            <a:extLst>
              <a:ext uri="{FF2B5EF4-FFF2-40B4-BE49-F238E27FC236}">
                <a16:creationId xmlns:a16="http://schemas.microsoft.com/office/drawing/2014/main" id="{255DC5E6-3687-4930-935D-6959AEFDD58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047627" y="1944000"/>
            <a:ext cx="3868373" cy="320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DA6BB21-4596-46E1-A515-1F684F164C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47627" y="5212773"/>
            <a:ext cx="3868373" cy="738842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4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  <a:latin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E6E21690-ED2B-EF9B-A94B-3380AFBBAF7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6000" y="5212773"/>
            <a:ext cx="3868373" cy="738842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4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  <a:latin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Diagrammplatzhalter 8">
            <a:extLst>
              <a:ext uri="{FF2B5EF4-FFF2-40B4-BE49-F238E27FC236}">
                <a16:creationId xmlns:a16="http://schemas.microsoft.com/office/drawing/2014/main" id="{82F84FDF-40D0-4981-B1F5-E20639CEDD2E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276000" y="1944000"/>
            <a:ext cx="3868373" cy="320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75483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rgbClr val="2C2E2E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11989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>
            <a:lvl1pPr marL="0" indent="0">
              <a:buNone/>
              <a:tabLst>
                <a:tab pos="5118100" algn="l"/>
              </a:tabLst>
              <a:defRPr/>
            </a:lvl1pPr>
          </a:lstStyle>
          <a:p>
            <a:endParaRPr lang="de-DE" dirty="0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F58BA37D-D936-DFFC-012E-332DD1E77F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rgbClr val="2C2E2E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1D18D0-3C57-E2A5-99A6-73B8E60180E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72641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46958A4A-7CCB-D30A-146E-1052A140D5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7528802" cy="494333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rgbClr val="2C2E2E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353983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>
            <a:lvl1pPr marL="0" indent="0">
              <a:buNone/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>
            <a:lvl1pPr marL="0" indent="0">
              <a:buNone/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48982CEE-C30D-F03B-1D0F-BC08A58C3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7528802" cy="494333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rgbClr val="2C2E2E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647360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00F0B-E229-41CB-A4F2-F8C9A639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AD5931-23CA-4583-B798-7C917D23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32709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el + graue Flä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83B0DD-5DF7-8F73-9406-5100CC2666F8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5000F0B-E229-41CB-A4F2-F8C9A639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AD5931-23CA-4583-B798-7C917D23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26254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FDE75B-FF1F-416F-A307-21032D74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05264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 dirty="0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Any Questions?</a:t>
            </a:r>
          </a:p>
          <a:p>
            <a:r>
              <a:rPr lang="de-DE" sz="4800" b="1" dirty="0">
                <a:solidFill>
                  <a:srgbClr val="DF4807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See you next time </a:t>
            </a:r>
            <a:r>
              <a:rPr lang="de-DE" sz="4800" b="1" dirty="0">
                <a:solidFill>
                  <a:srgbClr val="DF4807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  <a:sym typeface="Wingdings" panose="05000000000000000000" pitchFamily="2" charset="2"/>
              </a:rPr>
              <a:t></a:t>
            </a:r>
            <a:endParaRPr lang="de-DE" sz="4800" b="1" dirty="0">
              <a:solidFill>
                <a:srgbClr val="DF4807"/>
              </a:solidFill>
              <a:latin typeface="SRH Headline" panose="020B0603020204020204" pitchFamily="34" charset="0"/>
              <a:ea typeface="SRH Headline" panose="020B0603020204020204" pitchFamily="34" charset="0"/>
              <a:cs typeface="SRH Headline" panose="020B0603020204020204" pitchFamily="34" charset="0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089409A-B58C-4672-A297-06D68AFA2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202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776034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 dirty="0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Vielen Dank für Ihre </a:t>
            </a:r>
            <a:br>
              <a:rPr lang="de-DE" sz="4800" b="1" dirty="0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</a:br>
            <a:r>
              <a:rPr lang="de-DE" sz="4800" b="1" dirty="0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Aufmerksamkeit!</a:t>
            </a:r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D93ACF1-E5AA-4FCA-9C8B-47AAB1BA68E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E066742-228D-427F-905A-967890648B2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  <p:sp>
        <p:nvSpPr>
          <p:cNvPr id="2" name="Textplatzhalter 8">
            <a:extLst>
              <a:ext uri="{FF2B5EF4-FFF2-40B4-BE49-F238E27FC236}">
                <a16:creationId xmlns:a16="http://schemas.microsoft.com/office/drawing/2014/main" id="{6971E219-B703-EDCC-A086-1CF2E0C20E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202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6577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72B7B4-27E0-4F7C-BEF9-A2BE5E461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737" y="6364924"/>
            <a:ext cx="68008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550" b="1">
                <a:solidFill>
                  <a:srgbClr val="6D7373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CA1C0B-8B72-4C84-BAB1-FEBDDAC94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400" y="1728000"/>
            <a:ext cx="9157663" cy="423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1Copy mit Bulletpoint </a:t>
            </a:r>
            <a:r>
              <a:rPr lang="de-DE" dirty="0"/>
              <a:t>18 Pt.</a:t>
            </a:r>
          </a:p>
          <a:p>
            <a:pPr lvl="1"/>
            <a:r>
              <a:rPr lang="de-DE"/>
              <a:t>2Copy mit Bulletpoint, eingerückt 16 Pt.</a:t>
            </a:r>
          </a:p>
          <a:p>
            <a:pPr lvl="2"/>
            <a:r>
              <a:rPr lang="de-DE"/>
              <a:t>3Copy mit Bulletpoint, eingerückt 16 Pt.</a:t>
            </a:r>
          </a:p>
          <a:p>
            <a:pPr lvl="3"/>
            <a:r>
              <a:rPr lang="de-DE"/>
              <a:t>4Copy mit Bulletpoint 18 Pt</a:t>
            </a:r>
          </a:p>
          <a:p>
            <a:pPr lvl="4"/>
            <a:r>
              <a:rPr lang="de-DE"/>
              <a:t>5Copy mit Bulletpoint 18 Pt.</a:t>
            </a:r>
            <a:endParaRPr lang="de-DE" dirty="0"/>
          </a:p>
          <a:p>
            <a:pPr lvl="5"/>
            <a:r>
              <a:rPr lang="de-DE"/>
              <a:t>6Copy mit Bulletpoint 18 Pt.</a:t>
            </a:r>
            <a:endParaRPr lang="de-DE" dirty="0"/>
          </a:p>
          <a:p>
            <a:pPr lvl="6"/>
            <a:r>
              <a:rPr lang="de-DE"/>
              <a:t>7Copy mit Bulletpoint 18 </a:t>
            </a:r>
            <a:r>
              <a:rPr lang="de-DE" dirty="0"/>
              <a:t>Pt.</a:t>
            </a:r>
          </a:p>
          <a:p>
            <a:pPr lvl="7"/>
            <a:r>
              <a:rPr lang="de-DE"/>
              <a:t>8Copy mit Bulletpoint 18 Pt.</a:t>
            </a:r>
            <a:endParaRPr lang="de-DE" dirty="0"/>
          </a:p>
          <a:p>
            <a:pPr lvl="8"/>
            <a:r>
              <a:rPr lang="de-DE"/>
              <a:t>9Copy mit Bulletpoint 18 Pt. 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B4C745-B760-4320-98AD-BE2F6A54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E5453D28-3A12-4B40-BDC5-01A066B0461A}"/>
              </a:ext>
            </a:extLst>
          </p:cNvPr>
          <p:cNvSpPr/>
          <p:nvPr/>
        </p:nvSpPr>
        <p:spPr>
          <a:xfrm>
            <a:off x="10878555" y="361156"/>
            <a:ext cx="948335" cy="733815"/>
          </a:xfrm>
          <a:custGeom>
            <a:avLst/>
            <a:gdLst>
              <a:gd name="connsiteX0" fmla="*/ 619905 w 948335"/>
              <a:gd name="connsiteY0" fmla="*/ 599045 h 733815"/>
              <a:gd name="connsiteX1" fmla="*/ 708360 w 948335"/>
              <a:gd name="connsiteY1" fmla="*/ 599045 h 733815"/>
              <a:gd name="connsiteX2" fmla="*/ 708360 w 948335"/>
              <a:gd name="connsiteY2" fmla="*/ 175 h 733815"/>
              <a:gd name="connsiteX3" fmla="*/ 619905 w 948335"/>
              <a:gd name="connsiteY3" fmla="*/ 175 h 733815"/>
              <a:gd name="connsiteX4" fmla="*/ 619905 w 948335"/>
              <a:gd name="connsiteY4" fmla="*/ 599045 h 733815"/>
              <a:gd name="connsiteX5" fmla="*/ 811823 w 948335"/>
              <a:gd name="connsiteY5" fmla="*/ 196963 h 733815"/>
              <a:gd name="connsiteX6" fmla="*/ 753805 w 948335"/>
              <a:gd name="connsiteY6" fmla="*/ 199399 h 733815"/>
              <a:gd name="connsiteX7" fmla="*/ 753805 w 948335"/>
              <a:gd name="connsiteY7" fmla="*/ 281323 h 733815"/>
              <a:gd name="connsiteX8" fmla="*/ 860105 w 948335"/>
              <a:gd name="connsiteY8" fmla="*/ 364907 h 733815"/>
              <a:gd name="connsiteX9" fmla="*/ 860105 w 948335"/>
              <a:gd name="connsiteY9" fmla="*/ 599045 h 733815"/>
              <a:gd name="connsiteX10" fmla="*/ 948560 w 948335"/>
              <a:gd name="connsiteY10" fmla="*/ 599045 h 733815"/>
              <a:gd name="connsiteX11" fmla="*/ 948560 w 948335"/>
              <a:gd name="connsiteY11" fmla="*/ 353981 h 733815"/>
              <a:gd name="connsiteX12" fmla="*/ 811823 w 948335"/>
              <a:gd name="connsiteY12" fmla="*/ 196963 h 733815"/>
              <a:gd name="connsiteX13" fmla="*/ 208777 w 948335"/>
              <a:gd name="connsiteY13" fmla="*/ 199800 h 733815"/>
              <a:gd name="connsiteX14" fmla="*/ 72849 w 948335"/>
              <a:gd name="connsiteY14" fmla="*/ 366560 h 733815"/>
              <a:gd name="connsiteX15" fmla="*/ 72849 w 948335"/>
              <a:gd name="connsiteY15" fmla="*/ 567022 h 733815"/>
              <a:gd name="connsiteX16" fmla="*/ 225 w 948335"/>
              <a:gd name="connsiteY16" fmla="*/ 651830 h 733815"/>
              <a:gd name="connsiteX17" fmla="*/ 225 w 948335"/>
              <a:gd name="connsiteY17" fmla="*/ 732932 h 733815"/>
              <a:gd name="connsiteX18" fmla="*/ 25376 w 948335"/>
              <a:gd name="connsiteY18" fmla="*/ 733742 h 733815"/>
              <a:gd name="connsiteX19" fmla="*/ 161297 w 948335"/>
              <a:gd name="connsiteY19" fmla="*/ 566989 h 733815"/>
              <a:gd name="connsiteX20" fmla="*/ 161297 w 948335"/>
              <a:gd name="connsiteY20" fmla="*/ 366527 h 733815"/>
              <a:gd name="connsiteX21" fmla="*/ 233520 w 948335"/>
              <a:gd name="connsiteY21" fmla="*/ 281732 h 733815"/>
              <a:gd name="connsiteX22" fmla="*/ 233520 w 948335"/>
              <a:gd name="connsiteY22" fmla="*/ 200209 h 733815"/>
              <a:gd name="connsiteX23" fmla="*/ 208777 w 948335"/>
              <a:gd name="connsiteY23" fmla="*/ 199800 h 733815"/>
              <a:gd name="connsiteX24" fmla="*/ 480210 w 948335"/>
              <a:gd name="connsiteY24" fmla="*/ 199800 h 733815"/>
              <a:gd name="connsiteX25" fmla="*/ 344283 w 948335"/>
              <a:gd name="connsiteY25" fmla="*/ 366560 h 733815"/>
              <a:gd name="connsiteX26" fmla="*/ 344283 w 948335"/>
              <a:gd name="connsiteY26" fmla="*/ 599045 h 733815"/>
              <a:gd name="connsiteX27" fmla="*/ 432731 w 948335"/>
              <a:gd name="connsiteY27" fmla="*/ 599045 h 733815"/>
              <a:gd name="connsiteX28" fmla="*/ 432731 w 948335"/>
              <a:gd name="connsiteY28" fmla="*/ 366527 h 733815"/>
              <a:gd name="connsiteX29" fmla="*/ 505362 w 948335"/>
              <a:gd name="connsiteY29" fmla="*/ 281732 h 733815"/>
              <a:gd name="connsiteX30" fmla="*/ 505362 w 948335"/>
              <a:gd name="connsiteY30" fmla="*/ 200209 h 733815"/>
              <a:gd name="connsiteX31" fmla="*/ 480210 w 948335"/>
              <a:gd name="connsiteY31" fmla="*/ 199800 h 73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48335" h="733815">
                <a:moveTo>
                  <a:pt x="619905" y="599045"/>
                </a:moveTo>
                <a:lnTo>
                  <a:pt x="708360" y="599045"/>
                </a:lnTo>
                <a:lnTo>
                  <a:pt x="708360" y="175"/>
                </a:lnTo>
                <a:lnTo>
                  <a:pt x="619905" y="175"/>
                </a:lnTo>
                <a:lnTo>
                  <a:pt x="619905" y="599045"/>
                </a:lnTo>
                <a:close/>
                <a:moveTo>
                  <a:pt x="811823" y="196963"/>
                </a:moveTo>
                <a:cubicBezTo>
                  <a:pt x="795196" y="196154"/>
                  <a:pt x="774500" y="196963"/>
                  <a:pt x="753805" y="199399"/>
                </a:cubicBezTo>
                <a:lnTo>
                  <a:pt x="753805" y="281323"/>
                </a:lnTo>
                <a:cubicBezTo>
                  <a:pt x="831702" y="281323"/>
                  <a:pt x="860105" y="292732"/>
                  <a:pt x="860105" y="364907"/>
                </a:cubicBezTo>
                <a:lnTo>
                  <a:pt x="860105" y="599045"/>
                </a:lnTo>
                <a:lnTo>
                  <a:pt x="948560" y="599045"/>
                </a:lnTo>
                <a:lnTo>
                  <a:pt x="948560" y="353981"/>
                </a:lnTo>
                <a:cubicBezTo>
                  <a:pt x="948560" y="263505"/>
                  <a:pt x="897033" y="200209"/>
                  <a:pt x="811823" y="196963"/>
                </a:cubicBezTo>
                <a:close/>
                <a:moveTo>
                  <a:pt x="208777" y="199800"/>
                </a:moveTo>
                <a:cubicBezTo>
                  <a:pt x="114634" y="204671"/>
                  <a:pt x="72849" y="267152"/>
                  <a:pt x="72849" y="366560"/>
                </a:cubicBezTo>
                <a:lnTo>
                  <a:pt x="72849" y="567022"/>
                </a:lnTo>
                <a:cubicBezTo>
                  <a:pt x="72849" y="625455"/>
                  <a:pt x="61073" y="650613"/>
                  <a:pt x="225" y="651830"/>
                </a:cubicBezTo>
                <a:lnTo>
                  <a:pt x="225" y="732932"/>
                </a:lnTo>
                <a:cubicBezTo>
                  <a:pt x="7525" y="734156"/>
                  <a:pt x="19288" y="734156"/>
                  <a:pt x="25376" y="733742"/>
                </a:cubicBezTo>
                <a:cubicBezTo>
                  <a:pt x="119907" y="728068"/>
                  <a:pt x="161297" y="665179"/>
                  <a:pt x="161297" y="566989"/>
                </a:cubicBezTo>
                <a:lnTo>
                  <a:pt x="161297" y="366527"/>
                </a:lnTo>
                <a:cubicBezTo>
                  <a:pt x="161297" y="307693"/>
                  <a:pt x="172257" y="282943"/>
                  <a:pt x="233520" y="281732"/>
                </a:cubicBezTo>
                <a:lnTo>
                  <a:pt x="233520" y="200209"/>
                </a:lnTo>
                <a:cubicBezTo>
                  <a:pt x="226622" y="199399"/>
                  <a:pt x="214859" y="199399"/>
                  <a:pt x="208777" y="199800"/>
                </a:cubicBezTo>
                <a:close/>
                <a:moveTo>
                  <a:pt x="480210" y="199800"/>
                </a:moveTo>
                <a:cubicBezTo>
                  <a:pt x="386483" y="204671"/>
                  <a:pt x="344283" y="267560"/>
                  <a:pt x="344283" y="366560"/>
                </a:cubicBezTo>
                <a:lnTo>
                  <a:pt x="344283" y="599045"/>
                </a:lnTo>
                <a:lnTo>
                  <a:pt x="432731" y="599045"/>
                </a:lnTo>
                <a:lnTo>
                  <a:pt x="432731" y="366527"/>
                </a:lnTo>
                <a:cubicBezTo>
                  <a:pt x="432731" y="308094"/>
                  <a:pt x="444507" y="282943"/>
                  <a:pt x="505362" y="281732"/>
                </a:cubicBezTo>
                <a:lnTo>
                  <a:pt x="505362" y="200209"/>
                </a:lnTo>
                <a:cubicBezTo>
                  <a:pt x="498055" y="199399"/>
                  <a:pt x="486292" y="199399"/>
                  <a:pt x="480210" y="199800"/>
                </a:cubicBezTo>
                <a:close/>
              </a:path>
            </a:pathLst>
          </a:custGeom>
          <a:solidFill>
            <a:schemeClr val="accent1"/>
          </a:solidFill>
          <a:ln w="6638" cap="flat">
            <a:noFill/>
            <a:prstDash val="solid"/>
            <a:round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66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49" r:id="rId2"/>
    <p:sldLayoutId id="2147483676" r:id="rId3"/>
    <p:sldLayoutId id="2147483687" r:id="rId4"/>
    <p:sldLayoutId id="2147483650" r:id="rId5"/>
    <p:sldLayoutId id="2147483691" r:id="rId6"/>
    <p:sldLayoutId id="2147483651" r:id="rId7"/>
    <p:sldLayoutId id="2147483666" r:id="rId8"/>
    <p:sldLayoutId id="2147483686" r:id="rId9"/>
    <p:sldLayoutId id="2147483667" r:id="rId10"/>
    <p:sldLayoutId id="2147483664" r:id="rId11"/>
    <p:sldLayoutId id="2147483665" r:id="rId12"/>
    <p:sldLayoutId id="2147483661" r:id="rId13"/>
    <p:sldLayoutId id="2147483671" r:id="rId14"/>
    <p:sldLayoutId id="2147483672" r:id="rId15"/>
    <p:sldLayoutId id="2147483692" r:id="rId16"/>
    <p:sldLayoutId id="2147483694" r:id="rId17"/>
    <p:sldLayoutId id="2147483678" r:id="rId18"/>
    <p:sldLayoutId id="2147483673" r:id="rId19"/>
    <p:sldLayoutId id="2147483677" r:id="rId20"/>
    <p:sldLayoutId id="2147483683" r:id="rId21"/>
    <p:sldLayoutId id="2147483680" r:id="rId22"/>
    <p:sldLayoutId id="2147483684" r:id="rId23"/>
    <p:sldLayoutId id="2147483654" r:id="rId24"/>
    <p:sldLayoutId id="2147483693" r:id="rId25"/>
    <p:sldLayoutId id="2147483655" r:id="rId26"/>
    <p:sldLayoutId id="2147483681" r:id="rId27"/>
    <p:sldLayoutId id="2147483682" r:id="rId2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SRH Headline" panose="020B0603020204020204" pitchFamily="34" charset="0"/>
          <a:cs typeface="SRH Headline" panose="020B0603020204020204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1pPr>
      <a:lvl2pPr marL="720000" indent="-360000" algn="l" defTabSz="914400" rtl="0" eaLnBrk="1" latinLnBrk="0" hangingPunct="1">
        <a:lnSpc>
          <a:spcPct val="110000"/>
        </a:lnSpc>
        <a:spcBef>
          <a:spcPts val="300"/>
        </a:spcBef>
        <a:spcAft>
          <a:spcPts val="0"/>
        </a:spcAft>
        <a:buClr>
          <a:schemeClr val="accent1"/>
        </a:buClr>
        <a:buFont typeface="SRH" panose="020B0503020204020204" pitchFamily="34" charset="0"/>
        <a:buChar char="—"/>
        <a:defRPr sz="16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2pPr>
      <a:lvl3pPr marL="1080000" indent="-360000" algn="l" defTabSz="914400" rtl="0" eaLnBrk="1" latinLnBrk="0" hangingPunct="1">
        <a:lnSpc>
          <a:spcPct val="110000"/>
        </a:lnSpc>
        <a:spcBef>
          <a:spcPts val="300"/>
        </a:spcBef>
        <a:buClr>
          <a:schemeClr val="accent1"/>
        </a:buClr>
        <a:buFont typeface="SRH" panose="020B0503020204020204" pitchFamily="34" charset="0"/>
        <a:buChar char="—"/>
        <a:defRPr sz="16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3pPr>
      <a:lvl4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4pPr>
      <a:lvl5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bg2">
              <a:lumMod val="50000"/>
            </a:schemeClr>
          </a:solidFill>
          <a:latin typeface="+mn-lt"/>
          <a:ea typeface="SRH Headline" panose="020B0603020204020204" pitchFamily="34" charset="0"/>
          <a:cs typeface="SRH Headline" panose="020B0603020204020204" pitchFamily="34" charset="0"/>
        </a:defRPr>
      </a:lvl5pPr>
      <a:lvl6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bg2">
              <a:lumMod val="50000"/>
            </a:schemeClr>
          </a:solidFill>
          <a:latin typeface="+mn-lt"/>
          <a:ea typeface="SRH Headline" panose="020B0603020204020204" pitchFamily="34" charset="0"/>
          <a:cs typeface="SRH Headline" panose="020B0603020204020204" pitchFamily="34" charset="0"/>
        </a:defRPr>
      </a:lvl6pPr>
      <a:lvl7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Headline" panose="020B0603020204020204" pitchFamily="34" charset="0"/>
          <a:cs typeface="SRH Headline" panose="020B0603020204020204" pitchFamily="34" charset="0"/>
        </a:defRPr>
      </a:lvl7pPr>
      <a:lvl8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8pPr>
      <a:lvl9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26">
          <p15:clr>
            <a:srgbClr val="F26B43"/>
          </p15:clr>
        </p15:guide>
        <p15:guide id="4" pos="7453">
          <p15:clr>
            <a:srgbClr val="F26B43"/>
          </p15:clr>
        </p15:guide>
        <p15:guide id="5" orient="horz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1088">
          <p15:clr>
            <a:srgbClr val="F26B43"/>
          </p15:clr>
        </p15:guide>
        <p15:guide id="8" orient="horz" pos="3753">
          <p15:clr>
            <a:srgbClr val="F26B43"/>
          </p15:clr>
        </p15:guide>
        <p15:guide id="9" orient="horz" pos="690">
          <p15:clr>
            <a:srgbClr val="F26B43"/>
          </p15:clr>
        </p15:guide>
        <p15:guide id="10" pos="599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4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ghadeer.mobasher@srh-hochschulen.d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8.png"/><Relationship Id="rId4" Type="http://schemas.openxmlformats.org/officeDocument/2006/relationships/hyperlink" Target="https://www.linkedin.com/in/ghadeermobash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C7B85632-E4AE-45C1-B77F-DC305DB7A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7746"/>
            <a:ext cx="12366538" cy="1406038"/>
          </a:xfrm>
        </p:spPr>
        <p:txBody>
          <a:bodyPr/>
          <a:lstStyle/>
          <a:p>
            <a:pPr algn="ctr"/>
            <a:r>
              <a:rPr lang="en-GB" sz="4500" dirty="0"/>
              <a:t>Python Foundations for Data Science</a:t>
            </a:r>
            <a:br>
              <a:rPr lang="en-GB" sz="4500" dirty="0"/>
            </a:br>
            <a:br>
              <a:rPr lang="en-GB" sz="4500" dirty="0"/>
            </a:br>
            <a:endParaRPr lang="de-DE" sz="450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6E6FC4-C5A8-42EB-8C76-017ABA498F4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444872" y="6203484"/>
            <a:ext cx="649569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de-DE" sz="2400" b="1" dirty="0">
                <a:solidFill>
                  <a:srgbClr val="2C2E2E"/>
                </a:solidFill>
              </a:rPr>
              <a:t>Dr. Ghadeer Mobasher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9CD85-AEC2-EA9F-A307-E9A335CBF91F}"/>
              </a:ext>
            </a:extLst>
          </p:cNvPr>
          <p:cNvSpPr txBox="1"/>
          <p:nvPr/>
        </p:nvSpPr>
        <p:spPr>
          <a:xfrm>
            <a:off x="1013639" y="2375952"/>
            <a:ext cx="91924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2C2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Week(3)</a:t>
            </a:r>
            <a:r>
              <a:rPr lang="en-GB" sz="2000" dirty="0">
                <a:solidFill>
                  <a:srgbClr val="2C2E2E"/>
                </a:solidFill>
              </a:rPr>
              <a:t>: Core Data Structures</a:t>
            </a:r>
            <a:endParaRPr lang="en-US" sz="2000" dirty="0">
              <a:solidFill>
                <a:srgbClr val="2C2E2E"/>
              </a:solidFill>
            </a:endParaRPr>
          </a:p>
          <a:p>
            <a:pPr algn="ctr"/>
            <a:endParaRPr lang="en-US" sz="20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GB" sz="2000" dirty="0">
                <a:solidFill>
                  <a:schemeClr val="accent1"/>
                </a:solidFill>
              </a:rPr>
              <a:t>Thursday, 30 April 2026, 09:30–12:45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B9DEE-ECB5-0CDA-E09B-25F09EE552D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19483" r="28206" b="38554"/>
          <a:stretch>
            <a:fillRect/>
          </a:stretch>
        </p:blipFill>
        <p:spPr>
          <a:xfrm>
            <a:off x="3157578" y="3429000"/>
            <a:ext cx="2535139" cy="2645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09D3BF-88BF-6CEF-06E8-865640D1BE9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38" t="5575" r="23679" b="38875"/>
          <a:stretch>
            <a:fillRect/>
          </a:stretch>
        </p:blipFill>
        <p:spPr>
          <a:xfrm>
            <a:off x="5749667" y="3378892"/>
            <a:ext cx="2188385" cy="263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72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EC6828-54D1-B3A4-AE36-AF838EACAC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8775" y="1515553"/>
            <a:ext cx="11466823" cy="3826893"/>
          </a:xfrm>
        </p:spPr>
        <p:txBody>
          <a:bodyPr/>
          <a:lstStyle/>
          <a:p>
            <a:pPr>
              <a:buClr>
                <a:srgbClr val="575756"/>
              </a:buClr>
              <a:defRPr/>
            </a:pPr>
            <a:r>
              <a:rPr lang="en-US" sz="1800" b="1" dirty="0">
                <a:solidFill>
                  <a:srgbClr val="D54407"/>
                </a:solidFill>
              </a:rPr>
              <a:t>Lists and indexing principles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Lists and</a:t>
            </a:r>
            <a:r>
              <a:rPr kumimoji="0" lang="de-DE" sz="1600" b="0" i="0" u="none" strike="noStrike" kern="1200" cap="none" spc="0" normalizeH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 corresponding operations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SRH Text"/>
              <a:ea typeface="SRH Text" panose="020B0503020204020204" pitchFamily="34" charset="0"/>
              <a:cs typeface="SRH Text" panose="020B0503020204020204" pitchFamily="34" charset="0"/>
            </a:endParaRPr>
          </a:p>
          <a:p>
            <a:pPr lvl="0">
              <a:buClr>
                <a:srgbClr val="575756"/>
              </a:buClr>
              <a:defRPr/>
            </a:pPr>
            <a:r>
              <a:rPr lang="de-DE" sz="1800" b="1" dirty="0">
                <a:solidFill>
                  <a:srgbClr val="D54407"/>
                </a:solidFill>
              </a:rPr>
              <a:t>Tuples and immutability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Tuples</a:t>
            </a:r>
            <a:r>
              <a:rPr kumimoji="0" lang="de-DE" sz="1600" b="0" i="0" u="none" strike="noStrike" kern="1200" cap="none" spc="0" normalizeH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 vs Lists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SRH Text"/>
              <a:ea typeface="SRH Text" panose="020B0503020204020204" pitchFamily="34" charset="0"/>
              <a:cs typeface="SRH Text" panose="020B0503020204020204" pitchFamily="34" charset="0"/>
            </a:endParaRPr>
          </a:p>
          <a:p>
            <a:pPr lvl="0">
              <a:buClr>
                <a:srgbClr val="575756"/>
              </a:buClr>
              <a:defRPr/>
            </a:pPr>
            <a:r>
              <a:rPr lang="de-DE" sz="1800" b="1" noProof="0" dirty="0">
                <a:solidFill>
                  <a:srgbClr val="D54407"/>
                </a:solidFill>
              </a:rPr>
              <a:t>Sets and Uniqueness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Sets and</a:t>
            </a:r>
            <a:r>
              <a:rPr kumimoji="0" lang="de-DE" sz="1600" b="0" i="0" u="none" strike="noStrike" kern="1200" cap="none" spc="0" normalizeH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 corresponding operations</a:t>
            </a:r>
          </a:p>
          <a:p>
            <a:pPr>
              <a:buClr>
                <a:srgbClr val="575756"/>
              </a:buClr>
              <a:defRPr/>
            </a:pPr>
            <a:r>
              <a:rPr lang="de-DE" sz="1800" b="1" dirty="0">
                <a:solidFill>
                  <a:srgbClr val="D54407"/>
                </a:solidFill>
              </a:rPr>
              <a:t>Dictionaries</a:t>
            </a:r>
            <a:br>
              <a:rPr lang="de-DE" dirty="0">
                <a:solidFill>
                  <a:srgbClr val="575756"/>
                </a:solidFill>
              </a:rPr>
            </a:br>
            <a:r>
              <a:rPr lang="de-DE" sz="1600" dirty="0">
                <a:solidFill>
                  <a:srgbClr val="575756"/>
                </a:solidFill>
              </a:rPr>
              <a:t>Key-value modelling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SRH Text"/>
              <a:ea typeface="SRH Text" panose="020B0503020204020204" pitchFamily="34" charset="0"/>
              <a:cs typeface="SRH Text" panose="020B0503020204020204" pitchFamily="34" charset="0"/>
            </a:endParaRPr>
          </a:p>
          <a:p>
            <a:pPr marL="432000" marR="0" lvl="0" indent="-432000" algn="l" defTabSz="914400" rtl="0" eaLnBrk="1" fontAlgn="auto" latinLnBrk="0" hangingPunct="1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rgbClr val="57575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1" i="0" u="none" strike="noStrike" kern="1200" cap="none" spc="0" normalizeH="0" noProof="0" dirty="0">
                <a:ln>
                  <a:noFill/>
                </a:ln>
                <a:solidFill>
                  <a:srgbClr val="D54407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Nested Data Structures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Real-world</a:t>
            </a:r>
            <a:r>
              <a:rPr kumimoji="0" lang="de-DE" sz="1600" b="0" i="0" u="none" strike="noStrike" kern="1200" cap="none" spc="0" normalizeH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 Data Modelling</a:t>
            </a:r>
          </a:p>
          <a:p>
            <a:pPr>
              <a:buClr>
                <a:srgbClr val="575756"/>
              </a:buClr>
              <a:defRPr/>
            </a:pPr>
            <a:r>
              <a:rPr lang="de-DE" sz="1800" b="1" dirty="0">
                <a:solidFill>
                  <a:srgbClr val="D54407"/>
                </a:solidFill>
              </a:rPr>
              <a:t>Putting it all together</a:t>
            </a:r>
            <a:br>
              <a:rPr lang="de-DE" dirty="0">
                <a:solidFill>
                  <a:srgbClr val="575756"/>
                </a:solidFill>
              </a:rPr>
            </a:br>
            <a:r>
              <a:rPr lang="de-DE" sz="1600" dirty="0">
                <a:solidFill>
                  <a:srgbClr val="575756"/>
                </a:solidFill>
              </a:rPr>
              <a:t>Final Mini Challenge: </a:t>
            </a:r>
            <a:r>
              <a:rPr lang="en-US" sz="1600" dirty="0">
                <a:solidFill>
                  <a:srgbClr val="575756"/>
                </a:solidFill>
              </a:rPr>
              <a:t>Student Event Registration System</a:t>
            </a:r>
            <a:endParaRPr lang="de-DE" sz="1600" dirty="0">
              <a:solidFill>
                <a:srgbClr val="575756"/>
              </a:solidFill>
            </a:endParaRPr>
          </a:p>
          <a:p>
            <a:pPr>
              <a:buClr>
                <a:srgbClr val="575756"/>
              </a:buClr>
              <a:defRPr/>
            </a:pPr>
            <a:r>
              <a:rPr lang="de-DE" sz="1800" b="1" dirty="0">
                <a:solidFill>
                  <a:srgbClr val="D54407"/>
                </a:solidFill>
              </a:rPr>
              <a:t>Your Voice Matters!</a:t>
            </a:r>
            <a:br>
              <a:rPr lang="de-DE" dirty="0">
                <a:solidFill>
                  <a:srgbClr val="575756"/>
                </a:solidFill>
              </a:rPr>
            </a:br>
            <a:r>
              <a:rPr lang="de-DE" sz="1600" dirty="0">
                <a:solidFill>
                  <a:srgbClr val="575756"/>
                </a:solidFill>
              </a:rPr>
              <a:t>Instant Honest Feedback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SRH Text"/>
              <a:ea typeface="SRH Text" panose="020B0503020204020204" pitchFamily="34" charset="0"/>
              <a:cs typeface="SRH Text" panose="020B0503020204020204" pitchFamily="34" charset="0"/>
            </a:endParaRP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CBBA05-65D0-2CF6-A387-95D8EDFC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05A0A-CA9C-FF13-ED72-A9CE9BF548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485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61595-8D82-B819-7FF1-370BB555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1BD28FD-CF05-625A-CE6F-E3C34DF2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Lists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542BD0A-01AA-10D1-84F7-66116096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3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E9B25A-CADE-27B0-0444-EAFD396D0C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6" r="27087"/>
          <a:stretch>
            <a:fillRect/>
          </a:stretch>
        </p:blipFill>
        <p:spPr>
          <a:xfrm>
            <a:off x="358775" y="1194062"/>
            <a:ext cx="7637635" cy="420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7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ED9C-B0A7-D288-3498-C86F4E9EE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07CB3B5-F411-2509-EF5C-80A384140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 and Insert Operations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D10C3DA-D839-9482-70F6-CB388955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4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BC76A3-B400-B07F-9194-B34E96BDC9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25" t="2604" r="38974" b="51181"/>
          <a:stretch>
            <a:fillRect/>
          </a:stretch>
        </p:blipFill>
        <p:spPr>
          <a:xfrm>
            <a:off x="360001" y="1414733"/>
            <a:ext cx="6836866" cy="2705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C6C16C-D67C-539C-20BB-282B00FCA5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25" t="52659" r="38585" b="4481"/>
          <a:stretch>
            <a:fillRect/>
          </a:stretch>
        </p:blipFill>
        <p:spPr>
          <a:xfrm>
            <a:off x="358775" y="4237608"/>
            <a:ext cx="6836867" cy="249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2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2F01-6AA9-6B8E-D077-C8F0435FC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C9542A6-20E1-5592-E0B9-1AAF12B7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Comprehension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531C0F8-CEA9-FAAF-7EF3-3AA3126C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5</a:t>
            </a:fld>
            <a:endParaRPr lang="de-D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086734-D39D-22CC-8FED-A86D4F72AB27}"/>
              </a:ext>
            </a:extLst>
          </p:cNvPr>
          <p:cNvGrpSpPr/>
          <p:nvPr/>
        </p:nvGrpSpPr>
        <p:grpSpPr>
          <a:xfrm>
            <a:off x="6906784" y="1893984"/>
            <a:ext cx="4487255" cy="835093"/>
            <a:chOff x="2157718" y="5571521"/>
            <a:chExt cx="6671671" cy="835093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3FE78D3E-279A-A815-D934-4F72360A487B}"/>
                </a:ext>
              </a:extLst>
            </p:cNvPr>
            <p:cNvSpPr/>
            <p:nvPr/>
          </p:nvSpPr>
          <p:spPr>
            <a:xfrm>
              <a:off x="2770675" y="5571521"/>
              <a:ext cx="6058714" cy="835093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00699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600" dirty="0"/>
                <a:t>In </a:t>
              </a:r>
              <a:r>
                <a:rPr lang="en-GB" sz="1600" b="1" dirty="0"/>
                <a:t>Week3.ipynb</a:t>
              </a:r>
              <a:r>
                <a:rPr lang="en-GB" sz="1600" dirty="0"/>
                <a:t>, check the beginning of the notebook until the section </a:t>
              </a:r>
              <a:r>
                <a:rPr lang="en-GB" sz="1600" b="1" dirty="0"/>
                <a:t>“</a:t>
              </a:r>
              <a:r>
                <a:rPr lang="en-US" b="1" dirty="0"/>
                <a:t>1. Lists</a:t>
              </a:r>
              <a:r>
                <a:rPr lang="en-GB" b="1" dirty="0"/>
                <a:t>”</a:t>
              </a:r>
              <a:endParaRPr lang="en-GB" dirty="0"/>
            </a:p>
            <a:p>
              <a:pPr algn="ctr"/>
              <a:endParaRPr lang="en-GB" sz="1600" dirty="0"/>
            </a:p>
          </p:txBody>
        </p:sp>
        <p:pic>
          <p:nvPicPr>
            <p:cNvPr id="9" name="Grafik 208">
              <a:extLst>
                <a:ext uri="{FF2B5EF4-FFF2-40B4-BE49-F238E27FC236}">
                  <a16:creationId xmlns:a16="http://schemas.microsoft.com/office/drawing/2014/main" id="{4BD105CE-A1E5-0281-AEA2-885200E8D0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57718" y="5609406"/>
              <a:ext cx="436474" cy="436474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5AA95F-5755-4975-5F01-899273899413}"/>
              </a:ext>
            </a:extLst>
          </p:cNvPr>
          <p:cNvGrpSpPr/>
          <p:nvPr/>
        </p:nvGrpSpPr>
        <p:grpSpPr>
          <a:xfrm>
            <a:off x="6906785" y="3365888"/>
            <a:ext cx="4487254" cy="835093"/>
            <a:chOff x="1934152" y="5671105"/>
            <a:chExt cx="6522059" cy="835093"/>
          </a:xfrm>
        </p:grpSpPr>
        <p:pic>
          <p:nvPicPr>
            <p:cNvPr id="12" name="Grafik 216">
              <a:extLst>
                <a:ext uri="{FF2B5EF4-FFF2-40B4-BE49-F238E27FC236}">
                  <a16:creationId xmlns:a16="http://schemas.microsoft.com/office/drawing/2014/main" id="{48E5EE9F-EEB2-DCB6-1A75-D2DC6D378E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34152" y="5870414"/>
              <a:ext cx="436474" cy="436474"/>
            </a:xfrm>
            <a:prstGeom prst="rect">
              <a:avLst/>
            </a:prstGeom>
          </p:spPr>
        </p:pic>
        <p:sp>
          <p:nvSpPr>
            <p:cNvPr id="13" name="Abgerundetes Rechteck 32">
              <a:extLst>
                <a:ext uri="{FF2B5EF4-FFF2-40B4-BE49-F238E27FC236}">
                  <a16:creationId xmlns:a16="http://schemas.microsoft.com/office/drawing/2014/main" id="{7A5A33CF-7BFF-7E8F-EF26-51F79CF507C1}"/>
                </a:ext>
              </a:extLst>
            </p:cNvPr>
            <p:cNvSpPr/>
            <p:nvPr/>
          </p:nvSpPr>
          <p:spPr>
            <a:xfrm>
              <a:off x="2535189" y="5671105"/>
              <a:ext cx="5921022" cy="835093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In </a:t>
              </a:r>
              <a:r>
                <a:rPr lang="en-GB" b="1" dirty="0"/>
                <a:t>Week3_Exercise.ipynb</a:t>
              </a:r>
              <a:r>
                <a:rPr lang="en-GB" dirty="0"/>
                <a:t>, you have 20 minutes to solve “Section A: Lists”.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C1FF9C4-3A1D-CDFC-EDC6-BE78ADF970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15" t="7665" r="49599"/>
          <a:stretch>
            <a:fillRect/>
          </a:stretch>
        </p:blipFill>
        <p:spPr>
          <a:xfrm>
            <a:off x="360000" y="1505188"/>
            <a:ext cx="6155100" cy="22782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C61C4C-9AE2-605B-509A-DFECC19AD2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968" t="12530" r="21664"/>
          <a:stretch>
            <a:fillRect/>
          </a:stretch>
        </p:blipFill>
        <p:spPr>
          <a:xfrm>
            <a:off x="358774" y="3961434"/>
            <a:ext cx="6155101" cy="199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86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2EC41-437F-0B37-EE59-3F55B527B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0934582-70DD-A08B-CFB7-CCA87B614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Tuples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791F069-3927-CC6E-F9AF-FE442973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6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0A01DB-1754-3D2D-694B-60B0D0EB4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733"/>
          <a:stretch>
            <a:fillRect/>
          </a:stretch>
        </p:blipFill>
        <p:spPr>
          <a:xfrm>
            <a:off x="2444429" y="1095375"/>
            <a:ext cx="6422169" cy="28384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13A829-A5D8-A25E-4D7C-3F7682DA0B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91" t="4096" r="48623" b="54405"/>
          <a:stretch>
            <a:fillRect/>
          </a:stretch>
        </p:blipFill>
        <p:spPr>
          <a:xfrm>
            <a:off x="360000" y="4281136"/>
            <a:ext cx="3456426" cy="19289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B04381-B53A-54FC-B767-90B67C747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53" t="49154" r="12923" b="2685"/>
          <a:stretch>
            <a:fillRect/>
          </a:stretch>
        </p:blipFill>
        <p:spPr>
          <a:xfrm>
            <a:off x="5383929" y="4126322"/>
            <a:ext cx="6102850" cy="223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1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65807-3EBB-B8D0-C4F2-3D15CC6E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D3959A7-C159-EB9D-7815-AE9CF37A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Sets</a:t>
            </a:r>
            <a:endParaRPr lang="en-GB" b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84BF27A-D6C1-5523-CAC9-C71E1E52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7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3173DB-C9AC-F2E4-2C43-3C83737EA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75" y="1268149"/>
            <a:ext cx="6216686" cy="3705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1B0D74-BA2B-6C39-FD0E-29600F69C7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88"/>
          <a:stretch>
            <a:fillRect/>
          </a:stretch>
        </p:blipFill>
        <p:spPr>
          <a:xfrm>
            <a:off x="365178" y="5108371"/>
            <a:ext cx="6210283" cy="13906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25F588-C3F0-7A87-B6D7-91084D04AA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84" t="7532" r="25830" b="5042"/>
          <a:stretch>
            <a:fillRect/>
          </a:stretch>
        </p:blipFill>
        <p:spPr>
          <a:xfrm>
            <a:off x="6751401" y="1268149"/>
            <a:ext cx="5081824" cy="142368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7B77D84-683F-7925-C2CB-E3BA161F19BA}"/>
              </a:ext>
            </a:extLst>
          </p:cNvPr>
          <p:cNvGrpSpPr/>
          <p:nvPr/>
        </p:nvGrpSpPr>
        <p:grpSpPr>
          <a:xfrm>
            <a:off x="6751401" y="3083950"/>
            <a:ext cx="4487255" cy="835093"/>
            <a:chOff x="2157718" y="5571521"/>
            <a:chExt cx="6671671" cy="835093"/>
          </a:xfrm>
        </p:grpSpPr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C5E6DAAD-C615-7B21-A8C8-E3F6AA6C0317}"/>
                </a:ext>
              </a:extLst>
            </p:cNvPr>
            <p:cNvSpPr/>
            <p:nvPr/>
          </p:nvSpPr>
          <p:spPr>
            <a:xfrm>
              <a:off x="2770675" y="5571521"/>
              <a:ext cx="6058714" cy="835093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00699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600" dirty="0"/>
                <a:t>In </a:t>
              </a:r>
              <a:r>
                <a:rPr lang="en-GB" sz="1600" b="1" dirty="0"/>
                <a:t>Week3.ipynb</a:t>
              </a:r>
              <a:r>
                <a:rPr lang="en-GB" sz="1600" dirty="0"/>
                <a:t>, </a:t>
              </a:r>
              <a:r>
                <a:rPr lang="de-DE" sz="1600" dirty="0"/>
                <a:t>check sections </a:t>
              </a:r>
              <a:r>
                <a:rPr lang="de-DE" sz="1600" b="1" dirty="0"/>
                <a:t>( “2. Tuples and Immutability“ and “3. Sets“)</a:t>
              </a:r>
              <a:endParaRPr lang="en-GB" b="1" dirty="0"/>
            </a:p>
            <a:p>
              <a:pPr algn="ctr"/>
              <a:endParaRPr lang="en-GB" sz="1600" dirty="0"/>
            </a:p>
          </p:txBody>
        </p:sp>
        <p:pic>
          <p:nvPicPr>
            <p:cNvPr id="13" name="Grafik 208">
              <a:extLst>
                <a:ext uri="{FF2B5EF4-FFF2-40B4-BE49-F238E27FC236}">
                  <a16:creationId xmlns:a16="http://schemas.microsoft.com/office/drawing/2014/main" id="{B8A9F7F6-E6FF-33C1-05E1-25A35C76D7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7718" y="5609406"/>
              <a:ext cx="436474" cy="436474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2E0EF0C-85E0-C16C-66EC-014A6D963A93}"/>
              </a:ext>
            </a:extLst>
          </p:cNvPr>
          <p:cNvGrpSpPr/>
          <p:nvPr/>
        </p:nvGrpSpPr>
        <p:grpSpPr>
          <a:xfrm>
            <a:off x="6751402" y="4555854"/>
            <a:ext cx="4487254" cy="835093"/>
            <a:chOff x="1934152" y="5671105"/>
            <a:chExt cx="6522059" cy="835093"/>
          </a:xfrm>
        </p:grpSpPr>
        <p:pic>
          <p:nvPicPr>
            <p:cNvPr id="15" name="Grafik 216">
              <a:extLst>
                <a:ext uri="{FF2B5EF4-FFF2-40B4-BE49-F238E27FC236}">
                  <a16:creationId xmlns:a16="http://schemas.microsoft.com/office/drawing/2014/main" id="{5032088A-52AE-CA21-17A8-F50229F9A1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34152" y="5870414"/>
              <a:ext cx="436474" cy="436474"/>
            </a:xfrm>
            <a:prstGeom prst="rect">
              <a:avLst/>
            </a:prstGeom>
          </p:spPr>
        </p:pic>
        <p:sp>
          <p:nvSpPr>
            <p:cNvPr id="16" name="Abgerundetes Rechteck 32">
              <a:extLst>
                <a:ext uri="{FF2B5EF4-FFF2-40B4-BE49-F238E27FC236}">
                  <a16:creationId xmlns:a16="http://schemas.microsoft.com/office/drawing/2014/main" id="{86753F42-3B93-5DA3-7AF0-76663F969AA1}"/>
                </a:ext>
              </a:extLst>
            </p:cNvPr>
            <p:cNvSpPr/>
            <p:nvPr/>
          </p:nvSpPr>
          <p:spPr>
            <a:xfrm>
              <a:off x="2535189" y="5671105"/>
              <a:ext cx="5921022" cy="835093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In </a:t>
              </a:r>
              <a:r>
                <a:rPr lang="en-GB" b="1" dirty="0"/>
                <a:t>Week3_Exercise.ipynb</a:t>
              </a:r>
              <a:r>
                <a:rPr lang="en-GB" dirty="0"/>
                <a:t>, you have 30 minutes to solve “Section B: Tuples” and “Section C: Sets” 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597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F8F9D-DFEB-C705-9087-AA0F8DFF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D665351A-FF32-A8D1-F970-46DA077C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37287"/>
            <a:ext cx="12366538" cy="1406038"/>
          </a:xfrm>
        </p:spPr>
        <p:txBody>
          <a:bodyPr/>
          <a:lstStyle/>
          <a:p>
            <a:pPr algn="ctr"/>
            <a:r>
              <a:rPr lang="en-GB" sz="4500" dirty="0"/>
              <a:t>Pause / Break</a:t>
            </a:r>
            <a:endParaRPr lang="de-DE" sz="4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DF146-BFA3-10A2-A76C-02FAA122E830}"/>
              </a:ext>
            </a:extLst>
          </p:cNvPr>
          <p:cNvSpPr txBox="1"/>
          <p:nvPr/>
        </p:nvSpPr>
        <p:spPr>
          <a:xfrm>
            <a:off x="1499774" y="3921354"/>
            <a:ext cx="91924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dirty="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 you in 15 minutes </a:t>
            </a:r>
            <a:r>
              <a:rPr lang="de-DE" sz="2000" b="1" dirty="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!</a:t>
            </a:r>
          </a:p>
          <a:p>
            <a:pPr algn="ctr"/>
            <a:r>
              <a:rPr lang="de-DE" sz="2000" b="1" dirty="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Please be on time. </a:t>
            </a:r>
            <a:endParaRPr lang="en-US" sz="2000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algn="ctr"/>
            <a:endParaRPr lang="en-US" sz="20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GB" sz="2000" dirty="0">
                <a:solidFill>
                  <a:schemeClr val="accent1"/>
                </a:solidFill>
              </a:rPr>
              <a:t>Wednesday, 15 April 2026, 14:00–17:15</a:t>
            </a:r>
          </a:p>
        </p:txBody>
      </p:sp>
    </p:spTree>
    <p:extLst>
      <p:ext uri="{BB962C8B-B14F-4D97-AF65-F5344CB8AC3E}">
        <p14:creationId xmlns:p14="http://schemas.microsoft.com/office/powerpoint/2010/main" val="1776145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91E48-32D2-A099-E2C0-1EE958813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F381194-6E2B-ED5A-D98F-93C29D5B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Dictionaries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88EA207-D0AB-2E61-2C40-1AB32EEE7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9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44528-3D00-4688-25C1-86B8A6CCEB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7" r="16448" b="7599"/>
          <a:stretch>
            <a:fillRect/>
          </a:stretch>
        </p:blipFill>
        <p:spPr>
          <a:xfrm>
            <a:off x="360000" y="1409819"/>
            <a:ext cx="5155108" cy="3788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3465C6-1C2D-693A-EE68-C6AAE00DAE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76" t="4510" r="46609" b="32962"/>
          <a:stretch>
            <a:fillRect/>
          </a:stretch>
        </p:blipFill>
        <p:spPr>
          <a:xfrm>
            <a:off x="5649903" y="1409819"/>
            <a:ext cx="2836826" cy="16880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7A0061-87D0-4721-D03D-7F7D7B001E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23" t="4807" r="47881" b="23539"/>
          <a:stretch>
            <a:fillRect/>
          </a:stretch>
        </p:blipFill>
        <p:spPr>
          <a:xfrm>
            <a:off x="5649903" y="3313584"/>
            <a:ext cx="2836826" cy="2134597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E85BCBEB-2804-FCBA-B413-F6D9F4D02173}"/>
              </a:ext>
            </a:extLst>
          </p:cNvPr>
          <p:cNvSpPr/>
          <p:nvPr/>
        </p:nvSpPr>
        <p:spPr>
          <a:xfrm>
            <a:off x="8486729" y="2151826"/>
            <a:ext cx="668316" cy="2806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14C2E36-553E-1D54-57BB-AA7FFACAB9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76" t="73024" r="17405" b="5585"/>
          <a:stretch>
            <a:fillRect/>
          </a:stretch>
        </p:blipFill>
        <p:spPr>
          <a:xfrm>
            <a:off x="9155046" y="2099056"/>
            <a:ext cx="3010768" cy="4639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8F1F6B-B9D4-5DD0-213C-4C03A1E607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22" t="85939" r="8277" b="4640"/>
          <a:stretch>
            <a:fillRect/>
          </a:stretch>
        </p:blipFill>
        <p:spPr>
          <a:xfrm>
            <a:off x="4608550" y="5999799"/>
            <a:ext cx="6840970" cy="499232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A189ED90-B353-BAE1-C363-433A6FF62F9D}"/>
              </a:ext>
            </a:extLst>
          </p:cNvPr>
          <p:cNvSpPr/>
          <p:nvPr/>
        </p:nvSpPr>
        <p:spPr>
          <a:xfrm rot="5400000">
            <a:off x="6797394" y="5586846"/>
            <a:ext cx="549913" cy="27258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21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F810D-3EF1-C73E-3E74-816594576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F4D49DE-DCAC-A28B-DBCD-BD2EF649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Dictionary Comprehension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47A8DD61-7FCB-B59A-0CF2-06AB43F0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10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532714-61D3-F18D-D7E1-C8CE4F5677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93" t="4862" r="19011" b="9172"/>
          <a:stretch>
            <a:fillRect/>
          </a:stretch>
        </p:blipFill>
        <p:spPr>
          <a:xfrm>
            <a:off x="380006" y="1533418"/>
            <a:ext cx="6185043" cy="3791164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0CC5A97-172A-8879-3374-B1723E9CEBB9}"/>
              </a:ext>
            </a:extLst>
          </p:cNvPr>
          <p:cNvSpPr/>
          <p:nvPr/>
        </p:nvSpPr>
        <p:spPr>
          <a:xfrm>
            <a:off x="6565049" y="3325184"/>
            <a:ext cx="668316" cy="2806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484054-5D5F-5A52-2BD8-C67508E4F8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94" t="91220" r="57081" b="2416"/>
          <a:stretch>
            <a:fillRect/>
          </a:stretch>
        </p:blipFill>
        <p:spPr>
          <a:xfrm>
            <a:off x="7233365" y="3123148"/>
            <a:ext cx="4313878" cy="61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191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9FD2D-2852-E203-7E89-DC391E1B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7A043EF-50E5-2A7E-FDDD-D6973DF14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Dictionary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B33936D-4978-07BA-FAE9-29389771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11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D9764-D1F4-98A6-47F9-B14B7BE6DB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75" r="26685" b="2525"/>
          <a:stretch>
            <a:fillRect/>
          </a:stretch>
        </p:blipFill>
        <p:spPr>
          <a:xfrm>
            <a:off x="360000" y="1194062"/>
            <a:ext cx="5835722" cy="507867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7E2665F4-152D-055F-AD1F-CEBEB7062E98}"/>
              </a:ext>
            </a:extLst>
          </p:cNvPr>
          <p:cNvSpPr/>
          <p:nvPr/>
        </p:nvSpPr>
        <p:spPr>
          <a:xfrm>
            <a:off x="6195722" y="3593070"/>
            <a:ext cx="668316" cy="2806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8924D2-B49C-0A47-7FD9-4561A9EBA6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03" r="15550"/>
          <a:stretch>
            <a:fillRect/>
          </a:stretch>
        </p:blipFill>
        <p:spPr>
          <a:xfrm>
            <a:off x="6864038" y="2709053"/>
            <a:ext cx="4704024" cy="232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2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09DB98F-F228-467A-9114-0FBDEDD8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Nested Data Structure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0891A98-A671-4C71-B448-EE045F36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12</a:t>
            </a:fld>
            <a:endParaRPr lang="de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08B526-7CF0-C400-E98C-90C7889A1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274747"/>
            <a:ext cx="8429687" cy="438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2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B0DD6-2647-7DFF-5BA6-B875E17BE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B4551B4-D908-5A60-8DFC-2D98ABD89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Flattening a Matrix using Comprehension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D369298-583E-D231-AC29-95CC7833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13</a:t>
            </a:fld>
            <a:endParaRPr lang="de-DE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59D6E2C-0B1A-C80F-B1F6-00B52025622A}"/>
              </a:ext>
            </a:extLst>
          </p:cNvPr>
          <p:cNvSpPr/>
          <p:nvPr/>
        </p:nvSpPr>
        <p:spPr>
          <a:xfrm rot="5400000">
            <a:off x="3791135" y="5252025"/>
            <a:ext cx="668316" cy="2806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BACB9B-6E7B-0AF3-C687-23EA22259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07" y="5729901"/>
            <a:ext cx="6845714" cy="66831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A901D7A-ADC6-FC17-45D6-6B5A34439F76}"/>
              </a:ext>
            </a:extLst>
          </p:cNvPr>
          <p:cNvGrpSpPr/>
          <p:nvPr/>
        </p:nvGrpSpPr>
        <p:grpSpPr>
          <a:xfrm>
            <a:off x="8880087" y="3967331"/>
            <a:ext cx="3100919" cy="872535"/>
            <a:chOff x="5167914" y="4508507"/>
            <a:chExt cx="4924167" cy="854021"/>
          </a:xfrm>
        </p:grpSpPr>
        <p:sp>
          <p:nvSpPr>
            <p:cNvPr id="14" name="Shape 4">
              <a:extLst>
                <a:ext uri="{FF2B5EF4-FFF2-40B4-BE49-F238E27FC236}">
                  <a16:creationId xmlns:a16="http://schemas.microsoft.com/office/drawing/2014/main" id="{5C1D3863-DF23-CC17-7981-6697B6B7F733}"/>
                </a:ext>
              </a:extLst>
            </p:cNvPr>
            <p:cNvSpPr/>
            <p:nvPr/>
          </p:nvSpPr>
          <p:spPr>
            <a:xfrm>
              <a:off x="5731624" y="4527435"/>
              <a:ext cx="4360457" cy="835093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00699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600" dirty="0"/>
                <a:t>In </a:t>
              </a:r>
              <a:r>
                <a:rPr lang="en-GB" sz="1600" b="1" dirty="0"/>
                <a:t>Week3.ipynb</a:t>
              </a:r>
              <a:r>
                <a:rPr lang="en-GB" sz="1600" dirty="0"/>
                <a:t>, </a:t>
              </a:r>
              <a:r>
                <a:rPr lang="de-DE" sz="1600" dirty="0"/>
                <a:t>check sections </a:t>
              </a:r>
              <a:r>
                <a:rPr lang="de-DE" sz="1600" b="1" dirty="0"/>
                <a:t>( “4. Dictionaries“ and “5. Nested DS“)</a:t>
              </a:r>
              <a:endParaRPr lang="en-GB" b="1" dirty="0"/>
            </a:p>
            <a:p>
              <a:pPr algn="ctr"/>
              <a:endParaRPr lang="en-GB" sz="1600" dirty="0"/>
            </a:p>
          </p:txBody>
        </p:sp>
        <p:pic>
          <p:nvPicPr>
            <p:cNvPr id="15" name="Grafik 208">
              <a:extLst>
                <a:ext uri="{FF2B5EF4-FFF2-40B4-BE49-F238E27FC236}">
                  <a16:creationId xmlns:a16="http://schemas.microsoft.com/office/drawing/2014/main" id="{1329CF7B-E9D3-9FCB-F84E-42217662E1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67914" y="4508507"/>
              <a:ext cx="436474" cy="436474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FCC698-42D8-113B-0711-83C1FD145792}"/>
              </a:ext>
            </a:extLst>
          </p:cNvPr>
          <p:cNvGrpSpPr/>
          <p:nvPr/>
        </p:nvGrpSpPr>
        <p:grpSpPr>
          <a:xfrm>
            <a:off x="8880087" y="4979052"/>
            <a:ext cx="3169084" cy="1307550"/>
            <a:chOff x="8778379" y="3543226"/>
            <a:chExt cx="3362726" cy="1307550"/>
          </a:xfrm>
        </p:grpSpPr>
        <p:sp>
          <p:nvSpPr>
            <p:cNvPr id="18" name="Abgerundetes Rechteck 32">
              <a:extLst>
                <a:ext uri="{FF2B5EF4-FFF2-40B4-BE49-F238E27FC236}">
                  <a16:creationId xmlns:a16="http://schemas.microsoft.com/office/drawing/2014/main" id="{9544A37D-1EBE-CB16-C8D2-375D9BFA8ABD}"/>
                </a:ext>
              </a:extLst>
            </p:cNvPr>
            <p:cNvSpPr/>
            <p:nvPr/>
          </p:nvSpPr>
          <p:spPr>
            <a:xfrm>
              <a:off x="9078678" y="3543226"/>
              <a:ext cx="3062427" cy="1307550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sz="1400" dirty="0"/>
                <a:t>In </a:t>
              </a:r>
              <a:r>
                <a:rPr lang="en-GB" sz="1400" b="1" dirty="0"/>
                <a:t>Week3_Exercise.ipynb</a:t>
              </a:r>
              <a:r>
                <a:rPr lang="en-GB" sz="1400" dirty="0"/>
                <a:t>, you have 35 minutes to solve “</a:t>
              </a:r>
              <a:r>
                <a:rPr lang="en-GB" sz="1400" b="1" dirty="0"/>
                <a:t>Section D: Dictionaries</a:t>
              </a:r>
              <a:r>
                <a:rPr lang="en-GB" sz="1400" dirty="0"/>
                <a:t>” and “</a:t>
              </a:r>
              <a:r>
                <a:rPr lang="en-GB" sz="1400" b="1" dirty="0"/>
                <a:t>Section E: Nested Lists &amp; Dictionaries</a:t>
              </a:r>
              <a:r>
                <a:rPr lang="en-GB" sz="1400" dirty="0"/>
                <a:t>” .</a:t>
              </a:r>
            </a:p>
          </p:txBody>
        </p:sp>
        <p:pic>
          <p:nvPicPr>
            <p:cNvPr id="19" name="Grafik 216">
              <a:extLst>
                <a:ext uri="{FF2B5EF4-FFF2-40B4-BE49-F238E27FC236}">
                  <a16:creationId xmlns:a16="http://schemas.microsoft.com/office/drawing/2014/main" id="{800220D2-2C15-68FC-C872-5B440FDC36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78379" y="3760527"/>
              <a:ext cx="300299" cy="436474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3C2B508-6659-2B84-B72B-97A29E9A0F37}"/>
              </a:ext>
            </a:extLst>
          </p:cNvPr>
          <p:cNvGrpSpPr/>
          <p:nvPr/>
        </p:nvGrpSpPr>
        <p:grpSpPr>
          <a:xfrm>
            <a:off x="210994" y="1248160"/>
            <a:ext cx="8600928" cy="3893183"/>
            <a:chOff x="210994" y="1248160"/>
            <a:chExt cx="8600928" cy="389318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C0324F0-90E1-5730-DBCF-0BB3ED65C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2625"/>
            <a:stretch>
              <a:fillRect/>
            </a:stretch>
          </p:blipFill>
          <p:spPr>
            <a:xfrm>
              <a:off x="210994" y="1248160"/>
              <a:ext cx="8600928" cy="3893183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908DFE-FAC2-9CB8-FF27-29F2F9C8ADD0}"/>
                </a:ext>
              </a:extLst>
            </p:cNvPr>
            <p:cNvSpPr txBox="1"/>
            <p:nvPr/>
          </p:nvSpPr>
          <p:spPr>
            <a:xfrm>
              <a:off x="2673867" y="2606686"/>
              <a:ext cx="60945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GB" dirty="0"/>
                <a:t>for each </a:t>
              </a:r>
              <a:r>
                <a:rPr lang="en-GB" dirty="0">
                  <a:latin typeface="Courier New" panose="02070309020205020404" pitchFamily="49" charset="0"/>
                </a:rPr>
                <a:t>row</a:t>
              </a:r>
              <a:r>
                <a:rPr lang="en-GB" dirty="0"/>
                <a:t> in </a:t>
              </a:r>
              <a:r>
                <a:rPr lang="en-GB" dirty="0">
                  <a:latin typeface="Courier New" panose="02070309020205020404" pitchFamily="49" charset="0"/>
                </a:rPr>
                <a:t>matrix</a:t>
              </a:r>
              <a:r>
                <a:rPr lang="en-GB" dirty="0"/>
                <a:t>, iterate over each </a:t>
              </a:r>
              <a:r>
                <a:rPr lang="en-GB" dirty="0">
                  <a:latin typeface="Courier New" panose="02070309020205020404" pitchFamily="49" charset="0"/>
                </a:rPr>
                <a:t>item</a:t>
              </a:r>
              <a:r>
                <a:rPr lang="en-GB" dirty="0"/>
                <a:t> in that </a:t>
              </a:r>
              <a:r>
                <a:rPr lang="en-GB" dirty="0">
                  <a:latin typeface="Courier New" panose="02070309020205020404" pitchFamily="49" charset="0"/>
                </a:rPr>
                <a:t>row</a:t>
              </a:r>
              <a:r>
                <a:rPr lang="en-GB" dirty="0"/>
                <a:t>, and collect </a:t>
              </a:r>
              <a:r>
                <a:rPr lang="en-GB" dirty="0">
                  <a:latin typeface="Courier New" panose="02070309020205020404" pitchFamily="49" charset="0"/>
                </a:rPr>
                <a:t>item</a:t>
              </a:r>
              <a:r>
                <a:rPr lang="en-GB" dirty="0"/>
                <a:t>.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803D188-CE13-F7CF-F484-814CCC5B9A35}"/>
              </a:ext>
            </a:extLst>
          </p:cNvPr>
          <p:cNvSpPr txBox="1"/>
          <p:nvPr/>
        </p:nvSpPr>
        <p:spPr>
          <a:xfrm>
            <a:off x="8880087" y="1262160"/>
            <a:ext cx="31971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A precise explanation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matrix</a:t>
            </a:r>
            <a:r>
              <a:rPr lang="en-GB" dirty="0"/>
              <a:t> is the </a:t>
            </a:r>
            <a:r>
              <a:rPr lang="en-GB" b="1" dirty="0"/>
              <a:t>outer </a:t>
            </a:r>
            <a:r>
              <a:rPr lang="en-GB" b="1" dirty="0" err="1"/>
              <a:t>iterable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row</a:t>
            </a:r>
            <a:r>
              <a:rPr lang="en-GB" dirty="0"/>
              <a:t> is each element in </a:t>
            </a:r>
            <a:r>
              <a:rPr lang="en-GB" dirty="0">
                <a:latin typeface="Courier New" panose="02070309020205020404" pitchFamily="49" charset="0"/>
              </a:rPr>
              <a:t>matrix</a:t>
            </a:r>
            <a:r>
              <a:rPr lang="en-GB" dirty="0"/>
              <a:t> (each inner list)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row</a:t>
            </a:r>
            <a:r>
              <a:rPr lang="en-GB" dirty="0"/>
              <a:t> then becomes a new </a:t>
            </a:r>
            <a:r>
              <a:rPr lang="en-GB" dirty="0" err="1"/>
              <a:t>iterable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item</a:t>
            </a:r>
            <a:r>
              <a:rPr lang="en-GB" dirty="0"/>
              <a:t> is each element inside that </a:t>
            </a:r>
            <a:r>
              <a:rPr lang="en-GB" dirty="0">
                <a:latin typeface="Courier New" panose="02070309020205020404" pitchFamily="49" charset="0"/>
              </a:rPr>
              <a:t>row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511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45C3A-E21F-5655-2960-4838E689D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B179640-B9A7-97CA-B1D0-71BD6DB5E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10461971" cy="835093"/>
          </a:xfrm>
        </p:spPr>
        <p:txBody>
          <a:bodyPr anchor="ctr"/>
          <a:lstStyle/>
          <a:p>
            <a:br>
              <a:rPr lang="de-DE" dirty="0"/>
            </a:br>
            <a:r>
              <a:rPr lang="de-DE" dirty="0"/>
              <a:t>Final Mini Challenge: </a:t>
            </a:r>
            <a:r>
              <a:rPr lang="en-US" dirty="0"/>
              <a:t>Student Event Registration System</a:t>
            </a:r>
            <a:br>
              <a:rPr lang="en-US" b="0" dirty="0"/>
            </a:b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81DFF2-7064-61C0-3130-5EB48BF8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3B3CEB-8BCB-BD4C-EA6D-886A700C7B5D}"/>
              </a:ext>
            </a:extLst>
          </p:cNvPr>
          <p:cNvSpPr txBox="1">
            <a:spLocks/>
          </p:cNvSpPr>
          <p:nvPr/>
        </p:nvSpPr>
        <p:spPr>
          <a:xfrm>
            <a:off x="236830" y="145609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None/>
            </a:pPr>
            <a:endParaRPr lang="de-DE" dirty="0"/>
          </a:p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C721A0-FFDC-27A1-1C7E-6B7588E50ADC}"/>
              </a:ext>
            </a:extLst>
          </p:cNvPr>
          <p:cNvGrpSpPr/>
          <p:nvPr/>
        </p:nvGrpSpPr>
        <p:grpSpPr>
          <a:xfrm>
            <a:off x="2439634" y="6072297"/>
            <a:ext cx="7312732" cy="693971"/>
            <a:chOff x="1081154" y="5450612"/>
            <a:chExt cx="7312732" cy="693971"/>
          </a:xfrm>
        </p:grpSpPr>
        <p:pic>
          <p:nvPicPr>
            <p:cNvPr id="10" name="Grafik 216">
              <a:extLst>
                <a:ext uri="{FF2B5EF4-FFF2-40B4-BE49-F238E27FC236}">
                  <a16:creationId xmlns:a16="http://schemas.microsoft.com/office/drawing/2014/main" id="{4355B8C9-0969-D990-614B-BDF95A3A87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81154" y="5579360"/>
              <a:ext cx="436474" cy="436474"/>
            </a:xfrm>
            <a:prstGeom prst="rect">
              <a:avLst/>
            </a:prstGeom>
          </p:spPr>
        </p:pic>
        <p:sp>
          <p:nvSpPr>
            <p:cNvPr id="11" name="Abgerundetes Rechteck 32">
              <a:extLst>
                <a:ext uri="{FF2B5EF4-FFF2-40B4-BE49-F238E27FC236}">
                  <a16:creationId xmlns:a16="http://schemas.microsoft.com/office/drawing/2014/main" id="{CDAF6BFA-AF03-7700-CC4B-E60B05BC8592}"/>
                </a:ext>
              </a:extLst>
            </p:cNvPr>
            <p:cNvSpPr/>
            <p:nvPr/>
          </p:nvSpPr>
          <p:spPr>
            <a:xfrm>
              <a:off x="1628946" y="5450612"/>
              <a:ext cx="6764940" cy="693971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In </a:t>
              </a:r>
              <a:r>
                <a:rPr lang="en-GB" b="1" dirty="0"/>
                <a:t>Week3_Exercise.ipynb</a:t>
              </a:r>
              <a:r>
                <a:rPr lang="en-GB" dirty="0"/>
                <a:t>, you have 35 minutes to solve the “Final Mini Challenge”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D85A97B-A08A-65E1-3718-AF2E353623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26"/>
          <a:stretch>
            <a:fillRect/>
          </a:stretch>
        </p:blipFill>
        <p:spPr>
          <a:xfrm>
            <a:off x="1665647" y="1095375"/>
            <a:ext cx="9156324" cy="493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82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44AFA-B101-A27E-BACC-F95F4CA9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9A80083-9392-293E-B063-CD3BAE2D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What did we learn today?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5864AB-1277-269D-B5ED-A463D27DA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08C89A-A611-32D1-049D-B1B2C4B8F0E6}"/>
              </a:ext>
            </a:extLst>
          </p:cNvPr>
          <p:cNvSpPr txBox="1">
            <a:spLocks/>
          </p:cNvSpPr>
          <p:nvPr/>
        </p:nvSpPr>
        <p:spPr>
          <a:xfrm>
            <a:off x="236830" y="145609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None/>
            </a:pPr>
            <a:endParaRPr lang="de-DE" dirty="0"/>
          </a:p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397A670-EEB7-FB90-2895-A2F0C5B68FC5}"/>
              </a:ext>
            </a:extLst>
          </p:cNvPr>
          <p:cNvSpPr/>
          <p:nvPr/>
        </p:nvSpPr>
        <p:spPr>
          <a:xfrm>
            <a:off x="6085378" y="3109598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62.0</a:t>
            </a:r>
            <a:endParaRPr lang="en-US" sz="1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79A938-8067-548E-B294-26D2E86CDFC1}"/>
              </a:ext>
            </a:extLst>
          </p:cNvPr>
          <p:cNvGrpSpPr/>
          <p:nvPr/>
        </p:nvGrpSpPr>
        <p:grpSpPr>
          <a:xfrm>
            <a:off x="1024853" y="1858691"/>
            <a:ext cx="4206240" cy="914400"/>
            <a:chOff x="683812" y="1456095"/>
            <a:chExt cx="4206240" cy="914400"/>
          </a:xfrm>
        </p:grpSpPr>
        <p:sp>
          <p:nvSpPr>
            <p:cNvPr id="47" name="Shape 3">
              <a:extLst>
                <a:ext uri="{FF2B5EF4-FFF2-40B4-BE49-F238E27FC236}">
                  <a16:creationId xmlns:a16="http://schemas.microsoft.com/office/drawing/2014/main" id="{286F0E4E-E273-D061-7192-D7173B5D9B9A}"/>
                </a:ext>
              </a:extLst>
            </p:cNvPr>
            <p:cNvSpPr/>
            <p:nvPr/>
          </p:nvSpPr>
          <p:spPr>
            <a:xfrm>
              <a:off x="683812" y="1456095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47BF0B76-8E61-1E49-B945-9F0D40625AB8}"/>
                </a:ext>
              </a:extLst>
            </p:cNvPr>
            <p:cNvSpPr/>
            <p:nvPr/>
          </p:nvSpPr>
          <p:spPr>
            <a:xfrm>
              <a:off x="1342180" y="1510959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Lists and indexing Principles</a:t>
              </a:r>
              <a:endParaRPr lang="en-US" sz="16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50" name="Text 6">
              <a:extLst>
                <a:ext uri="{FF2B5EF4-FFF2-40B4-BE49-F238E27FC236}">
                  <a16:creationId xmlns:a16="http://schemas.microsoft.com/office/drawing/2014/main" id="{3BDDF7FE-3C21-451D-E622-66D24316088B}"/>
                </a:ext>
              </a:extLst>
            </p:cNvPr>
            <p:cNvSpPr/>
            <p:nvPr/>
          </p:nvSpPr>
          <p:spPr>
            <a:xfrm>
              <a:off x="1342180" y="1803567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GB" sz="1400" dirty="0"/>
                <a:t>Lists and corresponding operations</a:t>
              </a:r>
              <a:endParaRPr lang="en-US" sz="14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76BFFBD-E105-BB9E-07F7-A998595A9B1B}"/>
              </a:ext>
            </a:extLst>
          </p:cNvPr>
          <p:cNvGrpSpPr/>
          <p:nvPr/>
        </p:nvGrpSpPr>
        <p:grpSpPr>
          <a:xfrm>
            <a:off x="6819644" y="1875256"/>
            <a:ext cx="4206240" cy="914400"/>
            <a:chOff x="5118652" y="1456095"/>
            <a:chExt cx="4206240" cy="914400"/>
          </a:xfrm>
        </p:grpSpPr>
        <p:sp>
          <p:nvSpPr>
            <p:cNvPr id="51" name="Shape 7">
              <a:extLst>
                <a:ext uri="{FF2B5EF4-FFF2-40B4-BE49-F238E27FC236}">
                  <a16:creationId xmlns:a16="http://schemas.microsoft.com/office/drawing/2014/main" id="{432800EC-E174-87C8-89F1-B03850AA5798}"/>
                </a:ext>
              </a:extLst>
            </p:cNvPr>
            <p:cNvSpPr/>
            <p:nvPr/>
          </p:nvSpPr>
          <p:spPr>
            <a:xfrm>
              <a:off x="5118652" y="1456095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E3C67E34-F51C-E066-647C-BA1E0700A63A}"/>
                </a:ext>
              </a:extLst>
            </p:cNvPr>
            <p:cNvSpPr/>
            <p:nvPr/>
          </p:nvSpPr>
          <p:spPr>
            <a:xfrm>
              <a:off x="5777020" y="1510959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Tuples and Immutability</a:t>
              </a:r>
            </a:p>
          </p:txBody>
        </p:sp>
        <p:sp>
          <p:nvSpPr>
            <p:cNvPr id="54" name="Text 10">
              <a:extLst>
                <a:ext uri="{FF2B5EF4-FFF2-40B4-BE49-F238E27FC236}">
                  <a16:creationId xmlns:a16="http://schemas.microsoft.com/office/drawing/2014/main" id="{9BA461B3-7414-035E-2191-B2D58B8EFE90}"/>
                </a:ext>
              </a:extLst>
            </p:cNvPr>
            <p:cNvSpPr/>
            <p:nvPr/>
          </p:nvSpPr>
          <p:spPr>
            <a:xfrm>
              <a:off x="5777020" y="1803567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algn="ctr">
                <a:buNone/>
              </a:pPr>
              <a:r>
                <a:rPr lang="en-GB" sz="14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Tuples vs Lists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04B4BB1-7D8F-4A79-09B7-9E86D1630BC9}"/>
              </a:ext>
            </a:extLst>
          </p:cNvPr>
          <p:cNvGrpSpPr/>
          <p:nvPr/>
        </p:nvGrpSpPr>
        <p:grpSpPr>
          <a:xfrm>
            <a:off x="1057984" y="3201038"/>
            <a:ext cx="4206240" cy="914400"/>
            <a:chOff x="683812" y="2480223"/>
            <a:chExt cx="4206240" cy="914400"/>
          </a:xfrm>
        </p:grpSpPr>
        <p:sp>
          <p:nvSpPr>
            <p:cNvPr id="55" name="Shape 11">
              <a:extLst>
                <a:ext uri="{FF2B5EF4-FFF2-40B4-BE49-F238E27FC236}">
                  <a16:creationId xmlns:a16="http://schemas.microsoft.com/office/drawing/2014/main" id="{A73761CD-47F4-EAB8-7A25-E5EC265510B1}"/>
                </a:ext>
              </a:extLst>
            </p:cNvPr>
            <p:cNvSpPr/>
            <p:nvPr/>
          </p:nvSpPr>
          <p:spPr>
            <a:xfrm>
              <a:off x="683812" y="2480223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57" name="Text 13">
              <a:extLst>
                <a:ext uri="{FF2B5EF4-FFF2-40B4-BE49-F238E27FC236}">
                  <a16:creationId xmlns:a16="http://schemas.microsoft.com/office/drawing/2014/main" id="{F3E87FC5-78CA-F29A-E5AA-DDF0AB94F6C3}"/>
                </a:ext>
              </a:extLst>
            </p:cNvPr>
            <p:cNvSpPr/>
            <p:nvPr/>
          </p:nvSpPr>
          <p:spPr>
            <a:xfrm>
              <a:off x="1342180" y="2535087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Sets and Uniqueness</a:t>
              </a:r>
              <a:endParaRPr lang="en-US" sz="14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58" name="Text 14">
              <a:extLst>
                <a:ext uri="{FF2B5EF4-FFF2-40B4-BE49-F238E27FC236}">
                  <a16:creationId xmlns:a16="http://schemas.microsoft.com/office/drawing/2014/main" id="{612E97B9-C600-79AF-1097-50F7ED2C39BD}"/>
                </a:ext>
              </a:extLst>
            </p:cNvPr>
            <p:cNvSpPr/>
            <p:nvPr/>
          </p:nvSpPr>
          <p:spPr>
            <a:xfrm>
              <a:off x="1342180" y="2827695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Sets and corresponding operations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1DF5FEA-46D5-9079-4A6B-7145492C459C}"/>
              </a:ext>
            </a:extLst>
          </p:cNvPr>
          <p:cNvGrpSpPr/>
          <p:nvPr/>
        </p:nvGrpSpPr>
        <p:grpSpPr>
          <a:xfrm>
            <a:off x="6819644" y="3208817"/>
            <a:ext cx="4206240" cy="914400"/>
            <a:chOff x="683812" y="2480223"/>
            <a:chExt cx="4206240" cy="914400"/>
          </a:xfrm>
        </p:grpSpPr>
        <p:sp>
          <p:nvSpPr>
            <p:cNvPr id="11" name="Shape 11">
              <a:extLst>
                <a:ext uri="{FF2B5EF4-FFF2-40B4-BE49-F238E27FC236}">
                  <a16:creationId xmlns:a16="http://schemas.microsoft.com/office/drawing/2014/main" id="{D550F9ED-07AA-056F-EA5F-B113A0A4F0A2}"/>
                </a:ext>
              </a:extLst>
            </p:cNvPr>
            <p:cNvSpPr/>
            <p:nvPr/>
          </p:nvSpPr>
          <p:spPr>
            <a:xfrm>
              <a:off x="683812" y="2480223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3F664F6-F88A-381C-3A53-F5DB26739A30}"/>
                </a:ext>
              </a:extLst>
            </p:cNvPr>
            <p:cNvSpPr/>
            <p:nvPr/>
          </p:nvSpPr>
          <p:spPr>
            <a:xfrm>
              <a:off x="1342180" y="2535087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Dictionaries</a:t>
              </a:r>
              <a:endParaRPr lang="en-US" sz="14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7898194A-18F2-D083-E1B0-62389C0E713D}"/>
                </a:ext>
              </a:extLst>
            </p:cNvPr>
            <p:cNvSpPr/>
            <p:nvPr/>
          </p:nvSpPr>
          <p:spPr>
            <a:xfrm>
              <a:off x="1342180" y="2827695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Key-value Modelling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2D650B-20A5-71E3-BFDC-32FB29B0E1CA}"/>
              </a:ext>
            </a:extLst>
          </p:cNvPr>
          <p:cNvGrpSpPr/>
          <p:nvPr/>
        </p:nvGrpSpPr>
        <p:grpSpPr>
          <a:xfrm>
            <a:off x="4029393" y="4718942"/>
            <a:ext cx="4206240" cy="914400"/>
            <a:chOff x="683812" y="2480223"/>
            <a:chExt cx="4206240" cy="914400"/>
          </a:xfrm>
        </p:grpSpPr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55F30DF1-D6E3-A6AD-D93B-66B04807117C}"/>
                </a:ext>
              </a:extLst>
            </p:cNvPr>
            <p:cNvSpPr/>
            <p:nvPr/>
          </p:nvSpPr>
          <p:spPr>
            <a:xfrm>
              <a:off x="683812" y="2480223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AE534C86-0569-971E-45F0-A3E8CBDD20A0}"/>
                </a:ext>
              </a:extLst>
            </p:cNvPr>
            <p:cNvSpPr/>
            <p:nvPr/>
          </p:nvSpPr>
          <p:spPr>
            <a:xfrm>
              <a:off x="1342180" y="2535087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Nested Data Structures</a:t>
              </a:r>
              <a:endParaRPr lang="en-US" sz="14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3486C43A-1577-8CE0-C543-4F46EF68D4BC}"/>
                </a:ext>
              </a:extLst>
            </p:cNvPr>
            <p:cNvSpPr/>
            <p:nvPr/>
          </p:nvSpPr>
          <p:spPr>
            <a:xfrm>
              <a:off x="1342180" y="2827695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Real-world Data Modelling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033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7D7E0-CE57-A823-1D4A-FA6FEE94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E329CE88-96DC-D5D3-2161-2AE1190F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Take-Home Assignments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94923AF-69C9-56E6-1589-71160D79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A7F77-7141-9E81-633D-2DD35750F158}"/>
              </a:ext>
            </a:extLst>
          </p:cNvPr>
          <p:cNvSpPr txBox="1"/>
          <p:nvPr/>
        </p:nvSpPr>
        <p:spPr>
          <a:xfrm>
            <a:off x="235766" y="1397675"/>
            <a:ext cx="117934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Solve Problems A-E in “</a:t>
            </a:r>
            <a:r>
              <a:rPr lang="en-US" i="1" dirty="0"/>
              <a:t>Take-Home Assignments “ section and</a:t>
            </a: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 push them to your private individual repository in </a:t>
            </a:r>
            <a:r>
              <a:rPr lang="en-US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Week(3) </a:t>
            </a: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directory. </a:t>
            </a:r>
            <a:r>
              <a:rPr lang="en-GB" b="1" dirty="0">
                <a:solidFill>
                  <a:srgbClr val="DF48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deadline is Wednesday, 06.05.2026, at 23:59. </a:t>
            </a:r>
            <a:r>
              <a:rPr lang="en-GB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For more details, please have a look at our course’s GitHub Repository and submission instructions.</a:t>
            </a:r>
            <a:endParaRPr lang="en-US" dirty="0">
              <a:solidFill>
                <a:srgbClr val="2D3748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dirty="0">
              <a:solidFill>
                <a:srgbClr val="2D3748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endParaRPr lang="en-US" dirty="0">
              <a:solidFill>
                <a:srgbClr val="2D3748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EE0FB2-B50D-2D9E-E285-4D3A70C25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078" y="2436206"/>
            <a:ext cx="8413986" cy="429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5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14BACE3-4337-4A2D-8DDD-F4398029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3" y="377072"/>
            <a:ext cx="11472946" cy="5636570"/>
          </a:xfrm>
        </p:spPr>
        <p:txBody>
          <a:bodyPr anchor="ctr"/>
          <a:lstStyle/>
          <a:p>
            <a:pPr algn="ctr"/>
            <a:r>
              <a:rPr lang="de-DE" dirty="0">
                <a:solidFill>
                  <a:srgbClr val="DF4807"/>
                </a:solidFill>
              </a:rPr>
              <a:t>Coming Up : Week (4)</a:t>
            </a:r>
            <a:br>
              <a:rPr lang="de-DE" dirty="0">
                <a:solidFill>
                  <a:srgbClr val="DF4807"/>
                </a:solidFill>
              </a:rPr>
            </a:br>
            <a:br>
              <a:rPr lang="de-DE" dirty="0">
                <a:solidFill>
                  <a:srgbClr val="DF4807"/>
                </a:solidFill>
              </a:rPr>
            </a:br>
            <a:r>
              <a:rPr lang="en-GB" sz="2800" b="0" dirty="0">
                <a:solidFill>
                  <a:schemeClr val="bg2">
                    <a:lumMod val="75000"/>
                  </a:schemeClr>
                </a:solidFill>
              </a:rPr>
              <a:t>So far, we have worked with core data structures to store and organise related information. How can functions help us reuse this logic and divide a program into smaller, manageable parts?</a:t>
            </a:r>
            <a:br>
              <a:rPr lang="en-GB" sz="2800" b="0" dirty="0">
                <a:solidFill>
                  <a:schemeClr val="bg2">
                    <a:lumMod val="75000"/>
                  </a:schemeClr>
                </a:solidFill>
              </a:rPr>
            </a:br>
            <a:br>
              <a:rPr lang="en-US" sz="2800" b="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GB" sz="2800" b="0" dirty="0">
                <a:solidFill>
                  <a:srgbClr val="00699A"/>
                </a:solidFill>
              </a:rPr>
              <a:t>• Purpose of functions • Parameters and return values</a:t>
            </a:r>
            <a:br>
              <a:rPr lang="en-GB" sz="2800" b="0" dirty="0">
                <a:solidFill>
                  <a:srgbClr val="00699A"/>
                </a:solidFill>
              </a:rPr>
            </a:br>
            <a:r>
              <a:rPr lang="en-GB" sz="2800" b="0" dirty="0">
                <a:solidFill>
                  <a:srgbClr val="00699A"/>
                </a:solidFill>
              </a:rPr>
              <a:t>• Variable scope • Default parameters</a:t>
            </a:r>
            <a:br>
              <a:rPr lang="en-GB" sz="2800" b="0" dirty="0">
                <a:solidFill>
                  <a:srgbClr val="00699A"/>
                </a:solidFill>
              </a:rPr>
            </a:br>
            <a:r>
              <a:rPr lang="en-GB" sz="2800" b="0" dirty="0">
                <a:solidFill>
                  <a:srgbClr val="00699A"/>
                </a:solidFill>
              </a:rPr>
              <a:t>• Lamda Expressions • Writing reusable and modular code </a:t>
            </a:r>
            <a:endParaRPr lang="de-DE" sz="2800" b="0" dirty="0">
              <a:solidFill>
                <a:srgbClr val="00699A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0901D8-2231-446A-8D14-E61C975D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97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140E8-AD5E-2087-8E7B-FD394C811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8FE124D-88FA-94F1-79F7-11F9163A1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3" y="1102028"/>
            <a:ext cx="11472946" cy="3980844"/>
          </a:xfrm>
        </p:spPr>
        <p:txBody>
          <a:bodyPr/>
          <a:lstStyle/>
          <a:p>
            <a:pPr algn="ctr"/>
            <a:r>
              <a:rPr lang="de-DE" dirty="0">
                <a:solidFill>
                  <a:srgbClr val="DF4807"/>
                </a:solidFill>
              </a:rPr>
              <a:t> </a:t>
            </a:r>
            <a:r>
              <a:rPr lang="en-GB" dirty="0">
                <a:solidFill>
                  <a:srgbClr val="DF4807"/>
                </a:solidFill>
              </a:rPr>
              <a:t>Your Voice Matters: Lab Session Feedback</a:t>
            </a:r>
            <a:br>
              <a:rPr lang="de-DE" dirty="0">
                <a:solidFill>
                  <a:srgbClr val="DF4807"/>
                </a:solidFill>
              </a:rPr>
            </a:br>
            <a:br>
              <a:rPr lang="de-DE" dirty="0">
                <a:solidFill>
                  <a:schemeClr val="bg2">
                    <a:lumMod val="75000"/>
                  </a:schemeClr>
                </a:solidFill>
              </a:rPr>
            </a:br>
            <a:endParaRPr lang="de-DE" sz="3200" b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F7EBFD-9588-7D8F-CD65-85A00F62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18</a:t>
            </a:fld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EEC499-B8E6-B3B3-ABC6-465435926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355" y="2486257"/>
            <a:ext cx="4091104" cy="409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36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A7777C3-410C-41B2-86A5-C9A55C4F04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2029"/>
          </a:xfrm>
        </p:spPr>
        <p:txBody>
          <a:bodyPr>
            <a:noAutofit/>
          </a:bodyPr>
          <a:lstStyle/>
          <a:p>
            <a:r>
              <a:rPr lang="de-DE" b="1" dirty="0"/>
              <a:t>Dr. Ghadeer Mobasher</a:t>
            </a:r>
          </a:p>
          <a:p>
            <a:r>
              <a:rPr lang="de-DE" dirty="0">
                <a:hlinkClick r:id="rId3"/>
              </a:rPr>
              <a:t>ghadeer.mobasher@srh-hochschulen.de</a:t>
            </a:r>
            <a:r>
              <a:rPr lang="de-DE" dirty="0"/>
              <a:t> </a:t>
            </a:r>
          </a:p>
          <a:p>
            <a:r>
              <a:rPr lang="de-DE" dirty="0">
                <a:hlinkClick r:id="rId4"/>
              </a:rPr>
              <a:t>https://www.linkedin.com/in/ghadeermobasher/</a:t>
            </a:r>
            <a:r>
              <a:rPr lang="de-DE" dirty="0"/>
              <a:t>   </a:t>
            </a:r>
          </a:p>
          <a:p>
            <a:r>
              <a:rPr lang="de-DE" b="1" dirty="0"/>
              <a:t>LGS 6, 2. OG, Arc 213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940045-061E-E501-0B6A-63DC3D55736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394" y="4419601"/>
            <a:ext cx="694140" cy="69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873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0.0.7308"/>
  <p:tag name="SLIDO_PRESENTATION_ID" val="95a6423d-8793-44d1-9768-9fa9974617d7"/>
  <p:tag name="SLIDO_EVENT_UUID" val="5e9f1e77-cef1-4261-9478-d3282ba8284a"/>
  <p:tag name="SLIDO_EVENT_SECTION_UUID" val="99069b38-cfa5-45f4-af92-7b98e4ec15d9"/>
</p:tagLst>
</file>

<file path=ppt/theme/theme1.xml><?xml version="1.0" encoding="utf-8"?>
<a:theme xmlns:a="http://schemas.openxmlformats.org/drawingml/2006/main" name="SRH">
  <a:themeElements>
    <a:clrScheme name="SRH Bildung">
      <a:dk1>
        <a:srgbClr val="575756"/>
      </a:dk1>
      <a:lt1>
        <a:sysClr val="window" lastClr="FFFFFF"/>
      </a:lt1>
      <a:dk2>
        <a:srgbClr val="00699A"/>
      </a:dk2>
      <a:lt2>
        <a:srgbClr val="AAA39D"/>
      </a:lt2>
      <a:accent1>
        <a:srgbClr val="D54407"/>
      </a:accent1>
      <a:accent2>
        <a:srgbClr val="AAA39D"/>
      </a:accent2>
      <a:accent3>
        <a:srgbClr val="FCC61E"/>
      </a:accent3>
      <a:accent4>
        <a:srgbClr val="35B4A0"/>
      </a:accent4>
      <a:accent5>
        <a:srgbClr val="CA007F"/>
      </a:accent5>
      <a:accent6>
        <a:srgbClr val="021E30"/>
      </a:accent6>
      <a:hlink>
        <a:srgbClr val="000000"/>
      </a:hlink>
      <a:folHlink>
        <a:srgbClr val="000000"/>
      </a:folHlink>
    </a:clrScheme>
    <a:fontScheme name="SRH Typo">
      <a:majorFont>
        <a:latin typeface="SRH Headline"/>
        <a:ea typeface=""/>
        <a:cs typeface=""/>
      </a:majorFont>
      <a:minorFont>
        <a:latin typeface="SRH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SRH Bildu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DF4807"/>
        </a:accent1>
        <a:accent2>
          <a:srgbClr val="AAA39D"/>
        </a:accent2>
        <a:accent3>
          <a:srgbClr val="FCC61E"/>
        </a:accent3>
        <a:accent4>
          <a:srgbClr val="35B4A0"/>
        </a:accent4>
        <a:accent5>
          <a:srgbClr val="CA007F"/>
        </a:accent5>
        <a:accent6>
          <a:srgbClr val="021E30"/>
        </a:accent6>
        <a:hlink>
          <a:srgbClr val="000000"/>
        </a:hlink>
        <a:folHlink>
          <a:srgbClr val="000000"/>
        </a:folHlink>
      </a:clrScheme>
    </a:extraClrScheme>
    <a:extraClrScheme>
      <a:clrScheme name="SRH Gesundheit">
        <a:dk1>
          <a:srgbClr val="575756"/>
        </a:dk1>
        <a:lt1>
          <a:sysClr val="window" lastClr="FFFFFF"/>
        </a:lt1>
        <a:dk2>
          <a:srgbClr val="35B4A0"/>
        </a:dk2>
        <a:lt2>
          <a:srgbClr val="AAA39D"/>
        </a:lt2>
        <a:accent1>
          <a:srgbClr val="00699A"/>
        </a:accent1>
        <a:accent2>
          <a:srgbClr val="CA007F"/>
        </a:accent2>
        <a:accent3>
          <a:srgbClr val="78C8D2"/>
        </a:accent3>
        <a:accent4>
          <a:srgbClr val="0D3A5D"/>
        </a:accent4>
        <a:accent5>
          <a:srgbClr val="DF4807"/>
        </a:accent5>
        <a:accent6>
          <a:srgbClr val="FCC61E"/>
        </a:accent6>
        <a:hlink>
          <a:srgbClr val="000000"/>
        </a:hlink>
        <a:folHlink>
          <a:srgbClr val="000000"/>
        </a:folHlink>
      </a:clrScheme>
    </a:extraClrScheme>
    <a:extraClrScheme>
      <a:clrScheme name="SRH Holdi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AAA39D"/>
        </a:accent1>
        <a:accent2>
          <a:srgbClr val="DF4807"/>
        </a:accent2>
        <a:accent3>
          <a:srgbClr val="575756"/>
        </a:accent3>
        <a:accent4>
          <a:srgbClr val="FCC61E"/>
        </a:accent4>
        <a:accent5>
          <a:srgbClr val="78C8D2"/>
        </a:accent5>
        <a:accent6>
          <a:srgbClr val="0D3A5D"/>
        </a:accent6>
        <a:hlink>
          <a:srgbClr val="000000"/>
        </a:hlink>
        <a:folHlink>
          <a:srgbClr val="000000"/>
        </a:folHlink>
      </a:clrScheme>
    </a:extraClrScheme>
    <a:extraClrScheme>
      <a:clrScheme name="SRH ServicePartner">
        <a:dk1>
          <a:srgbClr val="575756"/>
        </a:dk1>
        <a:lt1>
          <a:sysClr val="window" lastClr="FFFFFF"/>
        </a:lt1>
        <a:dk2>
          <a:srgbClr val="9C0C35"/>
        </a:dk2>
        <a:lt2>
          <a:srgbClr val="AAA39D"/>
        </a:lt2>
        <a:accent1>
          <a:srgbClr val="AAA39D"/>
        </a:accent1>
        <a:accent2>
          <a:srgbClr val="35B4A0"/>
        </a:accent2>
        <a:accent3>
          <a:srgbClr val="575756"/>
        </a:accent3>
        <a:accent4>
          <a:srgbClr val="0D3A5D"/>
        </a:accent4>
        <a:accent5>
          <a:srgbClr val="DF4807"/>
        </a:accent5>
        <a:accent6>
          <a:srgbClr val="00699A"/>
        </a:accent6>
        <a:hlink>
          <a:srgbClr val="000000"/>
        </a:hlink>
        <a:folHlink>
          <a:srgbClr val="000000"/>
        </a:folHlink>
      </a:clrScheme>
    </a:extraClrScheme>
  </a:extraClrSchemeLst>
  <a:custClrLst>
    <a:custClr name="SRH ORANGE">
      <a:srgbClr val="DF4807"/>
    </a:custClr>
    <a:custClr name="SRH WARM GREY">
      <a:srgbClr val="AAA39D"/>
    </a:custClr>
    <a:custClr name="SRH BLUE">
      <a:srgbClr val="00699A"/>
    </a:custClr>
    <a:custClr name="SRH SUN YELLOW">
      <a:srgbClr val="FCC61E"/>
    </a:custClr>
    <a:custClr name="SRH Fresh Mint">
      <a:srgbClr val="35B4A0"/>
    </a:custClr>
    <a:custClr name="SRH SWEET BERRY">
      <a:srgbClr val="CA007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SRH PASSION RED">
      <a:srgbClr val="9C0C35"/>
    </a:custClr>
    <a:custClr name="SRH SMOKEY BLACK">
      <a:srgbClr val="575756"/>
    </a:custClr>
    <a:custClr name="SRH CALM OCEAN">
      <a:srgbClr val="78C8D2"/>
    </a:custClr>
    <a:custClr name="SRH MIDNIGHT BLUE">
      <a:srgbClr val="0D3A5D"/>
    </a:custClr>
    <a:custClr name="SRH DEEP BLUE">
      <a:srgbClr val="021E30"/>
    </a:custClr>
    <a:custClr name=" SRH Text ">
      <a:srgbClr val="575756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2308</TotalTime>
  <Words>584</Words>
  <Application>Microsoft Office PowerPoint</Application>
  <PresentationFormat>Widescreen</PresentationFormat>
  <Paragraphs>101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Wingdings</vt:lpstr>
      <vt:lpstr>Calibri</vt:lpstr>
      <vt:lpstr>SRH Text</vt:lpstr>
      <vt:lpstr>Courier New</vt:lpstr>
      <vt:lpstr>Aptos</vt:lpstr>
      <vt:lpstr>SRH</vt:lpstr>
      <vt:lpstr>Arial</vt:lpstr>
      <vt:lpstr>Consolas</vt:lpstr>
      <vt:lpstr>SRH Headline</vt:lpstr>
      <vt:lpstr>SRH</vt:lpstr>
      <vt:lpstr>Python Foundations for Data Science  </vt:lpstr>
      <vt:lpstr>Agenda</vt:lpstr>
      <vt:lpstr>Lists</vt:lpstr>
      <vt:lpstr>Append and Insert Operations</vt:lpstr>
      <vt:lpstr>List Comprehension</vt:lpstr>
      <vt:lpstr>Tuples</vt:lpstr>
      <vt:lpstr>Sets</vt:lpstr>
      <vt:lpstr>Pause / Break</vt:lpstr>
      <vt:lpstr>Dictionaries</vt:lpstr>
      <vt:lpstr>Dictionary Comprehension</vt:lpstr>
      <vt:lpstr>Nested Dictionary</vt:lpstr>
      <vt:lpstr>Nested Data Structure</vt:lpstr>
      <vt:lpstr>Flattening a Matrix using Comprehension</vt:lpstr>
      <vt:lpstr> Final Mini Challenge: Student Event Registration System </vt:lpstr>
      <vt:lpstr>What did we learn today?</vt:lpstr>
      <vt:lpstr>Take-Home Assignments</vt:lpstr>
      <vt:lpstr>Coming Up : Week (4)  So far, we have worked with core data structures to store and organise related information. How can functions help us reuse this logic and divide a program into smaller, manageable parts?  • Purpose of functions • Parameters and return values • Variable scope • Default parameters • Lamda Expressions • Writing reusable and modular code </vt:lpstr>
      <vt:lpstr> Your Voice Matters: Lab Session Feedback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Week(2)-Control Flow &amp; Logic</dc:title>
  <dc:creator>Ghadeer Mobasher</dc:creator>
  <cp:keywords>Week(2)</cp:keywords>
  <cp:lastModifiedBy>Mobasher, Ghadeer (Lehre SRH Hochschule Heidelberg)</cp:lastModifiedBy>
  <cp:revision>452</cp:revision>
  <dcterms:created xsi:type="dcterms:W3CDTF">2020-06-05T16:20:53Z</dcterms:created>
  <dcterms:modified xsi:type="dcterms:W3CDTF">2026-04-29T09:57:58Z</dcterms:modified>
</cp:coreProperties>
</file>
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97" r:id="rId2"/>
    <p:sldId id="4360" r:id="rId3"/>
    <p:sldId id="4382" r:id="rId4"/>
    <p:sldId id="4383" r:id="rId5"/>
    <p:sldId id="4384" r:id="rId6"/>
    <p:sldId id="4147" r:id="rId7"/>
    <p:sldId id="4385" r:id="rId8"/>
    <p:sldId id="4386" r:id="rId9"/>
    <p:sldId id="4387" r:id="rId10"/>
    <p:sldId id="4388" r:id="rId11"/>
    <p:sldId id="4389" r:id="rId12"/>
    <p:sldId id="4390" r:id="rId13"/>
    <p:sldId id="4392" r:id="rId14"/>
    <p:sldId id="4381" r:id="rId15"/>
    <p:sldId id="299" r:id="rId16"/>
    <p:sldId id="4393" r:id="rId17"/>
    <p:sldId id="4375" r:id="rId18"/>
    <p:sldId id="4377" r:id="rId19"/>
    <p:sldId id="4378" r:id="rId20"/>
    <p:sldId id="267" r:id="rId21"/>
    <p:sldId id="4379" r:id="rId22"/>
    <p:sldId id="285" r:id="rId23"/>
  </p:sldIdLst>
  <p:sldSz cx="12192000" cy="6858000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SRH" panose="020B0604020202020204" charset="0"/>
      <p:regular r:id="rId30"/>
      <p:bold r:id="rId31"/>
      <p:italic r:id="rId32"/>
      <p:boldItalic r:id="rId33"/>
    </p:embeddedFont>
    <p:embeddedFont>
      <p:font typeface="SRH Headline" panose="020B0604020202020204" charset="0"/>
      <p:regular r:id="rId34"/>
      <p:bold r:id="rId35"/>
    </p:embeddedFont>
    <p:embeddedFont>
      <p:font typeface="SRH Text" panose="020B060402020202020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(2)" id="{8E6C202D-32A9-4242-9C7F-061CD6AD0586}">
          <p14:sldIdLst>
            <p14:sldId id="297"/>
          </p14:sldIdLst>
        </p14:section>
        <p14:section name="Agenda" id="{3FFF4A2F-D12C-4BB1-AEA5-1CF8C98DB087}">
          <p14:sldIdLst>
            <p14:sldId id="4360"/>
          </p14:sldIdLst>
        </p14:section>
        <p14:section name="Logical Reasoning in Programming" id="{2801BB6F-49DE-4497-8D10-DB7E37B5AAFD}">
          <p14:sldIdLst>
            <p14:sldId id="4382"/>
            <p14:sldId id="4383"/>
            <p14:sldId id="4384"/>
          </p14:sldIdLst>
        </p14:section>
        <p14:section name="Loops in Programming" id="{B9C6C1E7-4364-4DEC-BD4E-112BEECE2C4C}">
          <p14:sldIdLst>
            <p14:sldId id="4147"/>
            <p14:sldId id="4385"/>
            <p14:sldId id="4386"/>
            <p14:sldId id="4387"/>
            <p14:sldId id="4388"/>
            <p14:sldId id="4389"/>
            <p14:sldId id="4390"/>
            <p14:sldId id="4392"/>
          </p14:sldIdLst>
        </p14:section>
        <p14:section name="Break" id="{F8434FE4-4BBC-46B3-B5B3-3504FC5AC153}">
          <p14:sldIdLst>
            <p14:sldId id="4381"/>
          </p14:sldIdLst>
        </p14:section>
        <p14:section name="List Comprehension" id="{D84FCB1D-5285-4239-A33F-C162D546EEBA}">
          <p14:sldIdLst>
            <p14:sldId id="299"/>
            <p14:sldId id="4393"/>
          </p14:sldIdLst>
        </p14:section>
        <p14:section name="Putting it all together" id="{6D432A29-4352-4C87-985B-758A4577D1C2}">
          <p14:sldIdLst>
            <p14:sldId id="4375"/>
          </p14:sldIdLst>
        </p14:section>
        <p14:section name="Wrap-up &amp; Take-home Assignments" id="{6FE3154E-4358-409C-BEF1-5013BF88E2FC}">
          <p14:sldIdLst>
            <p14:sldId id="4377"/>
            <p14:sldId id="4378"/>
            <p14:sldId id="267"/>
            <p14:sldId id="4379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4807"/>
    <a:srgbClr val="2C2E2E"/>
    <a:srgbClr val="6D674E"/>
    <a:srgbClr val="021E30"/>
    <a:srgbClr val="D54407"/>
    <a:srgbClr val="A29181"/>
    <a:srgbClr val="CECFC9"/>
    <a:srgbClr val="FFFFFF"/>
    <a:srgbClr val="000000"/>
    <a:srgbClr val="B92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0E3A99-8DAA-4320-8DB1-81DA024D200B}" v="4" dt="2026-04-28T16:09:50.822"/>
  </p1510:revLst>
</p1510:revInfo>
</file>

<file path=ppt/tableStyles.xml><?xml version="1.0" encoding="utf-8"?>
<a:tblStyleLst xmlns:a="http://schemas.openxmlformats.org/drawingml/2006/main" def="{5ACB3F56-7768-405F-84FF-31046667B651}">
  <a:tblStyle styleId="{FEC09086-8A00-4FE0-B5C7-1A88A72B4ECC}" styleName="SRH: Standard-Tabelle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inor">
          <a:prstClr val="black"/>
        </a:fontRef>
        <a:srgbClr val="2C2E2E"/>
      </a:tcTxStyle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CB3F56-7768-405F-84FF-31046667B651}" styleName="SRH: Für Überschrift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ajor">
          <a:prstClr val="black"/>
        </a:fontRef>
        <a:srgbClr val="2C2E2E"/>
      </a:tcTxStyle>
      <a:tcStyle>
        <a:tcBdr>
          <a:bottom>
            <a:ln w="63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5" autoAdjust="0"/>
    <p:restoredTop sz="96723" autoAdjust="0"/>
  </p:normalViewPr>
  <p:slideViewPr>
    <p:cSldViewPr snapToGrid="0">
      <p:cViewPr varScale="1">
        <p:scale>
          <a:sx n="111" d="100"/>
          <a:sy n="111" d="100"/>
        </p:scale>
        <p:origin x="126" y="372"/>
      </p:cViewPr>
      <p:guideLst>
        <p:guide orient="horz" pos="2160"/>
        <p:guide pos="3863"/>
      </p:guideLst>
    </p:cSldViewPr>
  </p:slideViewPr>
  <p:outlineViewPr>
    <p:cViewPr>
      <p:scale>
        <a:sx n="33" d="100"/>
        <a:sy n="33" d="100"/>
      </p:scale>
      <p:origin x="0" y="-1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ags" Target="tags/tag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basher, Ghadeer (Lehre SRH Hochschule Heidelberg)" userId="056b872e-5b37-4b43-9e51-028485f38874" providerId="ADAL" clId="{D8EFBD6C-8FE6-4C25-A331-21F9F0AD5358}"/>
    <pc:docChg chg="undo redo custSel addSld delSld modSld sldOrd delSection modSection">
      <pc:chgData name="Mobasher, Ghadeer (Lehre SRH Hochschule Heidelberg)" userId="056b872e-5b37-4b43-9e51-028485f38874" providerId="ADAL" clId="{D8EFBD6C-8FE6-4C25-A331-21F9F0AD5358}" dt="2026-04-28T16:09:50.280" v="2037" actId="108"/>
      <pc:docMkLst>
        <pc:docMk/>
      </pc:docMkLst>
      <pc:sldChg chg="addSp delSp modSp mod">
        <pc:chgData name="Mobasher, Ghadeer (Lehre SRH Hochschule Heidelberg)" userId="056b872e-5b37-4b43-9e51-028485f38874" providerId="ADAL" clId="{D8EFBD6C-8FE6-4C25-A331-21F9F0AD5358}" dt="2026-04-27T13:02:32.914" v="2026" actId="255"/>
        <pc:sldMkLst>
          <pc:docMk/>
          <pc:sldMk cId="4250973503" sldId="267"/>
        </pc:sldMkLst>
        <pc:spChg chg="mod">
          <ac:chgData name="Mobasher, Ghadeer (Lehre SRH Hochschule Heidelberg)" userId="056b872e-5b37-4b43-9e51-028485f38874" providerId="ADAL" clId="{D8EFBD6C-8FE6-4C25-A331-21F9F0AD5358}" dt="2026-04-27T13:02:32.914" v="2026" actId="255"/>
          <ac:spMkLst>
            <pc:docMk/>
            <pc:sldMk cId="4250973503" sldId="267"/>
            <ac:spMk id="7" creationId="{514BACE3-4337-4A2D-8DDD-F4398029E921}"/>
          </ac:spMkLst>
        </pc:spChg>
      </pc:sldChg>
      <pc:sldChg chg="modSp mod">
        <pc:chgData name="Mobasher, Ghadeer (Lehre SRH Hochschule Heidelberg)" userId="056b872e-5b37-4b43-9e51-028485f38874" providerId="ADAL" clId="{D8EFBD6C-8FE6-4C25-A331-21F9F0AD5358}" dt="2026-04-17T08:26:13.777" v="683" actId="1076"/>
        <pc:sldMkLst>
          <pc:docMk/>
          <pc:sldMk cId="4251987334" sldId="285"/>
        </pc:sldMkLst>
        <pc:picChg chg="mod">
          <ac:chgData name="Mobasher, Ghadeer (Lehre SRH Hochschule Heidelberg)" userId="056b872e-5b37-4b43-9e51-028485f38874" providerId="ADAL" clId="{D8EFBD6C-8FE6-4C25-A331-21F9F0AD5358}" dt="2026-04-17T08:26:13.777" v="683" actId="1076"/>
          <ac:picMkLst>
            <pc:docMk/>
            <pc:sldMk cId="4251987334" sldId="285"/>
            <ac:picMk id="3" creationId="{2B940045-061E-E501-0B6A-63DC3D55736C}"/>
          </ac:picMkLst>
        </pc:picChg>
      </pc:sldChg>
      <pc:sldChg chg="addSp delSp modSp mod">
        <pc:chgData name="Mobasher, Ghadeer (Lehre SRH Hochschule Heidelberg)" userId="056b872e-5b37-4b43-9e51-028485f38874" providerId="ADAL" clId="{D8EFBD6C-8FE6-4C25-A331-21F9F0AD5358}" dt="2026-04-24T18:52:25.553" v="1982" actId="1076"/>
        <pc:sldMkLst>
          <pc:docMk/>
          <pc:sldMk cId="756172801" sldId="297"/>
        </pc:sldMkLst>
        <pc:spChg chg="mod">
          <ac:chgData name="Mobasher, Ghadeer (Lehre SRH Hochschule Heidelberg)" userId="056b872e-5b37-4b43-9e51-028485f38874" providerId="ADAL" clId="{D8EFBD6C-8FE6-4C25-A331-21F9F0AD5358}" dt="2026-04-16T13:25:37.779" v="111" actId="1076"/>
          <ac:spMkLst>
            <pc:docMk/>
            <pc:sldMk cId="756172801" sldId="297"/>
            <ac:spMk id="6" creationId="{1F6E6FC4-C5A8-42EB-8C76-017ABA498F4B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4T18:51:26.331" v="1972" actId="1076"/>
          <ac:spMkLst>
            <pc:docMk/>
            <pc:sldMk cId="756172801" sldId="297"/>
            <ac:spMk id="8" creationId="{D2C9CD85-AEC2-EA9F-A307-E9A335CBF91F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16T13:27:38.798" v="115" actId="1076"/>
          <ac:spMkLst>
            <pc:docMk/>
            <pc:sldMk cId="756172801" sldId="297"/>
            <ac:spMk id="9" creationId="{C7B85632-E4AE-45C1-B77F-DC305DB7A4D9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4T18:52:22.043" v="1981" actId="1076"/>
          <ac:picMkLst>
            <pc:docMk/>
            <pc:sldMk cId="756172801" sldId="297"/>
            <ac:picMk id="5" creationId="{5239C3FD-473D-7DAF-B7DC-567CA8E06784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4T18:52:25.553" v="1982" actId="1076"/>
          <ac:picMkLst>
            <pc:docMk/>
            <pc:sldMk cId="756172801" sldId="297"/>
            <ac:picMk id="10" creationId="{F0135C61-CCCC-E88A-9D5C-798F34D5116C}"/>
          </ac:picMkLst>
        </pc:picChg>
      </pc:sldChg>
      <pc:sldChg chg="addSp delSp modSp mod delAnim modAnim">
        <pc:chgData name="Mobasher, Ghadeer (Lehre SRH Hochschule Heidelberg)" userId="056b872e-5b37-4b43-9e51-028485f38874" providerId="ADAL" clId="{D8EFBD6C-8FE6-4C25-A331-21F9F0AD5358}" dt="2026-04-24T17:33:45.821" v="1591"/>
        <pc:sldMkLst>
          <pc:docMk/>
          <pc:sldMk cId="2755682239" sldId="299"/>
        </pc:sldMkLst>
        <pc:spChg chg="mod">
          <ac:chgData name="Mobasher, Ghadeer (Lehre SRH Hochschule Heidelberg)" userId="056b872e-5b37-4b43-9e51-028485f38874" providerId="ADAL" clId="{D8EFBD6C-8FE6-4C25-A331-21F9F0AD5358}" dt="2026-04-24T17:20:13.955" v="1468" actId="242"/>
          <ac:spMkLst>
            <pc:docMk/>
            <pc:sldMk cId="2755682239" sldId="299"/>
            <ac:spMk id="9" creationId="{9469F547-A6B8-4745-99CE-C728F651828A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4T17:33:05.675" v="1586" actId="732"/>
          <ac:picMkLst>
            <pc:docMk/>
            <pc:sldMk cId="2755682239" sldId="299"/>
            <ac:picMk id="4" creationId="{EF44CF29-CBAD-8807-54CB-62F30F7E187A}"/>
          </ac:picMkLst>
        </pc:picChg>
        <pc:picChg chg="add mod">
          <ac:chgData name="Mobasher, Ghadeer (Lehre SRH Hochschule Heidelberg)" userId="056b872e-5b37-4b43-9e51-028485f38874" providerId="ADAL" clId="{D8EFBD6C-8FE6-4C25-A331-21F9F0AD5358}" dt="2026-04-24T17:32:59.456" v="1585" actId="1076"/>
          <ac:picMkLst>
            <pc:docMk/>
            <pc:sldMk cId="2755682239" sldId="299"/>
            <ac:picMk id="6" creationId="{77BB625D-0FA5-0F43-9DA1-3D25B9B1E270}"/>
          </ac:picMkLst>
        </pc:picChg>
        <pc:picChg chg="add mod">
          <ac:chgData name="Mobasher, Ghadeer (Lehre SRH Hochschule Heidelberg)" userId="056b872e-5b37-4b43-9e51-028485f38874" providerId="ADAL" clId="{D8EFBD6C-8FE6-4C25-A331-21F9F0AD5358}" dt="2026-04-24T17:33:41.803" v="1590" actId="1076"/>
          <ac:picMkLst>
            <pc:docMk/>
            <pc:sldMk cId="2755682239" sldId="299"/>
            <ac:picMk id="10" creationId="{34EFBDE9-8A33-866C-D13F-BC03AD9B6866}"/>
          </ac:picMkLst>
        </pc:picChg>
      </pc:sldChg>
      <pc:sldChg chg="addSp delSp modSp mod delAnim modAnim">
        <pc:chgData name="Mobasher, Ghadeer (Lehre SRH Hochschule Heidelberg)" userId="056b872e-5b37-4b43-9e51-028485f38874" providerId="ADAL" clId="{D8EFBD6C-8FE6-4C25-A331-21F9F0AD5358}" dt="2026-04-22T05:48:00.201" v="1007"/>
        <pc:sldMkLst>
          <pc:docMk/>
          <pc:sldMk cId="2518620409" sldId="4147"/>
        </pc:sldMkLst>
        <pc:spChg chg="mod">
          <ac:chgData name="Mobasher, Ghadeer (Lehre SRH Hochschule Heidelberg)" userId="056b872e-5b37-4b43-9e51-028485f38874" providerId="ADAL" clId="{D8EFBD6C-8FE6-4C25-A331-21F9F0AD5358}" dt="2026-04-22T05:45:16.147" v="986" actId="20577"/>
          <ac:spMkLst>
            <pc:docMk/>
            <pc:sldMk cId="2518620409" sldId="4147"/>
            <ac:spMk id="4" creationId="{609DB98F-F228-467A-9114-0FBDEDD8B528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2T05:47:14.439" v="1001" actId="1076"/>
          <ac:picMkLst>
            <pc:docMk/>
            <pc:sldMk cId="2518620409" sldId="4147"/>
            <ac:picMk id="5" creationId="{9697AE73-4062-08EC-20B6-CB5DB57BB531}"/>
          </ac:picMkLst>
        </pc:picChg>
        <pc:picChg chg="add mod">
          <ac:chgData name="Mobasher, Ghadeer (Lehre SRH Hochschule Heidelberg)" userId="056b872e-5b37-4b43-9e51-028485f38874" providerId="ADAL" clId="{D8EFBD6C-8FE6-4C25-A331-21F9F0AD5358}" dt="2026-04-22T05:47:54.212" v="1006" actId="1076"/>
          <ac:picMkLst>
            <pc:docMk/>
            <pc:sldMk cId="2518620409" sldId="4147"/>
            <ac:picMk id="15" creationId="{564F2449-0496-1EEF-2842-D698F46651A6}"/>
          </ac:picMkLst>
        </pc:picChg>
      </pc:sldChg>
      <pc:sldChg chg="modSp mod modAnim">
        <pc:chgData name="Mobasher, Ghadeer (Lehre SRH Hochschule Heidelberg)" userId="056b872e-5b37-4b43-9e51-028485f38874" providerId="ADAL" clId="{D8EFBD6C-8FE6-4C25-A331-21F9F0AD5358}" dt="2026-04-24T18:50:58.075" v="1971" actId="20577"/>
        <pc:sldMkLst>
          <pc:docMk/>
          <pc:sldMk cId="2764857312" sldId="4360"/>
        </pc:sldMkLst>
        <pc:spChg chg="mod">
          <ac:chgData name="Mobasher, Ghadeer (Lehre SRH Hochschule Heidelberg)" userId="056b872e-5b37-4b43-9e51-028485f38874" providerId="ADAL" clId="{D8EFBD6C-8FE6-4C25-A331-21F9F0AD5358}" dt="2026-04-24T18:50:58.075" v="1971" actId="20577"/>
          <ac:spMkLst>
            <pc:docMk/>
            <pc:sldMk cId="2764857312" sldId="4360"/>
            <ac:spMk id="2" creationId="{97EC6828-54D1-B3A4-AE36-AF838EACAC1B}"/>
          </ac:spMkLst>
        </pc:spChg>
      </pc:sldChg>
      <pc:sldChg chg="addSp delSp modSp mod delAnim modAnim">
        <pc:chgData name="Mobasher, Ghadeer (Lehre SRH Hochschule Heidelberg)" userId="056b872e-5b37-4b43-9e51-028485f38874" providerId="ADAL" clId="{D8EFBD6C-8FE6-4C25-A331-21F9F0AD5358}" dt="2026-04-28T16:09:50.280" v="2037" actId="108"/>
        <pc:sldMkLst>
          <pc:docMk/>
          <pc:sldMk cId="586282264" sldId="4375"/>
        </pc:sldMkLst>
        <pc:spChg chg="mod">
          <ac:chgData name="Mobasher, Ghadeer (Lehre SRH Hochschule Heidelberg)" userId="056b872e-5b37-4b43-9e51-028485f38874" providerId="ADAL" clId="{D8EFBD6C-8FE6-4C25-A331-21F9F0AD5358}" dt="2026-04-28T16:09:50.280" v="2037" actId="108"/>
          <ac:spMkLst>
            <pc:docMk/>
            <pc:sldMk cId="586282264" sldId="4375"/>
            <ac:spMk id="9" creationId="{BB179640-B9A7-97CA-B1D0-71BD6DB5EA54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4T18:48:55.518" v="1951" actId="313"/>
          <ac:spMkLst>
            <pc:docMk/>
            <pc:sldMk cId="586282264" sldId="4375"/>
            <ac:spMk id="11" creationId="{CDAF6BFA-AF03-7700-CC4B-E60B05BC8592}"/>
          </ac:spMkLst>
        </pc:spChg>
        <pc:grpChg chg="mod">
          <ac:chgData name="Mobasher, Ghadeer (Lehre SRH Hochschule Heidelberg)" userId="056b872e-5b37-4b43-9e51-028485f38874" providerId="ADAL" clId="{D8EFBD6C-8FE6-4C25-A331-21F9F0AD5358}" dt="2026-04-27T13:00:40.669" v="2024" actId="1076"/>
          <ac:grpSpMkLst>
            <pc:docMk/>
            <pc:sldMk cId="586282264" sldId="4375"/>
            <ac:grpSpMk id="12" creationId="{BBC721A0-FFDC-27A1-1C7E-6B7588E50ADC}"/>
          </ac:grpSpMkLst>
        </pc:grpChg>
        <pc:picChg chg="add mod modCrop">
          <ac:chgData name="Mobasher, Ghadeer (Lehre SRH Hochschule Heidelberg)" userId="056b872e-5b37-4b43-9e51-028485f38874" providerId="ADAL" clId="{D8EFBD6C-8FE6-4C25-A331-21F9F0AD5358}" dt="2026-04-24T18:49:49.846" v="1955" actId="1076"/>
          <ac:picMkLst>
            <pc:docMk/>
            <pc:sldMk cId="586282264" sldId="4375"/>
            <ac:picMk id="18" creationId="{8FC97A20-5139-3270-AC68-24294991E2E1}"/>
          </ac:picMkLst>
        </pc:picChg>
      </pc:sldChg>
      <pc:sldChg chg="delSp modSp mod delAnim">
        <pc:chgData name="Mobasher, Ghadeer (Lehre SRH Hochschule Heidelberg)" userId="056b872e-5b37-4b43-9e51-028485f38874" providerId="ADAL" clId="{D8EFBD6C-8FE6-4C25-A331-21F9F0AD5358}" dt="2026-04-27T13:00:12.235" v="2023" actId="14100"/>
        <pc:sldMkLst>
          <pc:docMk/>
          <pc:sldMk cId="2320336657" sldId="4377"/>
        </pc:sldMkLst>
        <pc:spChg chg="mod">
          <ac:chgData name="Mobasher, Ghadeer (Lehre SRH Hochschule Heidelberg)" userId="056b872e-5b37-4b43-9e51-028485f38874" providerId="ADAL" clId="{D8EFBD6C-8FE6-4C25-A331-21F9F0AD5358}" dt="2026-04-27T12:59:59.135" v="2019" actId="14100"/>
          <ac:spMkLst>
            <pc:docMk/>
            <pc:sldMk cId="2320336657" sldId="4377"/>
            <ac:spMk id="49" creationId="{47BF0B76-8E61-1E49-B945-9F0D40625AB8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3:00:08.606" v="2022" actId="14100"/>
          <ac:spMkLst>
            <pc:docMk/>
            <pc:sldMk cId="2320336657" sldId="4377"/>
            <ac:spMk id="50" creationId="{3BDDF7FE-3C21-451D-E622-66D24316088B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49.215" v="2014" actId="403"/>
          <ac:spMkLst>
            <pc:docMk/>
            <pc:sldMk cId="2320336657" sldId="4377"/>
            <ac:spMk id="53" creationId="{E3C67E34-F51C-E066-647C-BA1E0700A63A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3:00:12.235" v="2023" actId="14100"/>
          <ac:spMkLst>
            <pc:docMk/>
            <pc:sldMk cId="2320336657" sldId="4377"/>
            <ac:spMk id="54" creationId="{9BA461B3-7414-035E-2191-B2D58B8EFE90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41.881" v="2010" actId="403"/>
          <ac:spMkLst>
            <pc:docMk/>
            <pc:sldMk cId="2320336657" sldId="4377"/>
            <ac:spMk id="57" creationId="{F3E87FC5-78CA-F29A-E5AA-DDF0AB94F6C3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9:45.783" v="2012" actId="403"/>
          <ac:spMkLst>
            <pc:docMk/>
            <pc:sldMk cId="2320336657" sldId="4377"/>
            <ac:spMk id="58" creationId="{612E97B9-C600-79AF-1097-50F7ED2C39BD}"/>
          </ac:spMkLst>
        </pc:spChg>
        <pc:grpChg chg="mod">
          <ac:chgData name="Mobasher, Ghadeer (Lehre SRH Hochschule Heidelberg)" userId="056b872e-5b37-4b43-9e51-028485f38874" providerId="ADAL" clId="{D8EFBD6C-8FE6-4C25-A331-21F9F0AD5358}" dt="2026-04-24T18:21:23.341" v="1682" actId="1076"/>
          <ac:grpSpMkLst>
            <pc:docMk/>
            <pc:sldMk cId="2320336657" sldId="4377"/>
            <ac:grpSpMk id="2" creationId="{1579A938-8067-548E-B294-26D2E86CDFC1}"/>
          </ac:grpSpMkLst>
        </pc:grpChg>
        <pc:grpChg chg="mod">
          <ac:chgData name="Mobasher, Ghadeer (Lehre SRH Hochschule Heidelberg)" userId="056b872e-5b37-4b43-9e51-028485f38874" providerId="ADAL" clId="{D8EFBD6C-8FE6-4C25-A331-21F9F0AD5358}" dt="2026-04-24T18:21:41.672" v="1684" actId="1076"/>
          <ac:grpSpMkLst>
            <pc:docMk/>
            <pc:sldMk cId="2320336657" sldId="4377"/>
            <ac:grpSpMk id="4" creationId="{204B4BB1-7D8F-4A79-09B7-9E86D1630BC9}"/>
          </ac:grpSpMkLst>
        </pc:grpChg>
        <pc:grpChg chg="mod">
          <ac:chgData name="Mobasher, Ghadeer (Lehre SRH Hochschule Heidelberg)" userId="056b872e-5b37-4b43-9e51-028485f38874" providerId="ADAL" clId="{D8EFBD6C-8FE6-4C25-A331-21F9F0AD5358}" dt="2026-04-24T18:21:29.142" v="1683" actId="1076"/>
          <ac:grpSpMkLst>
            <pc:docMk/>
            <pc:sldMk cId="2320336657" sldId="4377"/>
            <ac:grpSpMk id="8" creationId="{676BFFBD-E105-BB9E-07F7-A998595A9B1B}"/>
          </ac:grpSpMkLst>
        </pc:grpChg>
      </pc:sldChg>
      <pc:sldChg chg="addSp delSp modSp mod delAnim modAnim">
        <pc:chgData name="Mobasher, Ghadeer (Lehre SRH Hochschule Heidelberg)" userId="056b872e-5b37-4b43-9e51-028485f38874" providerId="ADAL" clId="{D8EFBD6C-8FE6-4C25-A331-21F9F0AD5358}" dt="2026-04-24T18:28:27.380" v="1802"/>
        <pc:sldMkLst>
          <pc:docMk/>
          <pc:sldMk cId="3762456871" sldId="4378"/>
        </pc:sldMkLst>
        <pc:spChg chg="mod topLvl">
          <ac:chgData name="Mobasher, Ghadeer (Lehre SRH Hochschule Heidelberg)" userId="056b872e-5b37-4b43-9e51-028485f38874" providerId="ADAL" clId="{D8EFBD6C-8FE6-4C25-A331-21F9F0AD5358}" dt="2026-04-24T18:27:18.130" v="1801" actId="20577"/>
          <ac:spMkLst>
            <pc:docMk/>
            <pc:sldMk cId="3762456871" sldId="4378"/>
            <ac:spMk id="2" creationId="{3C1A7F77-7141-9E81-633D-2DD35750F158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4T18:26:27.890" v="1791" actId="1076"/>
          <ac:picMkLst>
            <pc:docMk/>
            <pc:sldMk cId="3762456871" sldId="4378"/>
            <ac:picMk id="23" creationId="{6A05B44E-25DA-D666-A0F6-7C83966D99BD}"/>
          </ac:picMkLst>
        </pc:picChg>
      </pc:sldChg>
      <pc:sldChg chg="addSp delSp modSp mod">
        <pc:chgData name="Mobasher, Ghadeer (Lehre SRH Hochschule Heidelberg)" userId="056b872e-5b37-4b43-9e51-028485f38874" providerId="ADAL" clId="{D8EFBD6C-8FE6-4C25-A331-21F9F0AD5358}" dt="2026-04-17T08:25:19.597" v="670" actId="1076"/>
        <pc:sldMkLst>
          <pc:docMk/>
          <pc:sldMk cId="3687336806" sldId="4379"/>
        </pc:sldMkLst>
        <pc:spChg chg="mod">
          <ac:chgData name="Mobasher, Ghadeer (Lehre SRH Hochschule Heidelberg)" userId="056b872e-5b37-4b43-9e51-028485f38874" providerId="ADAL" clId="{D8EFBD6C-8FE6-4C25-A331-21F9F0AD5358}" dt="2026-04-17T08:25:15.263" v="669" actId="1076"/>
          <ac:spMkLst>
            <pc:docMk/>
            <pc:sldMk cId="3687336806" sldId="4379"/>
            <ac:spMk id="7" creationId="{58FE124D-88FA-94F1-79F7-11F9163A19B9}"/>
          </ac:spMkLst>
        </pc:spChg>
        <pc:picChg chg="add mod">
          <ac:chgData name="Mobasher, Ghadeer (Lehre SRH Hochschule Heidelberg)" userId="056b872e-5b37-4b43-9e51-028485f38874" providerId="ADAL" clId="{D8EFBD6C-8FE6-4C25-A331-21F9F0AD5358}" dt="2026-04-17T08:25:19.597" v="670" actId="1076"/>
          <ac:picMkLst>
            <pc:docMk/>
            <pc:sldMk cId="3687336806" sldId="4379"/>
            <ac:picMk id="3" creationId="{6274F7CD-DE73-4CD2-5DED-0958DB0AC301}"/>
          </ac:picMkLst>
        </pc:picChg>
      </pc:sldChg>
      <pc:sldChg chg="ord">
        <pc:chgData name="Mobasher, Ghadeer (Lehre SRH Hochschule Heidelberg)" userId="056b872e-5b37-4b43-9e51-028485f38874" providerId="ADAL" clId="{D8EFBD6C-8FE6-4C25-A331-21F9F0AD5358}" dt="2026-04-24T17:40:34.094" v="1665" actId="20578"/>
        <pc:sldMkLst>
          <pc:docMk/>
          <pc:sldMk cId="1776145192" sldId="4381"/>
        </pc:sldMkLst>
      </pc:sldChg>
      <pc:sldChg chg="addSp delSp modSp add mod delAnim">
        <pc:chgData name="Mobasher, Ghadeer (Lehre SRH Hochschule Heidelberg)" userId="056b872e-5b37-4b43-9e51-028485f38874" providerId="ADAL" clId="{D8EFBD6C-8FE6-4C25-A331-21F9F0AD5358}" dt="2026-04-21T18:12:11.008" v="744" actId="14100"/>
        <pc:sldMkLst>
          <pc:docMk/>
          <pc:sldMk cId="1378576645" sldId="4382"/>
        </pc:sldMkLst>
        <pc:spChg chg="mod">
          <ac:chgData name="Mobasher, Ghadeer (Lehre SRH Hochschule Heidelberg)" userId="056b872e-5b37-4b43-9e51-028485f38874" providerId="ADAL" clId="{D8EFBD6C-8FE6-4C25-A331-21F9F0AD5358}" dt="2026-04-21T18:11:13.936" v="738" actId="20577"/>
          <ac:spMkLst>
            <pc:docMk/>
            <pc:sldMk cId="1378576645" sldId="4382"/>
            <ac:spMk id="4" creationId="{E1BD28FD-CF05-625A-CE6F-E3C34DF25607}"/>
          </ac:spMkLst>
        </pc:spChg>
        <pc:picChg chg="add mod">
          <ac:chgData name="Mobasher, Ghadeer (Lehre SRH Hochschule Heidelberg)" userId="056b872e-5b37-4b43-9e51-028485f38874" providerId="ADAL" clId="{D8EFBD6C-8FE6-4C25-A331-21F9F0AD5358}" dt="2026-04-21T18:12:11.008" v="744" actId="14100"/>
          <ac:picMkLst>
            <pc:docMk/>
            <pc:sldMk cId="1378576645" sldId="4382"/>
            <ac:picMk id="5" creationId="{FF5FE16E-D67C-4ECB-FA5D-356271911905}"/>
          </ac:picMkLst>
        </pc:picChg>
      </pc:sldChg>
      <pc:sldChg chg="addSp delSp modSp add mod">
        <pc:chgData name="Mobasher, Ghadeer (Lehre SRH Hochschule Heidelberg)" userId="056b872e-5b37-4b43-9e51-028485f38874" providerId="ADAL" clId="{D8EFBD6C-8FE6-4C25-A331-21F9F0AD5358}" dt="2026-04-21T18:13:35.645" v="754" actId="14100"/>
        <pc:sldMkLst>
          <pc:docMk/>
          <pc:sldMk cId="1235978586" sldId="4383"/>
        </pc:sldMkLst>
        <pc:spChg chg="mod">
          <ac:chgData name="Mobasher, Ghadeer (Lehre SRH Hochschule Heidelberg)" userId="056b872e-5b37-4b43-9e51-028485f38874" providerId="ADAL" clId="{D8EFBD6C-8FE6-4C25-A331-21F9F0AD5358}" dt="2026-04-21T18:12:55.041" v="746"/>
          <ac:spMkLst>
            <pc:docMk/>
            <pc:sldMk cId="1235978586" sldId="4383"/>
            <ac:spMk id="4" creationId="{0D3959A7-C159-EB9D-7815-AE9CF37A757A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1T18:13:27.370" v="752" actId="1076"/>
          <ac:spMkLst>
            <pc:docMk/>
            <pc:sldMk cId="1235978586" sldId="4383"/>
            <ac:spMk id="10" creationId="{784BF27A-D6C1-5523-CAC9-C71E1E527176}"/>
          </ac:spMkLst>
        </pc:spChg>
        <pc:picChg chg="add mod">
          <ac:chgData name="Mobasher, Ghadeer (Lehre SRH Hochschule Heidelberg)" userId="056b872e-5b37-4b43-9e51-028485f38874" providerId="ADAL" clId="{D8EFBD6C-8FE6-4C25-A331-21F9F0AD5358}" dt="2026-04-21T18:13:35.645" v="754" actId="14100"/>
          <ac:picMkLst>
            <pc:docMk/>
            <pc:sldMk cId="1235978586" sldId="4383"/>
            <ac:picMk id="3" creationId="{7A9B5313-9834-EF92-06C3-A41891807132}"/>
          </ac:picMkLst>
        </pc:picChg>
      </pc:sldChg>
      <pc:sldChg chg="addSp delSp modSp add mod delAnim modAnim">
        <pc:chgData name="Mobasher, Ghadeer (Lehre SRH Hochschule Heidelberg)" userId="056b872e-5b37-4b43-9e51-028485f38874" providerId="ADAL" clId="{D8EFBD6C-8FE6-4C25-A331-21F9F0AD5358}" dt="2026-04-24T17:28:06.424" v="1566" actId="1076"/>
        <pc:sldMkLst>
          <pc:docMk/>
          <pc:sldMk cId="1396553930" sldId="4384"/>
        </pc:sldMkLst>
        <pc:spChg chg="mod">
          <ac:chgData name="Mobasher, Ghadeer (Lehre SRH Hochschule Heidelberg)" userId="056b872e-5b37-4b43-9e51-028485f38874" providerId="ADAL" clId="{D8EFBD6C-8FE6-4C25-A331-21F9F0AD5358}" dt="2026-04-21T18:15:37.647" v="788" actId="20577"/>
          <ac:spMkLst>
            <pc:docMk/>
            <pc:sldMk cId="1396553930" sldId="4384"/>
            <ac:spMk id="4" creationId="{8F3D68B7-017E-EA07-122D-D0674C993869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4T17:21:40.127" v="1470" actId="20577"/>
          <ac:spMkLst>
            <pc:docMk/>
            <pc:sldMk cId="1396553930" sldId="4384"/>
            <ac:spMk id="7" creationId="{2BAE1C39-3515-8AA8-AC68-5B5903164ECD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4T17:27:59.141" v="1565" actId="20577"/>
          <ac:spMkLst>
            <pc:docMk/>
            <pc:sldMk cId="1396553930" sldId="4384"/>
            <ac:spMk id="12" creationId="{08E4C931-0346-C66E-F0AF-8726063D38C5}"/>
          </ac:spMkLst>
        </pc:spChg>
        <pc:grpChg chg="add mod">
          <ac:chgData name="Mobasher, Ghadeer (Lehre SRH Hochschule Heidelberg)" userId="056b872e-5b37-4b43-9e51-028485f38874" providerId="ADAL" clId="{D8EFBD6C-8FE6-4C25-A331-21F9F0AD5358}" dt="2026-04-24T17:22:02.083" v="1474" actId="1076"/>
          <ac:grpSpMkLst>
            <pc:docMk/>
            <pc:sldMk cId="1396553930" sldId="4384"/>
            <ac:grpSpMk id="6" creationId="{DDBF4738-C756-3576-3B1A-563CB0D8F68F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4T17:28:06.424" v="1566" actId="1076"/>
          <ac:grpSpMkLst>
            <pc:docMk/>
            <pc:sldMk cId="1396553930" sldId="4384"/>
            <ac:grpSpMk id="9" creationId="{7B1D004B-CC7E-D43A-A2CF-FCCFFC8B6B7D}"/>
          </ac:grpSpMkLst>
        </pc:grpChg>
        <pc:picChg chg="add mod modCrop">
          <ac:chgData name="Mobasher, Ghadeer (Lehre SRH Hochschule Heidelberg)" userId="056b872e-5b37-4b43-9e51-028485f38874" providerId="ADAL" clId="{D8EFBD6C-8FE6-4C25-A331-21F9F0AD5358}" dt="2026-04-21T18:17:23.928" v="800" actId="1076"/>
          <ac:picMkLst>
            <pc:docMk/>
            <pc:sldMk cId="1396553930" sldId="4384"/>
            <ac:picMk id="5" creationId="{1DA3252B-8188-F826-3B07-7F8D1CD32224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1T18:17:41.516" v="803" actId="1076"/>
          <ac:picMkLst>
            <pc:docMk/>
            <pc:sldMk cId="1396553930" sldId="4384"/>
            <ac:picMk id="8" creationId="{37E31214-1DEC-FEBD-182A-B3367DA85E91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1T18:17:46.402" v="804" actId="1076"/>
          <ac:picMkLst>
            <pc:docMk/>
            <pc:sldMk cId="1396553930" sldId="4384"/>
            <ac:picMk id="11" creationId="{74E6DB12-DBB9-C4DE-CC37-DC857738572E}"/>
          </ac:picMkLst>
        </pc:picChg>
      </pc:sldChg>
      <pc:sldChg chg="addSp delSp modSp add mod delAnim modAnim">
        <pc:chgData name="Mobasher, Ghadeer (Lehre SRH Hochschule Heidelberg)" userId="056b872e-5b37-4b43-9e51-028485f38874" providerId="ADAL" clId="{D8EFBD6C-8FE6-4C25-A331-21F9F0AD5358}" dt="2026-04-24T17:24:20.827" v="1514"/>
        <pc:sldMkLst>
          <pc:docMk/>
          <pc:sldMk cId="629544352" sldId="4385"/>
        </pc:sldMkLst>
        <pc:spChg chg="mod">
          <ac:chgData name="Mobasher, Ghadeer (Lehre SRH Hochschule Heidelberg)" userId="056b872e-5b37-4b43-9e51-028485f38874" providerId="ADAL" clId="{D8EFBD6C-8FE6-4C25-A331-21F9F0AD5358}" dt="2026-04-22T05:49:09.458" v="1055" actId="20577"/>
          <ac:spMkLst>
            <pc:docMk/>
            <pc:sldMk cId="629544352" sldId="4385"/>
            <ac:spMk id="4" creationId="{645DA4FC-C1E6-1102-F72A-1D5B1BA1AF0F}"/>
          </ac:spMkLst>
        </pc:spChg>
        <pc:picChg chg="add mod">
          <ac:chgData name="Mobasher, Ghadeer (Lehre SRH Hochschule Heidelberg)" userId="056b872e-5b37-4b43-9e51-028485f38874" providerId="ADAL" clId="{D8EFBD6C-8FE6-4C25-A331-21F9F0AD5358}" dt="2026-04-22T05:50:56.220" v="1060" actId="1076"/>
          <ac:picMkLst>
            <pc:docMk/>
            <pc:sldMk cId="629544352" sldId="4385"/>
            <ac:picMk id="3" creationId="{2928BD9F-AF77-41F6-E13F-2DD7DE2B5464}"/>
          </ac:picMkLst>
        </pc:picChg>
      </pc:sldChg>
      <pc:sldChg chg="addSp delSp modSp add mod modAnim">
        <pc:chgData name="Mobasher, Ghadeer (Lehre SRH Hochschule Heidelberg)" userId="056b872e-5b37-4b43-9e51-028485f38874" providerId="ADAL" clId="{D8EFBD6C-8FE6-4C25-A331-21F9F0AD5358}" dt="2026-04-22T05:55:12.777" v="1104"/>
        <pc:sldMkLst>
          <pc:docMk/>
          <pc:sldMk cId="910092161" sldId="4386"/>
        </pc:sldMkLst>
        <pc:spChg chg="mod">
          <ac:chgData name="Mobasher, Ghadeer (Lehre SRH Hochschule Heidelberg)" userId="056b872e-5b37-4b43-9e51-028485f38874" providerId="ADAL" clId="{D8EFBD6C-8FE6-4C25-A331-21F9F0AD5358}" dt="2026-04-22T05:52:46.402" v="1080" actId="20577"/>
          <ac:spMkLst>
            <pc:docMk/>
            <pc:sldMk cId="910092161" sldId="4386"/>
            <ac:spMk id="4" creationId="{06136F91-EFB4-8139-D4FC-A9FD48F75C48}"/>
          </ac:spMkLst>
        </pc:spChg>
        <pc:spChg chg="add">
          <ac:chgData name="Mobasher, Ghadeer (Lehre SRH Hochschule Heidelberg)" userId="056b872e-5b37-4b43-9e51-028485f38874" providerId="ADAL" clId="{D8EFBD6C-8FE6-4C25-A331-21F9F0AD5358}" dt="2026-04-22T05:55:00.237" v="1101" actId="11529"/>
          <ac:spMkLst>
            <pc:docMk/>
            <pc:sldMk cId="910092161" sldId="4386"/>
            <ac:spMk id="7" creationId="{537F45A0-4D4D-37B6-588B-BACD85DE7B36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2T05:54:22.585" v="1094" actId="732"/>
          <ac:picMkLst>
            <pc:docMk/>
            <pc:sldMk cId="910092161" sldId="4386"/>
            <ac:picMk id="5" creationId="{EB6F434D-EB01-BF5A-076F-5EFB53F58BC3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2T05:54:46.070" v="1100" actId="1076"/>
          <ac:picMkLst>
            <pc:docMk/>
            <pc:sldMk cId="910092161" sldId="4386"/>
            <ac:picMk id="6" creationId="{ABE6C63F-EE53-0D2F-C733-90D0FE3C159A}"/>
          </ac:picMkLst>
        </pc:picChg>
      </pc:sldChg>
      <pc:sldChg chg="addSp delSp modSp add mod delAnim modAnim">
        <pc:chgData name="Mobasher, Ghadeer (Lehre SRH Hochschule Heidelberg)" userId="056b872e-5b37-4b43-9e51-028485f38874" providerId="ADAL" clId="{D8EFBD6C-8FE6-4C25-A331-21F9F0AD5358}" dt="2026-04-22T05:57:52.992" v="1155"/>
        <pc:sldMkLst>
          <pc:docMk/>
          <pc:sldMk cId="1905934699" sldId="4387"/>
        </pc:sldMkLst>
        <pc:spChg chg="mod">
          <ac:chgData name="Mobasher, Ghadeer (Lehre SRH Hochschule Heidelberg)" userId="056b872e-5b37-4b43-9e51-028485f38874" providerId="ADAL" clId="{D8EFBD6C-8FE6-4C25-A331-21F9F0AD5358}" dt="2026-04-22T05:55:45.455" v="1137" actId="20577"/>
          <ac:spMkLst>
            <pc:docMk/>
            <pc:sldMk cId="1905934699" sldId="4387"/>
            <ac:spMk id="4" creationId="{E5F4A470-559C-82CA-832A-BDAA66DC38F4}"/>
          </ac:spMkLst>
        </pc:spChg>
        <pc:spChg chg="add mod">
          <ac:chgData name="Mobasher, Ghadeer (Lehre SRH Hochschule Heidelberg)" userId="056b872e-5b37-4b43-9e51-028485f38874" providerId="ADAL" clId="{D8EFBD6C-8FE6-4C25-A331-21F9F0AD5358}" dt="2026-04-22T05:57:40.173" v="1152" actId="14100"/>
          <ac:spMkLst>
            <pc:docMk/>
            <pc:sldMk cId="1905934699" sldId="4387"/>
            <ac:spMk id="11" creationId="{50ECB822-02C6-C309-9BCE-E8FD223CC744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2T05:56:32.281" v="1142" actId="732"/>
          <ac:picMkLst>
            <pc:docMk/>
            <pc:sldMk cId="1905934699" sldId="4387"/>
            <ac:picMk id="3" creationId="{FB2A5AFC-9EED-81AE-7991-F2C261135DD4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2T05:57:36.384" v="1151" actId="1076"/>
          <ac:picMkLst>
            <pc:docMk/>
            <pc:sldMk cId="1905934699" sldId="4387"/>
            <ac:picMk id="9" creationId="{F41B7AD4-5816-4CD2-5109-AA8AF567B17B}"/>
          </ac:picMkLst>
        </pc:picChg>
      </pc:sldChg>
      <pc:sldChg chg="addSp delSp modSp add mod delAnim modAnim">
        <pc:chgData name="Mobasher, Ghadeer (Lehre SRH Hochschule Heidelberg)" userId="056b872e-5b37-4b43-9e51-028485f38874" providerId="ADAL" clId="{D8EFBD6C-8FE6-4C25-A331-21F9F0AD5358}" dt="2026-04-24T17:02:13.603" v="1252" actId="1076"/>
        <pc:sldMkLst>
          <pc:docMk/>
          <pc:sldMk cId="2360553930" sldId="4388"/>
        </pc:sldMkLst>
        <pc:spChg chg="mod">
          <ac:chgData name="Mobasher, Ghadeer (Lehre SRH Hochschule Heidelberg)" userId="056b872e-5b37-4b43-9e51-028485f38874" providerId="ADAL" clId="{D8EFBD6C-8FE6-4C25-A331-21F9F0AD5358}" dt="2026-04-22T05:58:29.713" v="1164" actId="20577"/>
          <ac:spMkLst>
            <pc:docMk/>
            <pc:sldMk cId="2360553930" sldId="4388"/>
            <ac:spMk id="4" creationId="{C0BBA108-19DF-301D-94C3-1F6B3D5E54AE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4T17:02:11.955" v="1251" actId="1076"/>
          <ac:spMkLst>
            <pc:docMk/>
            <pc:sldMk cId="2360553930" sldId="4388"/>
            <ac:spMk id="11" creationId="{ECB256D8-7BBB-24B6-EAE2-3A72DC4A3AEB}"/>
          </ac:spMkLst>
        </pc:spChg>
        <pc:picChg chg="add mod modCrop">
          <ac:chgData name="Mobasher, Ghadeer (Lehre SRH Hochschule Heidelberg)" userId="056b872e-5b37-4b43-9e51-028485f38874" providerId="ADAL" clId="{D8EFBD6C-8FE6-4C25-A331-21F9F0AD5358}" dt="2026-04-24T17:02:07.923" v="1250" actId="1076"/>
          <ac:picMkLst>
            <pc:docMk/>
            <pc:sldMk cId="2360553930" sldId="4388"/>
            <ac:picMk id="5" creationId="{9FD9ADF3-F04D-9065-6D76-23B6F26948DC}"/>
          </ac:picMkLst>
        </pc:picChg>
        <pc:picChg chg="add mod">
          <ac:chgData name="Mobasher, Ghadeer (Lehre SRH Hochschule Heidelberg)" userId="056b872e-5b37-4b43-9e51-028485f38874" providerId="ADAL" clId="{D8EFBD6C-8FE6-4C25-A331-21F9F0AD5358}" dt="2026-04-24T17:02:13.603" v="1252" actId="1076"/>
          <ac:picMkLst>
            <pc:docMk/>
            <pc:sldMk cId="2360553930" sldId="4388"/>
            <ac:picMk id="7" creationId="{A625CDF9-C71F-29D9-CEE2-C273C45890E6}"/>
          </ac:picMkLst>
        </pc:picChg>
      </pc:sldChg>
      <pc:sldChg chg="addSp delSp modSp add mod delAnim modAnim">
        <pc:chgData name="Mobasher, Ghadeer (Lehre SRH Hochschule Heidelberg)" userId="056b872e-5b37-4b43-9e51-028485f38874" providerId="ADAL" clId="{D8EFBD6C-8FE6-4C25-A331-21F9F0AD5358}" dt="2026-04-22T06:04:51.646" v="1248"/>
        <pc:sldMkLst>
          <pc:docMk/>
          <pc:sldMk cId="1254718645" sldId="4389"/>
        </pc:sldMkLst>
        <pc:spChg chg="mod">
          <ac:chgData name="Mobasher, Ghadeer (Lehre SRH Hochschule Heidelberg)" userId="056b872e-5b37-4b43-9e51-028485f38874" providerId="ADAL" clId="{D8EFBD6C-8FE6-4C25-A331-21F9F0AD5358}" dt="2026-04-22T06:02:35.049" v="1225" actId="20577"/>
          <ac:spMkLst>
            <pc:docMk/>
            <pc:sldMk cId="1254718645" sldId="4389"/>
            <ac:spMk id="4" creationId="{560BB75A-683F-DA04-52F2-155C10B7CB34}"/>
          </ac:spMkLst>
        </pc:spChg>
        <pc:spChg chg="add mod">
          <ac:chgData name="Mobasher, Ghadeer (Lehre SRH Hochschule Heidelberg)" userId="056b872e-5b37-4b43-9e51-028485f38874" providerId="ADAL" clId="{D8EFBD6C-8FE6-4C25-A331-21F9F0AD5358}" dt="2026-04-22T06:04:37.103" v="1244" actId="1076"/>
          <ac:spMkLst>
            <pc:docMk/>
            <pc:sldMk cId="1254718645" sldId="4389"/>
            <ac:spMk id="12" creationId="{6D34A5F9-081A-8956-53AA-56EC422E6A1D}"/>
          </ac:spMkLst>
        </pc:spChg>
        <pc:picChg chg="add mod">
          <ac:chgData name="Mobasher, Ghadeer (Lehre SRH Hochschule Heidelberg)" userId="056b872e-5b37-4b43-9e51-028485f38874" providerId="ADAL" clId="{D8EFBD6C-8FE6-4C25-A331-21F9F0AD5358}" dt="2026-04-22T06:04:30.924" v="1243" actId="1076"/>
          <ac:picMkLst>
            <pc:docMk/>
            <pc:sldMk cId="1254718645" sldId="4389"/>
            <ac:picMk id="3" creationId="{C3F4AB3B-DD07-2445-196C-F178F64A5BD5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2T06:04:39.081" v="1245" actId="1076"/>
          <ac:picMkLst>
            <pc:docMk/>
            <pc:sldMk cId="1254718645" sldId="4389"/>
            <ac:picMk id="8" creationId="{61108DDC-3C37-40B4-6B38-9328CBA59973}"/>
          </ac:picMkLst>
        </pc:picChg>
      </pc:sldChg>
      <pc:sldChg chg="addSp delSp modSp add mod delAnim modAnim">
        <pc:chgData name="Mobasher, Ghadeer (Lehre SRH Hochschule Heidelberg)" userId="056b872e-5b37-4b43-9e51-028485f38874" providerId="ADAL" clId="{D8EFBD6C-8FE6-4C25-A331-21F9F0AD5358}" dt="2026-04-24T17:24:36.004" v="1515"/>
        <pc:sldMkLst>
          <pc:docMk/>
          <pc:sldMk cId="481489865" sldId="4390"/>
        </pc:sldMkLst>
        <pc:spChg chg="mod">
          <ac:chgData name="Mobasher, Ghadeer (Lehre SRH Hochschule Heidelberg)" userId="056b872e-5b37-4b43-9e51-028485f38874" providerId="ADAL" clId="{D8EFBD6C-8FE6-4C25-A331-21F9F0AD5358}" dt="2026-04-24T17:04:42.593" v="1267" actId="20577"/>
          <ac:spMkLst>
            <pc:docMk/>
            <pc:sldMk cId="481489865" sldId="4390"/>
            <ac:spMk id="4" creationId="{A890A5F5-4D98-9608-EF48-F67B3B425770}"/>
          </ac:spMkLst>
        </pc:spChg>
        <pc:picChg chg="add mod">
          <ac:chgData name="Mobasher, Ghadeer (Lehre SRH Hochschule Heidelberg)" userId="056b872e-5b37-4b43-9e51-028485f38874" providerId="ADAL" clId="{D8EFBD6C-8FE6-4C25-A331-21F9F0AD5358}" dt="2026-04-24T17:05:36.002" v="1272" actId="1076"/>
          <ac:picMkLst>
            <pc:docMk/>
            <pc:sldMk cId="481489865" sldId="4390"/>
            <ac:picMk id="5" creationId="{CC2AEA22-DA54-55E0-2142-3C5370AB6D65}"/>
          </ac:picMkLst>
        </pc:picChg>
      </pc:sldChg>
      <pc:sldChg chg="addSp delSp modSp add mod delAnim modAnim">
        <pc:chgData name="Mobasher, Ghadeer (Lehre SRH Hochschule Heidelberg)" userId="056b872e-5b37-4b43-9e51-028485f38874" providerId="ADAL" clId="{D8EFBD6C-8FE6-4C25-A331-21F9F0AD5358}" dt="2026-04-27T12:43:46.766" v="2000" actId="1076"/>
        <pc:sldMkLst>
          <pc:docMk/>
          <pc:sldMk cId="1541024052" sldId="4392"/>
        </pc:sldMkLst>
        <pc:spChg chg="mod">
          <ac:chgData name="Mobasher, Ghadeer (Lehre SRH Hochschule Heidelberg)" userId="056b872e-5b37-4b43-9e51-028485f38874" providerId="ADAL" clId="{D8EFBD6C-8FE6-4C25-A331-21F9F0AD5358}" dt="2026-04-24T17:06:41.802" v="1290" actId="20577"/>
          <ac:spMkLst>
            <pc:docMk/>
            <pc:sldMk cId="1541024052" sldId="4392"/>
            <ac:spMk id="4" creationId="{662552F9-FCE7-1AA0-E893-1E037B2D92D0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4T17:23:12.719" v="1505" actId="1076"/>
          <ac:spMkLst>
            <pc:docMk/>
            <pc:sldMk cId="1541024052" sldId="4392"/>
            <ac:spMk id="12" creationId="{753110C7-5988-1859-77EB-895EC1F8C1EF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4T17:11:07.463" v="1402" actId="20577"/>
          <ac:spMkLst>
            <pc:docMk/>
            <pc:sldMk cId="1541024052" sldId="4392"/>
            <ac:spMk id="15" creationId="{D1E6C6BD-886D-93A7-B9E3-27628BC90671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42:38.412" v="1994" actId="14100"/>
          <ac:spMkLst>
            <pc:docMk/>
            <pc:sldMk cId="1541024052" sldId="4392"/>
            <ac:spMk id="20" creationId="{3F5E8F4A-6CFF-6D6F-AD69-0BB8ABCFB111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4T17:28:59.794" v="1576" actId="20577"/>
          <ac:spMkLst>
            <pc:docMk/>
            <pc:sldMk cId="1541024052" sldId="4392"/>
            <ac:spMk id="24" creationId="{8BC56A44-0E3A-DB14-0412-217CC1D6C2EA}"/>
          </ac:spMkLst>
        </pc:spChg>
        <pc:grpChg chg="add mod">
          <ac:chgData name="Mobasher, Ghadeer (Lehre SRH Hochschule Heidelberg)" userId="056b872e-5b37-4b43-9e51-028485f38874" providerId="ADAL" clId="{D8EFBD6C-8FE6-4C25-A331-21F9F0AD5358}" dt="2026-04-27T12:42:19.163" v="1990" actId="1076"/>
          <ac:grpSpMkLst>
            <pc:docMk/>
            <pc:sldMk cId="1541024052" sldId="4392"/>
            <ac:grpSpMk id="9" creationId="{B322BAE1-B203-C657-B16D-5264102CEEDA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7T12:42:52.275" v="1998" actId="1076"/>
          <ac:grpSpMkLst>
            <pc:docMk/>
            <pc:sldMk cId="1541024052" sldId="4392"/>
            <ac:grpSpMk id="13" creationId="{EB95A6E5-20FD-6B1E-CA5E-491CE5736851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7T12:43:46.766" v="2000" actId="1076"/>
          <ac:grpSpMkLst>
            <pc:docMk/>
            <pc:sldMk cId="1541024052" sldId="4392"/>
            <ac:grpSpMk id="19" creationId="{9A3B8B14-D71D-FD8A-5DD8-DB6E049B7BB7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7T12:42:49.875" v="1997" actId="1076"/>
          <ac:grpSpMkLst>
            <pc:docMk/>
            <pc:sldMk cId="1541024052" sldId="4392"/>
            <ac:grpSpMk id="22" creationId="{7AFBEAA7-B151-705D-C72C-02D9B40A14CA}"/>
          </ac:grpSpMkLst>
        </pc:grpChg>
        <pc:picChg chg="add mod">
          <ac:chgData name="Mobasher, Ghadeer (Lehre SRH Hochschule Heidelberg)" userId="056b872e-5b37-4b43-9e51-028485f38874" providerId="ADAL" clId="{D8EFBD6C-8FE6-4C25-A331-21F9F0AD5358}" dt="2026-04-24T17:25:23.852" v="1523" actId="1076"/>
          <ac:picMkLst>
            <pc:docMk/>
            <pc:sldMk cId="1541024052" sldId="4392"/>
            <ac:picMk id="8" creationId="{F93AC8A1-6FBE-8880-7ABE-1F36EF5B7AB6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4T17:08:28.344" v="1301"/>
          <ac:picMkLst>
            <pc:docMk/>
            <pc:sldMk cId="1541024052" sldId="4392"/>
            <ac:picMk id="11" creationId="{FEBFF6DB-5D9F-9C13-A152-19CD053B8797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4T17:09:48.127" v="1352"/>
          <ac:picMkLst>
            <pc:docMk/>
            <pc:sldMk cId="1541024052" sldId="4392"/>
            <ac:picMk id="14" creationId="{0EA55C74-A950-26B6-870F-F469E139548A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4T19:01:48.513" v="1985" actId="14100"/>
          <ac:picMkLst>
            <pc:docMk/>
            <pc:sldMk cId="1541024052" sldId="4392"/>
            <ac:picMk id="21" creationId="{89FA0B2D-EBCD-D8D7-FF1F-9D615BF6BD0B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4T17:26:34.392" v="1544"/>
          <ac:picMkLst>
            <pc:docMk/>
            <pc:sldMk cId="1541024052" sldId="4392"/>
            <ac:picMk id="23" creationId="{44D2517F-52A2-C7E5-8FBD-08EE9649A8CE}"/>
          </ac:picMkLst>
        </pc:picChg>
      </pc:sldChg>
      <pc:sldChg chg="addSp delSp modSp add mod delAnim modAnim">
        <pc:chgData name="Mobasher, Ghadeer (Lehre SRH Hochschule Heidelberg)" userId="056b872e-5b37-4b43-9e51-028485f38874" providerId="ADAL" clId="{D8EFBD6C-8FE6-4C25-A331-21F9F0AD5358}" dt="2026-04-27T12:53:47.896" v="2006" actId="1076"/>
        <pc:sldMkLst>
          <pc:docMk/>
          <pc:sldMk cId="4041848548" sldId="4393"/>
        </pc:sldMkLst>
        <pc:spChg chg="add mod">
          <ac:chgData name="Mobasher, Ghadeer (Lehre SRH Hochschule Heidelberg)" userId="056b872e-5b37-4b43-9e51-028485f38874" providerId="ADAL" clId="{D8EFBD6C-8FE6-4C25-A331-21F9F0AD5358}" dt="2026-04-24T17:35:29.765" v="1601" actId="1076"/>
          <ac:spMkLst>
            <pc:docMk/>
            <pc:sldMk cId="4041848548" sldId="4393"/>
            <ac:spMk id="5" creationId="{2005B30F-52BF-DAD1-CBEC-DC7530528939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4T17:36:10.345" v="1640" actId="20577"/>
          <ac:spMkLst>
            <pc:docMk/>
            <pc:sldMk cId="4041848548" sldId="4393"/>
            <ac:spMk id="9" creationId="{B6F58D31-DD62-9E68-23F6-6C5CBC6DACD9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3:31.530" v="2003" actId="20577"/>
          <ac:spMkLst>
            <pc:docMk/>
            <pc:sldMk cId="4041848548" sldId="4393"/>
            <ac:spMk id="13" creationId="{4C0CFEE7-8CD1-A0B0-4D0D-D905BF3AE35A}"/>
          </ac:spMkLst>
        </pc:spChg>
        <pc:spChg chg="mod">
          <ac:chgData name="Mobasher, Ghadeer (Lehre SRH Hochschule Heidelberg)" userId="056b872e-5b37-4b43-9e51-028485f38874" providerId="ADAL" clId="{D8EFBD6C-8FE6-4C25-A331-21F9F0AD5358}" dt="2026-04-27T12:53:44.499" v="2005" actId="1076"/>
          <ac:spMkLst>
            <pc:docMk/>
            <pc:sldMk cId="4041848548" sldId="4393"/>
            <ac:spMk id="17" creationId="{FE002B96-7EDA-884F-EEC9-ED7F455358EA}"/>
          </ac:spMkLst>
        </pc:spChg>
        <pc:grpChg chg="add mod">
          <ac:chgData name="Mobasher, Ghadeer (Lehre SRH Hochschule Heidelberg)" userId="056b872e-5b37-4b43-9e51-028485f38874" providerId="ADAL" clId="{D8EFBD6C-8FE6-4C25-A331-21F9F0AD5358}" dt="2026-04-24T17:37:41.298" v="1650" actId="1076"/>
          <ac:grpSpMkLst>
            <pc:docMk/>
            <pc:sldMk cId="4041848548" sldId="4393"/>
            <ac:grpSpMk id="12" creationId="{45D58765-0FF0-3DD6-FA41-E41CE074BC9B}"/>
          </ac:grpSpMkLst>
        </pc:grpChg>
        <pc:grpChg chg="add mod">
          <ac:chgData name="Mobasher, Ghadeer (Lehre SRH Hochschule Heidelberg)" userId="056b872e-5b37-4b43-9e51-028485f38874" providerId="ADAL" clId="{D8EFBD6C-8FE6-4C25-A331-21F9F0AD5358}" dt="2026-04-24T17:37:36.211" v="1649" actId="1076"/>
          <ac:grpSpMkLst>
            <pc:docMk/>
            <pc:sldMk cId="4041848548" sldId="4393"/>
            <ac:grpSpMk id="15" creationId="{0D863FDE-95A9-E088-8226-90ED229DCB8E}"/>
          </ac:grpSpMkLst>
        </pc:grpChg>
        <pc:picChg chg="add mod modCrop">
          <ac:chgData name="Mobasher, Ghadeer (Lehre SRH Hochschule Heidelberg)" userId="056b872e-5b37-4b43-9e51-028485f38874" providerId="ADAL" clId="{D8EFBD6C-8FE6-4C25-A331-21F9F0AD5358}" dt="2026-04-24T17:35:17.505" v="1599" actId="1076"/>
          <ac:picMkLst>
            <pc:docMk/>
            <pc:sldMk cId="4041848548" sldId="4393"/>
            <ac:picMk id="3" creationId="{26EE9A7A-5BEB-E764-515D-FB2171103D74}"/>
          </ac:picMkLst>
        </pc:picChg>
        <pc:picChg chg="add mod modCrop">
          <ac:chgData name="Mobasher, Ghadeer (Lehre SRH Hochschule Heidelberg)" userId="056b872e-5b37-4b43-9e51-028485f38874" providerId="ADAL" clId="{D8EFBD6C-8FE6-4C25-A331-21F9F0AD5358}" dt="2026-04-24T17:37:19.056" v="1646" actId="1076"/>
          <ac:picMkLst>
            <pc:docMk/>
            <pc:sldMk cId="4041848548" sldId="4393"/>
            <ac:picMk id="11" creationId="{0A0BDE17-9B9C-E1EE-A302-66240921A2AB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4T17:38:37.244" v="1655" actId="14100"/>
          <ac:picMkLst>
            <pc:docMk/>
            <pc:sldMk cId="4041848548" sldId="4393"/>
            <ac:picMk id="14" creationId="{DD9A2A2D-5BFF-DAB8-A049-A184AF6FD05C}"/>
          </ac:picMkLst>
        </pc:picChg>
        <pc:picChg chg="mod">
          <ac:chgData name="Mobasher, Ghadeer (Lehre SRH Hochschule Heidelberg)" userId="056b872e-5b37-4b43-9e51-028485f38874" providerId="ADAL" clId="{D8EFBD6C-8FE6-4C25-A331-21F9F0AD5358}" dt="2026-04-27T12:53:47.896" v="2006" actId="1076"/>
          <ac:picMkLst>
            <pc:docMk/>
            <pc:sldMk cId="4041848548" sldId="4393"/>
            <ac:picMk id="16" creationId="{97D3F9F1-1976-504D-1C0D-40C7209E52F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4FD14F-B70D-D5AF-1A88-433ED140F5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C11C1-92FA-8958-CAB4-BB441FEFE9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32C2A-29BB-4EB6-9CC7-2A78C55C357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F5C5B-700C-0197-306F-E7CD103E7E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EB53B-293B-0C05-3217-92B665E63B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D9B89-B461-4A4E-BF5D-F0E90320A3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1466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RH Text" panose="020B0503020204020204" pitchFamily="34" charset="0"/>
              </a:defRPr>
            </a:lvl1pPr>
          </a:lstStyle>
          <a:p>
            <a:fld id="{877A3E2A-35AE-479C-B172-30C9CAEEE094}" type="datetimeFigureOut">
              <a:rPr lang="de-DE" smtClean="0"/>
              <a:pPr/>
              <a:t>28.04.2026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RH Text" panose="020B0503020204020204" pitchFamily="34" charset="0"/>
              </a:defRPr>
            </a:lvl1pPr>
          </a:lstStyle>
          <a:p>
            <a:fld id="{CF191045-FCBB-4EC9-AB5F-AA4CFDEA61CB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72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RH Text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0221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E373-95A7-0532-FE71-96F33ED25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700C1-05F0-D1A3-A7D1-434687F4E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C2A6E-7996-10D1-43C8-918B7BF5A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4CA94-BCF7-B1E9-BE70-AA0589203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4125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D1BC13A-F8DC-4F93-5A36-98888E2F07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10400" y="622144"/>
            <a:ext cx="2228400" cy="553513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0933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10400" y="622144"/>
            <a:ext cx="2228400" cy="553513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50" b="1">
                <a:solidFill>
                  <a:schemeClr val="bg1"/>
                </a:solidFill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srh Logo">
            <a:extLst>
              <a:ext uri="{FF2B5EF4-FFF2-40B4-BE49-F238E27FC236}">
                <a16:creationId xmlns:a16="http://schemas.microsoft.com/office/drawing/2014/main" id="{E2C8FFD0-489D-45A2-BC98-F4AC2B86D4D2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30000" y="458084"/>
            <a:ext cx="948335" cy="733815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068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24" name="Thema 1">
            <a:extLst>
              <a:ext uri="{FF2B5EF4-FFF2-40B4-BE49-F238E27FC236}">
                <a16:creationId xmlns:a16="http://schemas.microsoft.com/office/drawing/2014/main" id="{E0EF4533-96BB-8B62-CBCC-9ED61CC2892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73463" y="4854251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5" name="Zahl Thema 1">
            <a:extLst>
              <a:ext uri="{FF2B5EF4-FFF2-40B4-BE49-F238E27FC236}">
                <a16:creationId xmlns:a16="http://schemas.microsoft.com/office/drawing/2014/main" id="{417EAB38-43FF-1504-A030-6F3E61D1B8D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76000" y="4854251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3" name="Thema 1">
            <a:extLst>
              <a:ext uri="{FF2B5EF4-FFF2-40B4-BE49-F238E27FC236}">
                <a16:creationId xmlns:a16="http://schemas.microsoft.com/office/drawing/2014/main" id="{1A37B297-321D-8AE7-2F02-3D95027BE29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73465" y="4072689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4" name="Zahl Thema 1">
            <a:extLst>
              <a:ext uri="{FF2B5EF4-FFF2-40B4-BE49-F238E27FC236}">
                <a16:creationId xmlns:a16="http://schemas.microsoft.com/office/drawing/2014/main" id="{E52E2AE4-CBDE-4AE7-3530-D1D265270C5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76000" y="4072689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2" name="Thema 1">
            <a:extLst>
              <a:ext uri="{FF2B5EF4-FFF2-40B4-BE49-F238E27FC236}">
                <a16:creationId xmlns:a16="http://schemas.microsoft.com/office/drawing/2014/main" id="{BBC39FEE-F2AC-F800-A5A4-1D102C0399B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73465" y="3291126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3" name="Zahl Thema 1">
            <a:extLst>
              <a:ext uri="{FF2B5EF4-FFF2-40B4-BE49-F238E27FC236}">
                <a16:creationId xmlns:a16="http://schemas.microsoft.com/office/drawing/2014/main" id="{E4ABD6E5-5EF3-42A3-FCAD-69AE6FA9E53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76000" y="3291125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1" name="Thema 1">
            <a:extLst>
              <a:ext uri="{FF2B5EF4-FFF2-40B4-BE49-F238E27FC236}">
                <a16:creationId xmlns:a16="http://schemas.microsoft.com/office/drawing/2014/main" id="{DED4AAE8-2649-8EBA-6B49-009E08A77C6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773465" y="2509563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2" name="Zahl Thema 1">
            <a:extLst>
              <a:ext uri="{FF2B5EF4-FFF2-40B4-BE49-F238E27FC236}">
                <a16:creationId xmlns:a16="http://schemas.microsoft.com/office/drawing/2014/main" id="{81E0646A-4C7A-1F4A-3CD0-8C8A5B5C93F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76000" y="2509563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0" name="Thema 1">
            <a:extLst>
              <a:ext uri="{FF2B5EF4-FFF2-40B4-BE49-F238E27FC236}">
                <a16:creationId xmlns:a16="http://schemas.microsoft.com/office/drawing/2014/main" id="{654DC2AA-AF1C-462E-75CA-A7A1B5639F8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73464" y="1728000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1" name="Zahl Thema 1">
            <a:extLst>
              <a:ext uri="{FF2B5EF4-FFF2-40B4-BE49-F238E27FC236}">
                <a16:creationId xmlns:a16="http://schemas.microsoft.com/office/drawing/2014/main" id="{3EE8B63B-3115-A1BF-E6BC-7C3D2C26961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76000" y="1728000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9" name="Thema 1">
            <a:extLst>
              <a:ext uri="{FF2B5EF4-FFF2-40B4-BE49-F238E27FC236}">
                <a16:creationId xmlns:a16="http://schemas.microsoft.com/office/drawing/2014/main" id="{60F31CC5-38C0-1D91-0890-082A693A67E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62642" y="4854251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10" name="Zahl Thema 1">
            <a:extLst>
              <a:ext uri="{FF2B5EF4-FFF2-40B4-BE49-F238E27FC236}">
                <a16:creationId xmlns:a16="http://schemas.microsoft.com/office/drawing/2014/main" id="{73670FA5-0A72-C39B-31DD-960D04D8D94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9400" y="4854251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8" name="Thema 1">
            <a:extLst>
              <a:ext uri="{FF2B5EF4-FFF2-40B4-BE49-F238E27FC236}">
                <a16:creationId xmlns:a16="http://schemas.microsoft.com/office/drawing/2014/main" id="{D23001DC-439B-F6A6-5F4F-B9BA1533496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62642" y="4072689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" name="Zahl Thema 1">
            <a:extLst>
              <a:ext uri="{FF2B5EF4-FFF2-40B4-BE49-F238E27FC236}">
                <a16:creationId xmlns:a16="http://schemas.microsoft.com/office/drawing/2014/main" id="{904029B0-83F7-3EE9-EF6A-7A5BBFCA34A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9400" y="4072689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7" name="Thema 1">
            <a:extLst>
              <a:ext uri="{FF2B5EF4-FFF2-40B4-BE49-F238E27FC236}">
                <a16:creationId xmlns:a16="http://schemas.microsoft.com/office/drawing/2014/main" id="{6CFFFF59-0383-2F7D-5A19-C21529AEE63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62642" y="3291126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" name="Zahl Thema 1">
            <a:extLst>
              <a:ext uri="{FF2B5EF4-FFF2-40B4-BE49-F238E27FC236}">
                <a16:creationId xmlns:a16="http://schemas.microsoft.com/office/drawing/2014/main" id="{7AF88CBE-99FD-ECBA-E7E2-D0D5000EF29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9400" y="3291126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16" name="Thema 1">
            <a:extLst>
              <a:ext uri="{FF2B5EF4-FFF2-40B4-BE49-F238E27FC236}">
                <a16:creationId xmlns:a16="http://schemas.microsoft.com/office/drawing/2014/main" id="{10042594-2E0C-223F-20F4-629765AAF42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62642" y="2509563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3" name="Zahl Thema 1">
            <a:extLst>
              <a:ext uri="{FF2B5EF4-FFF2-40B4-BE49-F238E27FC236}">
                <a16:creationId xmlns:a16="http://schemas.microsoft.com/office/drawing/2014/main" id="{21289641-CFF9-EF51-ACBA-C1A6EEA6FF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9400" y="2509563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642" y="1728000"/>
            <a:ext cx="5053358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buFontTx/>
              <a:buNone/>
              <a:tabLst/>
              <a:defRPr sz="2000" b="0">
                <a:solidFill>
                  <a:schemeClr val="bg2">
                    <a:lumMod val="50000"/>
                  </a:schemeClr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" name="Zahl Thema 1">
            <a:extLst>
              <a:ext uri="{FF2B5EF4-FFF2-40B4-BE49-F238E27FC236}">
                <a16:creationId xmlns:a16="http://schemas.microsoft.com/office/drawing/2014/main" id="{E2ADF3CF-F60D-4ECF-8E7F-2DD46C638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400" y="1728000"/>
            <a:ext cx="425604" cy="700642"/>
          </a:xfrm>
        </p:spPr>
        <p:txBody>
          <a:bodyPr/>
          <a:lstStyle>
            <a:lvl1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1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</p:spTree>
    <p:extLst>
      <p:ext uri="{BB962C8B-B14F-4D97-AF65-F5344CB8AC3E}">
        <p14:creationId xmlns:p14="http://schemas.microsoft.com/office/powerpoint/2010/main" val="162862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1728000"/>
            <a:ext cx="11466823" cy="3826893"/>
          </a:xfrm>
        </p:spPr>
        <p:txBody>
          <a:bodyPr spcCol="360000"/>
          <a:lstStyle>
            <a:lvl1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None/>
              <a:tabLst/>
              <a:defRPr sz="2000" b="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3pPr>
            <a:lvl4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4pPr>
            <a:lvl5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5pPr>
            <a:lvl6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6pPr>
            <a:lvl7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7pPr>
            <a:lvl8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8pPr>
            <a:lvl9pPr marL="432000" indent="-432000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tabLst>
                <a:tab pos="468000" algn="l"/>
              </a:tabLs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 / zweite Zeile optionale Beschreibung durch weiche Zeilenschaltung (Shift- + Entertaste klicken)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E6F6582-A096-CACB-F073-A3CA677333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127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223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überschrift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2601908"/>
            <a:ext cx="9158400" cy="3356091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9" name="Untertitel 6">
            <a:extLst>
              <a:ext uri="{FF2B5EF4-FFF2-40B4-BE49-F238E27FC236}">
                <a16:creationId xmlns:a16="http://schemas.microsoft.com/office/drawing/2014/main" id="{754254B2-0511-2CF9-4307-322035DE9299}"/>
              </a:ext>
            </a:extLst>
          </p:cNvPr>
          <p:cNvSpPr>
            <a:spLocks noGrp="1"/>
          </p:cNvSpPr>
          <p:nvPr>
            <p:ph type="subTitle" sz="quarter" idx="13"/>
          </p:nvPr>
        </p:nvSpPr>
        <p:spPr>
          <a:xfrm>
            <a:off x="359400" y="1728000"/>
            <a:ext cx="9158400" cy="8739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1pPr>
            <a:lvl2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2pPr>
            <a:lvl3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3pPr>
            <a:lvl4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4pPr>
            <a:lvl5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5pPr>
            <a:lvl6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6pPr>
            <a:lvl7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7pPr>
            <a:lvl8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8pPr>
            <a:lvl9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09119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CDE787C-B484-481E-84CF-7E94E81D5B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16530"/>
            <a:ext cx="7642812" cy="2516885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C78D04AA-A8FB-AAC0-749E-8C3BEEB26E86}"/>
              </a:ext>
            </a:extLst>
          </p:cNvPr>
          <p:cNvSpPr>
            <a:spLocks noGrp="1"/>
          </p:cNvSpPr>
          <p:nvPr>
            <p:ph type="subTitle" sz="quarter" idx="13"/>
          </p:nvPr>
        </p:nvSpPr>
        <p:spPr>
          <a:xfrm>
            <a:off x="360000" y="3124788"/>
            <a:ext cx="7642812" cy="251688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SmartArt-Platzhalter 14">
            <a:extLst>
              <a:ext uri="{FF2B5EF4-FFF2-40B4-BE49-F238E27FC236}">
                <a16:creationId xmlns:a16="http://schemas.microsoft.com/office/drawing/2014/main" id="{861189CF-B82F-42F8-9B1E-3E5A50EC55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73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arm grey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bg1"/>
                </a:solidFill>
                <a:latin typeface="+mj-lt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77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farbi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bg1"/>
                </a:solidFill>
                <a:latin typeface="+mj-lt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A000BE-D89F-4CF2-9153-4F676346A08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51B6F9D-DB24-44F1-8ACB-F1C8797BDAF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98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+mj-lt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54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Statements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107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Statements,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B8731D-4AC9-4D2E-9335-0D0C7773E29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04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,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210823F-C337-45F6-8F6B-044DECDD1A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0"/>
            <a:ext cx="6096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tabLst>
                <a:tab pos="1168400" algn="l"/>
              </a:tabLst>
              <a:defRPr/>
            </a:lvl1pPr>
          </a:lstStyle>
          <a:p>
            <a:endParaRPr lang="de-DE"/>
          </a:p>
        </p:txBody>
      </p:sp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5367600" cy="83509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53676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5" name="SmartArt-Platzhalter 14">
            <a:extLst>
              <a:ext uri="{FF2B5EF4-FFF2-40B4-BE49-F238E27FC236}">
                <a16:creationId xmlns:a16="http://schemas.microsoft.com/office/drawing/2014/main" id="{1542430D-7D46-45F4-82FB-B364BE702A78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2850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5844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54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9438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528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überschrift, 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2601908"/>
            <a:ext cx="7520556" cy="3356092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9438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3" name="Untertitel 6">
            <a:extLst>
              <a:ext uri="{FF2B5EF4-FFF2-40B4-BE49-F238E27FC236}">
                <a16:creationId xmlns:a16="http://schemas.microsoft.com/office/drawing/2014/main" id="{432D4663-6ACC-110A-AB11-4FB06AC98892}"/>
              </a:ext>
            </a:extLst>
          </p:cNvPr>
          <p:cNvSpPr>
            <a:spLocks noGrp="1"/>
          </p:cNvSpPr>
          <p:nvPr>
            <p:ph type="subTitle" sz="quarter" idx="13"/>
          </p:nvPr>
        </p:nvSpPr>
        <p:spPr>
          <a:xfrm>
            <a:off x="359400" y="1728000"/>
            <a:ext cx="7528800" cy="8739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1pPr>
            <a:lvl2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2pPr>
            <a:lvl3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3pPr>
            <a:lvl4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4pPr>
            <a:lvl5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5pPr>
            <a:lvl6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6pPr>
            <a:lvl7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7pPr>
            <a:lvl8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8pPr>
            <a:lvl9pPr mar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3818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Bild, 1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7644" y="1728000"/>
            <a:ext cx="7517808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45453" y="1728000"/>
            <a:ext cx="3581368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41762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1 Inhal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269AF68-988A-4253-A129-3A4AAE090308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7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rgbClr val="E6E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58969"/>
            <a:ext cx="91584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1897A1-EA56-4E00-87BD-78D97639AC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222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9" name="Diagrammplatzhalter 8">
            <a:extLst>
              <a:ext uri="{FF2B5EF4-FFF2-40B4-BE49-F238E27FC236}">
                <a16:creationId xmlns:a16="http://schemas.microsoft.com/office/drawing/2014/main" id="{255DC5E6-3687-4930-935D-6959AEFDD58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047627" y="1944000"/>
            <a:ext cx="3868373" cy="320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DA6BB21-4596-46E1-A515-1F684F164C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47627" y="5212773"/>
            <a:ext cx="3868373" cy="738842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4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6E21690-ED2B-EF9B-A94B-3380AFBBAF7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6000" y="5212773"/>
            <a:ext cx="3868373" cy="738842"/>
          </a:xfrm>
        </p:spPr>
        <p:txBody>
          <a:bodyPr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4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Diagrammplatzhalter 8">
            <a:extLst>
              <a:ext uri="{FF2B5EF4-FFF2-40B4-BE49-F238E27FC236}">
                <a16:creationId xmlns:a16="http://schemas.microsoft.com/office/drawing/2014/main" id="{82F84FDF-40D0-4981-B1F5-E20639CEDD2E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276000" y="1944000"/>
            <a:ext cx="3868373" cy="320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75483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1989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>
            <a:lvl1pPr marL="0" indent="0">
              <a:buNone/>
              <a:tabLst>
                <a:tab pos="5118100" algn="l"/>
              </a:tabLst>
              <a:defRPr/>
            </a:lvl1pPr>
          </a:lstStyle>
          <a:p>
            <a:endParaRPr lang="de-DE" dirty="0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F58BA37D-D936-DFFC-012E-332DD1E77F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D18D0-3C57-E2A5-99A6-73B8E60180E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72641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46958A4A-7CCB-D30A-146E-1052A140D5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7528802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35398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>
            <a:lvl1pPr marL="0" indent="0">
              <a:buNone/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>
            <a:lvl1pPr marL="0" indent="0">
              <a:buNone/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48982CEE-C30D-F03B-1D0F-BC08A58C38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7528802" cy="494333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200" b="0"/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rgbClr val="2C2E2E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736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3270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el + graue 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383B0DD-5DF7-8F73-9406-5100CC2666F8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2625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FDE75B-FF1F-416F-A307-21032D74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5264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 dirty="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Any Questions?</a:t>
            </a:r>
          </a:p>
          <a:p>
            <a:r>
              <a:rPr lang="de-DE" sz="4800" b="1" dirty="0">
                <a:solidFill>
                  <a:srgbClr val="DF4807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See you next time </a:t>
            </a:r>
            <a:r>
              <a:rPr lang="de-DE" sz="4800" b="1" dirty="0">
                <a:solidFill>
                  <a:srgbClr val="DF4807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  <a:sym typeface="Wingdings" panose="05000000000000000000" pitchFamily="2" charset="2"/>
              </a:rPr>
              <a:t></a:t>
            </a:r>
            <a:endParaRPr lang="de-DE" sz="4800" b="1" dirty="0">
              <a:solidFill>
                <a:srgbClr val="DF4807"/>
              </a:solidFill>
              <a:latin typeface="SRH Headline" panose="020B0603020204020204" pitchFamily="34" charset="0"/>
              <a:ea typeface="SRH Headline" panose="020B0603020204020204" pitchFamily="34" charset="0"/>
              <a:cs typeface="SRH Headline" panose="020B0603020204020204" pitchFamily="34" charset="0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76034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 dirty="0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D93ACF1-E5AA-4FCA-9C8B-47AAB1BA68E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066742-228D-427F-905A-967890648B2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  <p:sp>
        <p:nvSpPr>
          <p:cNvPr id="2" name="Textplatzhalter 8">
            <a:extLst>
              <a:ext uri="{FF2B5EF4-FFF2-40B4-BE49-F238E27FC236}">
                <a16:creationId xmlns:a16="http://schemas.microsoft.com/office/drawing/2014/main" id="{6971E219-B703-EDCC-A086-1CF2E0C20E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577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2B7B4-27E0-4F7C-BEF9-A2BE5E461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737" y="6364924"/>
            <a:ext cx="68008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550" b="1">
                <a:solidFill>
                  <a:srgbClr val="6D7373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A1C0B-8B72-4C84-BAB1-FEBDDAC94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400" y="1728000"/>
            <a:ext cx="9157663" cy="423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1Copy mit Bulletpoint </a:t>
            </a:r>
            <a:r>
              <a:rPr lang="de-DE" dirty="0"/>
              <a:t>18 Pt.</a:t>
            </a:r>
          </a:p>
          <a:p>
            <a:pPr lvl="1"/>
            <a:r>
              <a:rPr lang="de-DE"/>
              <a:t>2Copy mit Bulletpoint, eingerückt 16 Pt.</a:t>
            </a:r>
          </a:p>
          <a:p>
            <a:pPr lvl="2"/>
            <a:r>
              <a:rPr lang="de-DE"/>
              <a:t>3Copy mit Bulletpoint, eingerückt 16 Pt.</a:t>
            </a:r>
          </a:p>
          <a:p>
            <a:pPr lvl="3"/>
            <a:r>
              <a:rPr lang="de-DE"/>
              <a:t>4Copy mit Bulletpoint 18 Pt</a:t>
            </a:r>
          </a:p>
          <a:p>
            <a:pPr lvl="4"/>
            <a:r>
              <a:rPr lang="de-DE"/>
              <a:t>5Copy mit Bulletpoint 18 Pt.</a:t>
            </a:r>
            <a:endParaRPr lang="de-DE" dirty="0"/>
          </a:p>
          <a:p>
            <a:pPr lvl="5"/>
            <a:r>
              <a:rPr lang="de-DE"/>
              <a:t>6Copy mit Bulletpoint 18 Pt.</a:t>
            </a:r>
            <a:endParaRPr lang="de-DE" dirty="0"/>
          </a:p>
          <a:p>
            <a:pPr lvl="6"/>
            <a:r>
              <a:rPr lang="de-DE"/>
              <a:t>7Copy mit Bulletpoint 18 </a:t>
            </a:r>
            <a:r>
              <a:rPr lang="de-DE" dirty="0"/>
              <a:t>Pt.</a:t>
            </a:r>
          </a:p>
          <a:p>
            <a:pPr lvl="7"/>
            <a:r>
              <a:rPr lang="de-DE"/>
              <a:t>8Copy mit Bulletpoint 18 Pt.</a:t>
            </a:r>
            <a:endParaRPr lang="de-DE" dirty="0"/>
          </a:p>
          <a:p>
            <a:pPr lvl="8"/>
            <a:r>
              <a:rPr lang="de-DE"/>
              <a:t>9Copy mit Bulletpoint 18 Pt. </a:t>
            </a:r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B4C745-B760-4320-98AD-BE2F6A54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E5453D28-3A12-4B40-BDC5-01A066B0461A}"/>
              </a:ext>
            </a:extLst>
          </p:cNvPr>
          <p:cNvSpPr/>
          <p:nvPr/>
        </p:nvSpPr>
        <p:spPr>
          <a:xfrm>
            <a:off x="10878555" y="361156"/>
            <a:ext cx="948335" cy="733815"/>
          </a:xfrm>
          <a:custGeom>
            <a:avLst/>
            <a:gdLst>
              <a:gd name="connsiteX0" fmla="*/ 619905 w 948335"/>
              <a:gd name="connsiteY0" fmla="*/ 599045 h 733815"/>
              <a:gd name="connsiteX1" fmla="*/ 708360 w 948335"/>
              <a:gd name="connsiteY1" fmla="*/ 599045 h 733815"/>
              <a:gd name="connsiteX2" fmla="*/ 708360 w 948335"/>
              <a:gd name="connsiteY2" fmla="*/ 175 h 733815"/>
              <a:gd name="connsiteX3" fmla="*/ 619905 w 948335"/>
              <a:gd name="connsiteY3" fmla="*/ 175 h 733815"/>
              <a:gd name="connsiteX4" fmla="*/ 619905 w 948335"/>
              <a:gd name="connsiteY4" fmla="*/ 599045 h 733815"/>
              <a:gd name="connsiteX5" fmla="*/ 811823 w 948335"/>
              <a:gd name="connsiteY5" fmla="*/ 196963 h 733815"/>
              <a:gd name="connsiteX6" fmla="*/ 753805 w 948335"/>
              <a:gd name="connsiteY6" fmla="*/ 199399 h 733815"/>
              <a:gd name="connsiteX7" fmla="*/ 753805 w 948335"/>
              <a:gd name="connsiteY7" fmla="*/ 281323 h 733815"/>
              <a:gd name="connsiteX8" fmla="*/ 860105 w 948335"/>
              <a:gd name="connsiteY8" fmla="*/ 364907 h 733815"/>
              <a:gd name="connsiteX9" fmla="*/ 860105 w 948335"/>
              <a:gd name="connsiteY9" fmla="*/ 599045 h 733815"/>
              <a:gd name="connsiteX10" fmla="*/ 948560 w 948335"/>
              <a:gd name="connsiteY10" fmla="*/ 599045 h 733815"/>
              <a:gd name="connsiteX11" fmla="*/ 948560 w 948335"/>
              <a:gd name="connsiteY11" fmla="*/ 353981 h 733815"/>
              <a:gd name="connsiteX12" fmla="*/ 811823 w 948335"/>
              <a:gd name="connsiteY12" fmla="*/ 196963 h 733815"/>
              <a:gd name="connsiteX13" fmla="*/ 208777 w 948335"/>
              <a:gd name="connsiteY13" fmla="*/ 199800 h 733815"/>
              <a:gd name="connsiteX14" fmla="*/ 72849 w 948335"/>
              <a:gd name="connsiteY14" fmla="*/ 366560 h 733815"/>
              <a:gd name="connsiteX15" fmla="*/ 72849 w 948335"/>
              <a:gd name="connsiteY15" fmla="*/ 567022 h 733815"/>
              <a:gd name="connsiteX16" fmla="*/ 225 w 948335"/>
              <a:gd name="connsiteY16" fmla="*/ 651830 h 733815"/>
              <a:gd name="connsiteX17" fmla="*/ 225 w 948335"/>
              <a:gd name="connsiteY17" fmla="*/ 732932 h 733815"/>
              <a:gd name="connsiteX18" fmla="*/ 25376 w 948335"/>
              <a:gd name="connsiteY18" fmla="*/ 733742 h 733815"/>
              <a:gd name="connsiteX19" fmla="*/ 161297 w 948335"/>
              <a:gd name="connsiteY19" fmla="*/ 566989 h 733815"/>
              <a:gd name="connsiteX20" fmla="*/ 161297 w 948335"/>
              <a:gd name="connsiteY20" fmla="*/ 366527 h 733815"/>
              <a:gd name="connsiteX21" fmla="*/ 233520 w 948335"/>
              <a:gd name="connsiteY21" fmla="*/ 281732 h 733815"/>
              <a:gd name="connsiteX22" fmla="*/ 233520 w 948335"/>
              <a:gd name="connsiteY22" fmla="*/ 200209 h 733815"/>
              <a:gd name="connsiteX23" fmla="*/ 208777 w 948335"/>
              <a:gd name="connsiteY23" fmla="*/ 199800 h 733815"/>
              <a:gd name="connsiteX24" fmla="*/ 480210 w 948335"/>
              <a:gd name="connsiteY24" fmla="*/ 199800 h 733815"/>
              <a:gd name="connsiteX25" fmla="*/ 344283 w 948335"/>
              <a:gd name="connsiteY25" fmla="*/ 366560 h 733815"/>
              <a:gd name="connsiteX26" fmla="*/ 344283 w 948335"/>
              <a:gd name="connsiteY26" fmla="*/ 599045 h 733815"/>
              <a:gd name="connsiteX27" fmla="*/ 432731 w 948335"/>
              <a:gd name="connsiteY27" fmla="*/ 599045 h 733815"/>
              <a:gd name="connsiteX28" fmla="*/ 432731 w 948335"/>
              <a:gd name="connsiteY28" fmla="*/ 366527 h 733815"/>
              <a:gd name="connsiteX29" fmla="*/ 505362 w 948335"/>
              <a:gd name="connsiteY29" fmla="*/ 281732 h 733815"/>
              <a:gd name="connsiteX30" fmla="*/ 505362 w 948335"/>
              <a:gd name="connsiteY30" fmla="*/ 200209 h 733815"/>
              <a:gd name="connsiteX31" fmla="*/ 480210 w 948335"/>
              <a:gd name="connsiteY31" fmla="*/ 199800 h 73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48335" h="733815">
                <a:moveTo>
                  <a:pt x="619905" y="599045"/>
                </a:moveTo>
                <a:lnTo>
                  <a:pt x="708360" y="599045"/>
                </a:lnTo>
                <a:lnTo>
                  <a:pt x="708360" y="175"/>
                </a:lnTo>
                <a:lnTo>
                  <a:pt x="619905" y="175"/>
                </a:lnTo>
                <a:lnTo>
                  <a:pt x="619905" y="599045"/>
                </a:lnTo>
                <a:close/>
                <a:moveTo>
                  <a:pt x="811823" y="196963"/>
                </a:moveTo>
                <a:cubicBezTo>
                  <a:pt x="795196" y="196154"/>
                  <a:pt x="774500" y="196963"/>
                  <a:pt x="753805" y="199399"/>
                </a:cubicBezTo>
                <a:lnTo>
                  <a:pt x="753805" y="281323"/>
                </a:lnTo>
                <a:cubicBezTo>
                  <a:pt x="831702" y="281323"/>
                  <a:pt x="860105" y="292732"/>
                  <a:pt x="860105" y="364907"/>
                </a:cubicBezTo>
                <a:lnTo>
                  <a:pt x="860105" y="599045"/>
                </a:lnTo>
                <a:lnTo>
                  <a:pt x="948560" y="599045"/>
                </a:lnTo>
                <a:lnTo>
                  <a:pt x="948560" y="353981"/>
                </a:lnTo>
                <a:cubicBezTo>
                  <a:pt x="948560" y="263505"/>
                  <a:pt x="897033" y="200209"/>
                  <a:pt x="811823" y="196963"/>
                </a:cubicBezTo>
                <a:close/>
                <a:moveTo>
                  <a:pt x="208777" y="199800"/>
                </a:moveTo>
                <a:cubicBezTo>
                  <a:pt x="114634" y="204671"/>
                  <a:pt x="72849" y="267152"/>
                  <a:pt x="72849" y="366560"/>
                </a:cubicBezTo>
                <a:lnTo>
                  <a:pt x="72849" y="567022"/>
                </a:lnTo>
                <a:cubicBezTo>
                  <a:pt x="72849" y="625455"/>
                  <a:pt x="61073" y="650613"/>
                  <a:pt x="225" y="651830"/>
                </a:cubicBezTo>
                <a:lnTo>
                  <a:pt x="225" y="732932"/>
                </a:lnTo>
                <a:cubicBezTo>
                  <a:pt x="7525" y="734156"/>
                  <a:pt x="19288" y="734156"/>
                  <a:pt x="25376" y="733742"/>
                </a:cubicBezTo>
                <a:cubicBezTo>
                  <a:pt x="119907" y="728068"/>
                  <a:pt x="161297" y="665179"/>
                  <a:pt x="161297" y="566989"/>
                </a:cubicBezTo>
                <a:lnTo>
                  <a:pt x="161297" y="366527"/>
                </a:lnTo>
                <a:cubicBezTo>
                  <a:pt x="161297" y="307693"/>
                  <a:pt x="172257" y="282943"/>
                  <a:pt x="233520" y="281732"/>
                </a:cubicBezTo>
                <a:lnTo>
                  <a:pt x="233520" y="200209"/>
                </a:lnTo>
                <a:cubicBezTo>
                  <a:pt x="226622" y="199399"/>
                  <a:pt x="214859" y="199399"/>
                  <a:pt x="208777" y="199800"/>
                </a:cubicBezTo>
                <a:close/>
                <a:moveTo>
                  <a:pt x="480210" y="199800"/>
                </a:moveTo>
                <a:cubicBezTo>
                  <a:pt x="386483" y="204671"/>
                  <a:pt x="344283" y="267560"/>
                  <a:pt x="344283" y="366560"/>
                </a:cubicBezTo>
                <a:lnTo>
                  <a:pt x="344283" y="599045"/>
                </a:lnTo>
                <a:lnTo>
                  <a:pt x="432731" y="599045"/>
                </a:lnTo>
                <a:lnTo>
                  <a:pt x="432731" y="366527"/>
                </a:lnTo>
                <a:cubicBezTo>
                  <a:pt x="432731" y="308094"/>
                  <a:pt x="444507" y="282943"/>
                  <a:pt x="505362" y="281732"/>
                </a:cubicBezTo>
                <a:lnTo>
                  <a:pt x="505362" y="200209"/>
                </a:lnTo>
                <a:cubicBezTo>
                  <a:pt x="498055" y="199399"/>
                  <a:pt x="486292" y="199399"/>
                  <a:pt x="480210" y="199800"/>
                </a:cubicBezTo>
                <a:close/>
              </a:path>
            </a:pathLst>
          </a:custGeom>
          <a:solidFill>
            <a:schemeClr val="accent1"/>
          </a:solidFill>
          <a:ln w="6638" cap="flat">
            <a:noFill/>
            <a:prstDash val="solid"/>
            <a:round/>
          </a:ln>
        </p:spPr>
        <p:txBody>
          <a:bodyPr rtlCol="0" anchor="ctr"/>
          <a:lstStyle/>
          <a:p>
            <a:endParaRPr lang="de-DE" dirty="0">
              <a:latin typeface="SRH Text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66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49" r:id="rId2"/>
    <p:sldLayoutId id="2147483676" r:id="rId3"/>
    <p:sldLayoutId id="2147483687" r:id="rId4"/>
    <p:sldLayoutId id="2147483650" r:id="rId5"/>
    <p:sldLayoutId id="2147483691" r:id="rId6"/>
    <p:sldLayoutId id="2147483651" r:id="rId7"/>
    <p:sldLayoutId id="2147483666" r:id="rId8"/>
    <p:sldLayoutId id="2147483686" r:id="rId9"/>
    <p:sldLayoutId id="2147483667" r:id="rId10"/>
    <p:sldLayoutId id="2147483664" r:id="rId11"/>
    <p:sldLayoutId id="2147483665" r:id="rId12"/>
    <p:sldLayoutId id="2147483661" r:id="rId13"/>
    <p:sldLayoutId id="2147483671" r:id="rId14"/>
    <p:sldLayoutId id="2147483672" r:id="rId15"/>
    <p:sldLayoutId id="2147483692" r:id="rId16"/>
    <p:sldLayoutId id="2147483694" r:id="rId17"/>
    <p:sldLayoutId id="2147483678" r:id="rId18"/>
    <p:sldLayoutId id="2147483673" r:id="rId19"/>
    <p:sldLayoutId id="2147483677" r:id="rId20"/>
    <p:sldLayoutId id="2147483683" r:id="rId21"/>
    <p:sldLayoutId id="2147483680" r:id="rId22"/>
    <p:sldLayoutId id="2147483684" r:id="rId23"/>
    <p:sldLayoutId id="2147483654" r:id="rId24"/>
    <p:sldLayoutId id="2147483693" r:id="rId25"/>
    <p:sldLayoutId id="2147483655" r:id="rId26"/>
    <p:sldLayoutId id="2147483681" r:id="rId27"/>
    <p:sldLayoutId id="2147483682" r:id="rId2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SRH Headline" panose="020B0603020204020204" pitchFamily="34" charset="0"/>
          <a:cs typeface="SRH Headline" panose="020B060302020402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1pPr>
      <a:lvl2pPr marL="720000" indent="-360000" algn="l" defTabSz="914400" rtl="0" eaLnBrk="1" latinLnBrk="0" hangingPunct="1">
        <a:lnSpc>
          <a:spcPct val="110000"/>
        </a:lnSpc>
        <a:spcBef>
          <a:spcPts val="300"/>
        </a:spcBef>
        <a:spcAft>
          <a:spcPts val="0"/>
        </a:spcAft>
        <a:buClr>
          <a:schemeClr val="accent1"/>
        </a:buClr>
        <a:buFont typeface="SRH" panose="020B0503020204020204" pitchFamily="34" charset="0"/>
        <a:buChar char="—"/>
        <a:defRPr sz="16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2pPr>
      <a:lvl3pPr marL="1080000" indent="-360000" algn="l" defTabSz="914400" rtl="0" eaLnBrk="1" latinLnBrk="0" hangingPunct="1">
        <a:lnSpc>
          <a:spcPct val="110000"/>
        </a:lnSpc>
        <a:spcBef>
          <a:spcPts val="300"/>
        </a:spcBef>
        <a:buClr>
          <a:schemeClr val="accent1"/>
        </a:buClr>
        <a:buFont typeface="SRH" panose="020B0503020204020204" pitchFamily="34" charset="0"/>
        <a:buChar char="—"/>
        <a:defRPr sz="16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3pPr>
      <a:lvl4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4pPr>
      <a:lvl5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bg2">
              <a:lumMod val="50000"/>
            </a:schemeClr>
          </a:solidFill>
          <a:latin typeface="+mn-lt"/>
          <a:ea typeface="SRH Headline" panose="020B0603020204020204" pitchFamily="34" charset="0"/>
          <a:cs typeface="SRH Headline" panose="020B0603020204020204" pitchFamily="34" charset="0"/>
        </a:defRPr>
      </a:lvl5pPr>
      <a:lvl6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bg2">
              <a:lumMod val="50000"/>
            </a:schemeClr>
          </a:solidFill>
          <a:latin typeface="+mn-lt"/>
          <a:ea typeface="SRH Headline" panose="020B0603020204020204" pitchFamily="34" charset="0"/>
          <a:cs typeface="SRH Headline" panose="020B0603020204020204" pitchFamily="34" charset="0"/>
        </a:defRPr>
      </a:lvl6pPr>
      <a:lvl7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Headline" panose="020B0603020204020204" pitchFamily="34" charset="0"/>
          <a:cs typeface="SRH Headline" panose="020B0603020204020204" pitchFamily="34" charset="0"/>
        </a:defRPr>
      </a:lvl7pPr>
      <a:lvl8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8pPr>
      <a:lvl9pPr marL="360000" indent="-36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SRH Text" panose="020B0503020204020204" pitchFamily="34" charset="0"/>
        <a:buChar char="—"/>
        <a:defRPr sz="1800" b="0" kern="1200">
          <a:solidFill>
            <a:schemeClr val="tx1"/>
          </a:solidFill>
          <a:latin typeface="+mn-lt"/>
          <a:ea typeface="SRH Text" panose="020B0503020204020204" pitchFamily="34" charset="0"/>
          <a:cs typeface="SRH Text" panose="020B0503020204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26">
          <p15:clr>
            <a:srgbClr val="F26B43"/>
          </p15:clr>
        </p15:guide>
        <p15:guide id="4" pos="7453">
          <p15:clr>
            <a:srgbClr val="F26B43"/>
          </p15:clr>
        </p15:guide>
        <p15:guide id="5" orient="horz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1088">
          <p15:clr>
            <a:srgbClr val="F26B43"/>
          </p15:clr>
        </p15:guide>
        <p15:guide id="8" orient="horz" pos="3753">
          <p15:clr>
            <a:srgbClr val="F26B43"/>
          </p15:clr>
        </p15:guide>
        <p15:guide id="9" orient="horz" pos="690">
          <p15:clr>
            <a:srgbClr val="F26B43"/>
          </p15:clr>
        </p15:guide>
        <p15:guide id="10" pos="59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hadeermobasher/" TargetMode="External"/><Relationship Id="rId2" Type="http://schemas.openxmlformats.org/officeDocument/2006/relationships/hyperlink" Target="mailto:ghadeer.mobasher@srh-hochschulen.de" TargetMode="Externa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C7B85632-E4AE-45C1-B77F-DC305DB7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7746"/>
            <a:ext cx="12366538" cy="1406038"/>
          </a:xfrm>
        </p:spPr>
        <p:txBody>
          <a:bodyPr/>
          <a:lstStyle/>
          <a:p>
            <a:pPr algn="ctr"/>
            <a:r>
              <a:rPr lang="en-GB" sz="4500" dirty="0"/>
              <a:t>Python Foundations for Data Science</a:t>
            </a:r>
            <a:br>
              <a:rPr lang="en-GB" sz="4500" dirty="0"/>
            </a:br>
            <a:br>
              <a:rPr lang="en-GB" sz="4500" dirty="0"/>
            </a:br>
            <a:endParaRPr lang="de-DE" sz="450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6E6FC4-C5A8-42EB-8C76-017ABA498F4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62689" y="6171641"/>
            <a:ext cx="649569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DE" sz="2400" b="1" dirty="0">
                <a:solidFill>
                  <a:srgbClr val="2C2E2E"/>
                </a:solidFill>
              </a:rPr>
              <a:t>Dr. Ghadeer Mobasher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9CD85-AEC2-EA9F-A307-E9A335CBF91F}"/>
              </a:ext>
            </a:extLst>
          </p:cNvPr>
          <p:cNvSpPr txBox="1"/>
          <p:nvPr/>
        </p:nvSpPr>
        <p:spPr>
          <a:xfrm>
            <a:off x="1013639" y="2375952"/>
            <a:ext cx="91924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2C2E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Week(2)</a:t>
            </a:r>
            <a:r>
              <a:rPr lang="en-GB" sz="2000" dirty="0">
                <a:solidFill>
                  <a:srgbClr val="2C2E2E"/>
                </a:solidFill>
              </a:rPr>
              <a:t>: Control Flow &amp; Logic</a:t>
            </a:r>
            <a:endParaRPr lang="en-US" sz="2000" dirty="0">
              <a:solidFill>
                <a:srgbClr val="2C2E2E"/>
              </a:solidFill>
            </a:endParaRPr>
          </a:p>
          <a:p>
            <a:pPr algn="ctr"/>
            <a:endParaRPr lang="en-US" sz="20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GB" sz="2000" dirty="0">
                <a:solidFill>
                  <a:schemeClr val="accent1"/>
                </a:solidFill>
              </a:rPr>
              <a:t>Tuesday, 28 April 2026, 14:00–17:15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9C3FD-473D-7DAF-B7DC-567CA8E0678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" t="13869" r="5333" b="19714"/>
          <a:stretch>
            <a:fillRect/>
          </a:stretch>
        </p:blipFill>
        <p:spPr>
          <a:xfrm>
            <a:off x="2875110" y="3391615"/>
            <a:ext cx="2245593" cy="24779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135C61-CCCC-E88A-9D5C-798F34D51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8" t="22142" r="3011" b="28445"/>
          <a:stretch>
            <a:fillRect/>
          </a:stretch>
        </p:blipFill>
        <p:spPr>
          <a:xfrm>
            <a:off x="5609864" y="3487728"/>
            <a:ext cx="2821760" cy="238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72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EC6828-54D1-B3A4-AE36-AF838EACAC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588" y="1795733"/>
            <a:ext cx="11466823" cy="3826893"/>
          </a:xfrm>
        </p:spPr>
        <p:txBody>
          <a:bodyPr/>
          <a:lstStyle/>
          <a:p>
            <a:pPr>
              <a:buClr>
                <a:srgbClr val="575756"/>
              </a:buClr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Logical Reasoning in Programming  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Conditional</a:t>
            </a:r>
            <a:r>
              <a:rPr kumimoji="0" lang="en-GB" sz="1600" b="0" i="0" u="none" strike="noStrike" kern="1200" cap="none" spc="0" normalizeH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 statements, decision structures, and </a:t>
            </a:r>
            <a:r>
              <a:rPr lang="en-US" sz="1600" noProof="0" dirty="0">
                <a:solidFill>
                  <a:srgbClr val="575756"/>
                </a:solidFill>
                <a:latin typeface="SRH Text"/>
              </a:rPr>
              <a:t>s</a:t>
            </a:r>
            <a:r>
              <a:rPr lang="en-US" sz="1600" dirty="0" err="1">
                <a:solidFill>
                  <a:srgbClr val="575756"/>
                </a:solidFill>
                <a:latin typeface="SRH Text"/>
              </a:rPr>
              <a:t>horthand</a:t>
            </a:r>
            <a:r>
              <a:rPr lang="en-US" sz="1600" dirty="0">
                <a:solidFill>
                  <a:srgbClr val="575756"/>
                </a:solidFill>
                <a:latin typeface="SRH Text"/>
              </a:rPr>
              <a:t> conditional (Ternary operator)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SRH Text" panose="020B0503020204020204" pitchFamily="34" charset="0"/>
              <a:cs typeface="SRH Text" panose="020B0503020204020204" pitchFamily="34" charset="0"/>
            </a:endParaRPr>
          </a:p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Loops in Programming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For</a:t>
            </a:r>
            <a:r>
              <a:rPr kumimoji="0" lang="de-DE" sz="1600" b="0" i="0" u="none" strike="noStrike" kern="1200" cap="none" spc="0" normalizeH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 Loop, Nested Loops,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 Loop Control statements, and While Loop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rgbClr val="575756"/>
              </a:solidFill>
              <a:effectLst/>
              <a:uLnTx/>
              <a:uFillTx/>
              <a:latin typeface="SRH Text"/>
              <a:ea typeface="SRH Text" panose="020B0503020204020204" pitchFamily="34" charset="0"/>
              <a:cs typeface="SRH Text" panose="020B0503020204020204" pitchFamily="34" charset="0"/>
            </a:endParaRPr>
          </a:p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lang="de-DE" sz="1800" b="1" dirty="0">
                <a:solidFill>
                  <a:srgbClr val="D54407"/>
                </a:solidFill>
                <a:latin typeface="SRH Text"/>
              </a:rPr>
              <a:t>Basic List Comprehensions as Compact Logic Expressions 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List Comprehension</a:t>
            </a:r>
          </a:p>
          <a:p>
            <a:pPr lvl="0">
              <a:buClr>
                <a:srgbClr val="575756"/>
              </a:buClr>
              <a:defRPr/>
            </a:pPr>
            <a:r>
              <a:rPr lang="de-DE" sz="1800" b="1" dirty="0">
                <a:solidFill>
                  <a:srgbClr val="D54407"/>
                </a:solidFill>
              </a:rPr>
              <a:t>Putting it All Together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Mini Challenge</a:t>
            </a:r>
          </a:p>
          <a:p>
            <a:pPr marL="432000" marR="0" lvl="0" indent="-432000" algn="l" defTabSz="914400" rtl="0" eaLnBrk="1" fontAlgn="auto" latinLnBrk="0" hangingPunct="1">
              <a:lnSpc>
                <a:spcPct val="94000"/>
              </a:lnSpc>
              <a:spcBef>
                <a:spcPts val="2000"/>
              </a:spcBef>
              <a:spcAft>
                <a:spcPts val="0"/>
              </a:spcAft>
              <a:buClr>
                <a:srgbClr val="57575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Your</a:t>
            </a:r>
            <a:r>
              <a:rPr kumimoji="0" lang="de-DE" sz="1800" b="1" i="0" u="none" strike="noStrike" kern="1200" cap="none" spc="0" normalizeH="0" noProof="0" dirty="0">
                <a:ln>
                  <a:noFill/>
                </a:ln>
                <a:solidFill>
                  <a:srgbClr val="D54407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 Voice Matters!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575756"/>
                </a:solidFill>
                <a:effectLst/>
                <a:uLnTx/>
                <a:uFillTx/>
                <a:latin typeface="SRH Text"/>
                <a:ea typeface="SRH Text" panose="020B0503020204020204" pitchFamily="34" charset="0"/>
                <a:cs typeface="SRH Text" panose="020B0503020204020204" pitchFamily="34" charset="0"/>
              </a:rPr>
              <a:t>Instant Honest Feedback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CBBA05-65D0-2CF6-A387-95D8EDFC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05A0A-CA9C-FF13-ED72-A9CE9BF548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485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61595-8D82-B819-7FF1-370BB555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1BD28FD-CF05-625A-CE6F-E3C34DF2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Reasoning in Programming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542BD0A-01AA-10D1-84F7-66116096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3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FE16E-D67C-4ECB-FA5D-356271911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1638197"/>
            <a:ext cx="11635469" cy="332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76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65807-3EBB-B8D0-C4F2-3D15CC6E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D3959A7-C159-EB9D-7815-AE9CF37A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Conditional Statements and Decision Structures</a:t>
            </a:r>
            <a:endParaRPr lang="en-GB" b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84BF27A-D6C1-5523-CAC9-C71E1E52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4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9B5313-9834-EF92-06C3-A41891807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03" y="1381801"/>
            <a:ext cx="11732968" cy="462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78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BD5B8-C634-1588-9686-4DFF70168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F3D68B7-017E-EA07-122D-D0674C99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Input and Role-Based Routing</a:t>
            </a:r>
            <a:endParaRPr lang="en-GB" b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A01FA48-C076-2233-54B6-AC6F7D51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5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3252B-8188-F826-3B07-7F8D1CD322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1" t="5100"/>
          <a:stretch>
            <a:fillRect/>
          </a:stretch>
        </p:blipFill>
        <p:spPr>
          <a:xfrm>
            <a:off x="360000" y="1457738"/>
            <a:ext cx="5791850" cy="49071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DBF4738-C756-3576-3B1A-563CB0D8F68F}"/>
              </a:ext>
            </a:extLst>
          </p:cNvPr>
          <p:cNvGrpSpPr/>
          <p:nvPr/>
        </p:nvGrpSpPr>
        <p:grpSpPr>
          <a:xfrm>
            <a:off x="6315078" y="2389564"/>
            <a:ext cx="5516560" cy="835093"/>
            <a:chOff x="2157718" y="5571521"/>
            <a:chExt cx="6490249" cy="835093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2BAE1C39-3515-8AA8-AC68-5B5903164ECD}"/>
                </a:ext>
              </a:extLst>
            </p:cNvPr>
            <p:cNvSpPr/>
            <p:nvPr/>
          </p:nvSpPr>
          <p:spPr>
            <a:xfrm>
              <a:off x="2770677" y="5571521"/>
              <a:ext cx="5877290" cy="835093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Week2.ipynb</a:t>
              </a:r>
              <a:r>
                <a:rPr lang="en-GB" sz="1600" dirty="0"/>
                <a:t>, check the beginning of the notebook until the section “</a:t>
              </a:r>
              <a:r>
                <a:rPr lang="en-GB" b="1" dirty="0"/>
                <a:t>Shorthand Conditional (Ternary Operator) in Python”</a:t>
              </a:r>
              <a:endParaRPr lang="en-GB" dirty="0"/>
            </a:p>
            <a:p>
              <a:pPr algn="ctr"/>
              <a:endParaRPr lang="en-GB" sz="1600" dirty="0"/>
            </a:p>
          </p:txBody>
        </p:sp>
        <p:pic>
          <p:nvPicPr>
            <p:cNvPr id="8" name="Grafik 208">
              <a:extLst>
                <a:ext uri="{FF2B5EF4-FFF2-40B4-BE49-F238E27FC236}">
                  <a16:creationId xmlns:a16="http://schemas.microsoft.com/office/drawing/2014/main" id="{37E31214-1DEC-FEBD-182A-B3367DA85E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57718" y="5609406"/>
              <a:ext cx="436474" cy="436474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B1D004B-CC7E-D43A-A2CF-FCCFFC8B6B7D}"/>
              </a:ext>
            </a:extLst>
          </p:cNvPr>
          <p:cNvGrpSpPr/>
          <p:nvPr/>
        </p:nvGrpSpPr>
        <p:grpSpPr>
          <a:xfrm>
            <a:off x="6315078" y="4211424"/>
            <a:ext cx="5530741" cy="835093"/>
            <a:chOff x="1934152" y="5671105"/>
            <a:chExt cx="6522059" cy="835093"/>
          </a:xfrm>
        </p:grpSpPr>
        <p:pic>
          <p:nvPicPr>
            <p:cNvPr id="11" name="Grafik 216">
              <a:extLst>
                <a:ext uri="{FF2B5EF4-FFF2-40B4-BE49-F238E27FC236}">
                  <a16:creationId xmlns:a16="http://schemas.microsoft.com/office/drawing/2014/main" id="{74E6DB12-DBB9-C4DE-CC37-DC85773857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34152" y="5870414"/>
              <a:ext cx="436474" cy="436474"/>
            </a:xfrm>
            <a:prstGeom prst="rect">
              <a:avLst/>
            </a:prstGeom>
          </p:spPr>
        </p:pic>
        <p:sp>
          <p:nvSpPr>
            <p:cNvPr id="12" name="Abgerundetes Rechteck 32">
              <a:extLst>
                <a:ext uri="{FF2B5EF4-FFF2-40B4-BE49-F238E27FC236}">
                  <a16:creationId xmlns:a16="http://schemas.microsoft.com/office/drawing/2014/main" id="{08E4C931-0346-C66E-F0AF-8726063D38C5}"/>
                </a:ext>
              </a:extLst>
            </p:cNvPr>
            <p:cNvSpPr/>
            <p:nvPr/>
          </p:nvSpPr>
          <p:spPr>
            <a:xfrm>
              <a:off x="2535189" y="5671105"/>
              <a:ext cx="5921022" cy="835093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Week2_Exercise.ipynb</a:t>
              </a:r>
              <a:r>
                <a:rPr lang="en-GB" dirty="0"/>
                <a:t>, you have 20 minutes to solve “Section A”.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655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09DB98F-F228-467A-9114-0FBDEDD8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Loops in Progamming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0891A98-A671-4C71-B448-EE045F36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6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7AE73-4062-08EC-20B6-CB5DB57B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7" t="7415" r="3518" b="14541"/>
          <a:stretch>
            <a:fillRect/>
          </a:stretch>
        </p:blipFill>
        <p:spPr>
          <a:xfrm>
            <a:off x="358775" y="1464365"/>
            <a:ext cx="11636421" cy="12125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4F2449-0496-1EEF-2842-D698F4665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5" y="2947242"/>
            <a:ext cx="8622419" cy="332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2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F802-90C6-4723-2841-82BBE9C57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45DA4FC-C1E6-1102-F72A-1D5B1BA1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 Loop ( Iterating over a List)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6B09FBB-6292-98F9-CD0B-9E57CEB2D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7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28BD9F-AF77-41F6-E13F-2DD7DE2B5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1463113"/>
            <a:ext cx="11245384" cy="31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4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406A-0C82-637A-C94F-D5BF05C1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6136F91-EFB4-8139-D4FC-A9FD48F75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Nested Loops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67D8652-D8A2-02A6-D28A-E926AAFD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8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6F434D-EB01-BF5A-076F-5EFB53F58B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" r="24374" b="21599"/>
          <a:stretch>
            <a:fillRect/>
          </a:stretch>
        </p:blipFill>
        <p:spPr>
          <a:xfrm>
            <a:off x="358775" y="1194062"/>
            <a:ext cx="5737225" cy="4301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E6C63F-EE53-0D2F-C733-90D0FE3C15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" t="78400" r="74501" b="165"/>
          <a:stretch>
            <a:fillRect/>
          </a:stretch>
        </p:blipFill>
        <p:spPr>
          <a:xfrm>
            <a:off x="6784062" y="1194062"/>
            <a:ext cx="2494097" cy="162258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537F45A0-4D4D-37B6-588B-BACD85DE7B36}"/>
              </a:ext>
            </a:extLst>
          </p:cNvPr>
          <p:cNvSpPr/>
          <p:nvPr/>
        </p:nvSpPr>
        <p:spPr>
          <a:xfrm>
            <a:off x="6183517" y="1910281"/>
            <a:ext cx="600545" cy="3349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09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C857C-99A6-E541-883D-082DCB95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5F4A470-559C-82CA-832A-BDAA66DC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Loop Control Statements: Break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7D0FE33-8948-3286-1F8F-AA956D6FF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9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2A5AFC-9EED-81AE-7991-F2C261135D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327" b="3548"/>
          <a:stretch>
            <a:fillRect/>
          </a:stretch>
        </p:blipFill>
        <p:spPr>
          <a:xfrm>
            <a:off x="358775" y="1420866"/>
            <a:ext cx="6432964" cy="4244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1B7AD4-5816-4CD2-5109-AA8AF567B1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89"/>
          <a:stretch>
            <a:fillRect/>
          </a:stretch>
        </p:blipFill>
        <p:spPr>
          <a:xfrm>
            <a:off x="7460055" y="1420866"/>
            <a:ext cx="996409" cy="194368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50ECB822-02C6-C309-9BCE-E8FD223CC744}"/>
              </a:ext>
            </a:extLst>
          </p:cNvPr>
          <p:cNvSpPr/>
          <p:nvPr/>
        </p:nvSpPr>
        <p:spPr>
          <a:xfrm>
            <a:off x="6791739" y="1874068"/>
            <a:ext cx="668316" cy="2806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9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51A3F-9351-67F6-3CB7-65BE3A29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0BBA108-19DF-301D-94C3-1F6B3D5E5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Loop Control Statements: Continue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CA00E09-FEFE-AEBB-EAFE-0C7C2CF5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10</a:t>
            </a:fld>
            <a:endParaRPr lang="de-DE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CB256D8-7BBB-24B6-EAE2-3A72DC4A3AEB}"/>
              </a:ext>
            </a:extLst>
          </p:cNvPr>
          <p:cNvSpPr/>
          <p:nvPr/>
        </p:nvSpPr>
        <p:spPr>
          <a:xfrm>
            <a:off x="6397555" y="1875257"/>
            <a:ext cx="668316" cy="2806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9ADF3-F04D-9065-6D76-23B6F26948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5" r="25926"/>
          <a:stretch>
            <a:fillRect/>
          </a:stretch>
        </p:blipFill>
        <p:spPr>
          <a:xfrm>
            <a:off x="358775" y="1381110"/>
            <a:ext cx="6103816" cy="41910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25CDF9-C71F-29D9-CEE2-C273C4589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871" y="1555136"/>
            <a:ext cx="2311678" cy="200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5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4179C-52FA-5842-D7CE-62F5E4B3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60BB75A-683F-DA04-52F2-155C10B7C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Generator Expression: Conditional Filtering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C9FD10D-0341-EDBF-74EB-D77D8028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11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F4AB3B-DD07-2445-196C-F178F64A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54" y="1322499"/>
            <a:ext cx="6962084" cy="36011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108DDC-3C37-40B4-6B38-9328CBA599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26"/>
          <a:stretch>
            <a:fillRect/>
          </a:stretch>
        </p:blipFill>
        <p:spPr>
          <a:xfrm>
            <a:off x="7927513" y="1194062"/>
            <a:ext cx="3942633" cy="4229131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D34A5F9-081A-8956-53AA-56EC422E6A1D}"/>
              </a:ext>
            </a:extLst>
          </p:cNvPr>
          <p:cNvSpPr/>
          <p:nvPr/>
        </p:nvSpPr>
        <p:spPr>
          <a:xfrm>
            <a:off x="7283938" y="1827175"/>
            <a:ext cx="668316" cy="2806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71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7EA0-DC6B-9474-0D98-4B297BAA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890A5F5-4D98-9608-EF48-F67B3B425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While Loop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BD5C45A-5A2F-5552-C34D-042739D2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12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AEA22-DA54-55E0-2142-3C5370AB6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306" y="1496657"/>
            <a:ext cx="7348517" cy="346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8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0E746-4C1D-3C00-2BAC-CECF070C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62552F9-FCE7-1AA0-E893-1E037B2D9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While / else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F5606D7-FD26-562B-A386-3734C0CB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13</a:t>
            </a:fld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3AC8A1-6FBE-8880-7ABE-1F36EF5B7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1397181"/>
            <a:ext cx="6696124" cy="358142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322BAE1-B203-C657-B16D-5264102CEEDA}"/>
              </a:ext>
            </a:extLst>
          </p:cNvPr>
          <p:cNvGrpSpPr/>
          <p:nvPr/>
        </p:nvGrpSpPr>
        <p:grpSpPr>
          <a:xfrm>
            <a:off x="7214550" y="1538868"/>
            <a:ext cx="4069215" cy="835093"/>
            <a:chOff x="1934152" y="5671105"/>
            <a:chExt cx="6522059" cy="835093"/>
          </a:xfrm>
        </p:grpSpPr>
        <p:pic>
          <p:nvPicPr>
            <p:cNvPr id="11" name="Grafik 216">
              <a:extLst>
                <a:ext uri="{FF2B5EF4-FFF2-40B4-BE49-F238E27FC236}">
                  <a16:creationId xmlns:a16="http://schemas.microsoft.com/office/drawing/2014/main" id="{FEBFF6DB-5D9F-9C13-A152-19CD053B87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34152" y="5870414"/>
              <a:ext cx="436474" cy="436474"/>
            </a:xfrm>
            <a:prstGeom prst="rect">
              <a:avLst/>
            </a:prstGeom>
          </p:spPr>
        </p:pic>
        <p:sp>
          <p:nvSpPr>
            <p:cNvPr id="12" name="Abgerundetes Rechteck 32">
              <a:extLst>
                <a:ext uri="{FF2B5EF4-FFF2-40B4-BE49-F238E27FC236}">
                  <a16:creationId xmlns:a16="http://schemas.microsoft.com/office/drawing/2014/main" id="{753110C7-5988-1859-77EB-895EC1F8C1EF}"/>
                </a:ext>
              </a:extLst>
            </p:cNvPr>
            <p:cNvSpPr/>
            <p:nvPr/>
          </p:nvSpPr>
          <p:spPr>
            <a:xfrm>
              <a:off x="2535188" y="5671105"/>
              <a:ext cx="5921023" cy="835093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Trace the output without running the code.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95A6E5-20FD-6B1E-CA5E-491CE5736851}"/>
              </a:ext>
            </a:extLst>
          </p:cNvPr>
          <p:cNvGrpSpPr/>
          <p:nvPr/>
        </p:nvGrpSpPr>
        <p:grpSpPr>
          <a:xfrm>
            <a:off x="7214550" y="2631961"/>
            <a:ext cx="4069215" cy="835093"/>
            <a:chOff x="1934152" y="5671105"/>
            <a:chExt cx="6522059" cy="835093"/>
          </a:xfrm>
        </p:grpSpPr>
        <p:pic>
          <p:nvPicPr>
            <p:cNvPr id="14" name="Grafik 216">
              <a:extLst>
                <a:ext uri="{FF2B5EF4-FFF2-40B4-BE49-F238E27FC236}">
                  <a16:creationId xmlns:a16="http://schemas.microsoft.com/office/drawing/2014/main" id="{0EA55C74-A950-26B6-870F-F469E13954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34152" y="5870414"/>
              <a:ext cx="436474" cy="436474"/>
            </a:xfrm>
            <a:prstGeom prst="rect">
              <a:avLst/>
            </a:prstGeom>
          </p:spPr>
        </p:pic>
        <p:sp>
          <p:nvSpPr>
            <p:cNvPr id="15" name="Abgerundetes Rechteck 32">
              <a:extLst>
                <a:ext uri="{FF2B5EF4-FFF2-40B4-BE49-F238E27FC236}">
                  <a16:creationId xmlns:a16="http://schemas.microsoft.com/office/drawing/2014/main" id="{D1E6C6BD-886D-93A7-B9E3-27628BC90671}"/>
                </a:ext>
              </a:extLst>
            </p:cNvPr>
            <p:cNvSpPr/>
            <p:nvPr/>
          </p:nvSpPr>
          <p:spPr>
            <a:xfrm>
              <a:off x="2535189" y="5671105"/>
              <a:ext cx="5921022" cy="835093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How to early exit from a while loop?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3B8B14-D71D-FD8A-5DD8-DB6E049B7BB7}"/>
              </a:ext>
            </a:extLst>
          </p:cNvPr>
          <p:cNvGrpSpPr/>
          <p:nvPr/>
        </p:nvGrpSpPr>
        <p:grpSpPr>
          <a:xfrm>
            <a:off x="7214550" y="3763822"/>
            <a:ext cx="4069215" cy="1065648"/>
            <a:chOff x="2132025" y="4303564"/>
            <a:chExt cx="6175106" cy="835093"/>
          </a:xfrm>
        </p:grpSpPr>
        <p:sp>
          <p:nvSpPr>
            <p:cNvPr id="20" name="Shape 4">
              <a:extLst>
                <a:ext uri="{FF2B5EF4-FFF2-40B4-BE49-F238E27FC236}">
                  <a16:creationId xmlns:a16="http://schemas.microsoft.com/office/drawing/2014/main" id="{3F5E8F4A-6CFF-6D6F-AD69-0BB8ABCFB111}"/>
                </a:ext>
              </a:extLst>
            </p:cNvPr>
            <p:cNvSpPr/>
            <p:nvPr/>
          </p:nvSpPr>
          <p:spPr>
            <a:xfrm>
              <a:off x="3032356" y="4303564"/>
              <a:ext cx="5274775" cy="835093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Week2.ipynb</a:t>
              </a:r>
              <a:r>
                <a:rPr lang="en-GB" sz="1600" dirty="0"/>
                <a:t>, check  the section “</a:t>
              </a:r>
              <a:r>
                <a:rPr lang="en-GB" b="1" dirty="0"/>
                <a:t>Loops in Programming”</a:t>
              </a:r>
              <a:endParaRPr lang="en-GB" dirty="0"/>
            </a:p>
            <a:p>
              <a:pPr algn="ctr"/>
              <a:endParaRPr lang="en-GB" sz="1600" dirty="0"/>
            </a:p>
          </p:txBody>
        </p:sp>
        <p:pic>
          <p:nvPicPr>
            <p:cNvPr id="21" name="Grafik 208">
              <a:extLst>
                <a:ext uri="{FF2B5EF4-FFF2-40B4-BE49-F238E27FC236}">
                  <a16:creationId xmlns:a16="http://schemas.microsoft.com/office/drawing/2014/main" id="{89FA0B2D-EBCD-D8D7-FF1F-9D615BF6BD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025" y="4375728"/>
              <a:ext cx="453577" cy="45357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FBEAA7-B151-705D-C72C-02D9B40A14CA}"/>
              </a:ext>
            </a:extLst>
          </p:cNvPr>
          <p:cNvGrpSpPr/>
          <p:nvPr/>
        </p:nvGrpSpPr>
        <p:grpSpPr>
          <a:xfrm>
            <a:off x="7214550" y="5056225"/>
            <a:ext cx="4069215" cy="835093"/>
            <a:chOff x="1934152" y="5671105"/>
            <a:chExt cx="6522059" cy="835093"/>
          </a:xfrm>
        </p:grpSpPr>
        <p:pic>
          <p:nvPicPr>
            <p:cNvPr id="23" name="Grafik 216">
              <a:extLst>
                <a:ext uri="{FF2B5EF4-FFF2-40B4-BE49-F238E27FC236}">
                  <a16:creationId xmlns:a16="http://schemas.microsoft.com/office/drawing/2014/main" id="{44D2517F-52A2-C7E5-8FBD-08EE9649A8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34152" y="5870414"/>
              <a:ext cx="436474" cy="436474"/>
            </a:xfrm>
            <a:prstGeom prst="rect">
              <a:avLst/>
            </a:prstGeom>
          </p:spPr>
        </p:pic>
        <p:sp>
          <p:nvSpPr>
            <p:cNvPr id="24" name="Abgerundetes Rechteck 32">
              <a:extLst>
                <a:ext uri="{FF2B5EF4-FFF2-40B4-BE49-F238E27FC236}">
                  <a16:creationId xmlns:a16="http://schemas.microsoft.com/office/drawing/2014/main" id="{8BC56A44-0E3A-DB14-0412-217CC1D6C2EA}"/>
                </a:ext>
              </a:extLst>
            </p:cNvPr>
            <p:cNvSpPr/>
            <p:nvPr/>
          </p:nvSpPr>
          <p:spPr>
            <a:xfrm>
              <a:off x="2535189" y="5671105"/>
              <a:ext cx="5921022" cy="835093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Week2_Exercise.ipynb</a:t>
              </a:r>
              <a:r>
                <a:rPr lang="en-GB" dirty="0"/>
                <a:t>, you have 30 minutes to solve “Section B”.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102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F8F9D-DFEB-C705-9087-AA0F8DFF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D665351A-FF32-A8D1-F970-46DA077C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37287"/>
            <a:ext cx="12366538" cy="1406038"/>
          </a:xfrm>
        </p:spPr>
        <p:txBody>
          <a:bodyPr/>
          <a:lstStyle/>
          <a:p>
            <a:pPr algn="ctr"/>
            <a:r>
              <a:rPr lang="en-GB" sz="4500" dirty="0"/>
              <a:t>Pause / Break</a:t>
            </a:r>
            <a:endParaRPr lang="de-DE" sz="4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DF146-BFA3-10A2-A76C-02FAA122E830}"/>
              </a:ext>
            </a:extLst>
          </p:cNvPr>
          <p:cNvSpPr txBox="1"/>
          <p:nvPr/>
        </p:nvSpPr>
        <p:spPr>
          <a:xfrm>
            <a:off x="1499774" y="3921354"/>
            <a:ext cx="91924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See you in 15 minutes </a:t>
            </a:r>
            <a:r>
              <a:rPr lang="de-DE" sz="20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!</a:t>
            </a:r>
          </a:p>
          <a:p>
            <a:pPr algn="ctr"/>
            <a:r>
              <a:rPr lang="de-DE" sz="2000" b="1" dirty="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Please be on time. </a:t>
            </a:r>
            <a:endParaRPr lang="en-US" sz="20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algn="ctr"/>
            <a:endParaRPr lang="en-US" sz="20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GB" sz="2000" dirty="0">
                <a:solidFill>
                  <a:schemeClr val="accent1"/>
                </a:solidFill>
              </a:rPr>
              <a:t>Wednesday, 15 April 2026, 14:00–17:15</a:t>
            </a:r>
          </a:p>
        </p:txBody>
      </p:sp>
    </p:spTree>
    <p:extLst>
      <p:ext uri="{BB962C8B-B14F-4D97-AF65-F5344CB8AC3E}">
        <p14:creationId xmlns:p14="http://schemas.microsoft.com/office/powerpoint/2010/main" val="1776145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469F547-A6B8-4745-99CE-C728F651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Basic List Comprehensions</a:t>
            </a:r>
            <a:br>
              <a:rPr lang="en-US" b="0" dirty="0"/>
            </a:b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BFF93C-949B-4DD9-8338-F6E85CB1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15</a:t>
            </a:fld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44CF29-CBAD-8807-54CB-62F30F7E18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55"/>
          <a:stretch>
            <a:fillRect/>
          </a:stretch>
        </p:blipFill>
        <p:spPr>
          <a:xfrm>
            <a:off x="360001" y="1357402"/>
            <a:ext cx="5736000" cy="2295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BB625D-0FA5-0F43-9DA1-3D25B9B1E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3851891"/>
            <a:ext cx="5791242" cy="26955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EFBDE9-8A33-866C-D13F-BC03AD9B6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873" y="2167033"/>
            <a:ext cx="5553116" cy="297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68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97561-A36B-7884-EF8A-F8697D00E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6F58D31-DD62-9E68-23F6-6C5CBC6DA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Basic List Comprehension- Squaring Numbers</a:t>
            </a:r>
            <a:br>
              <a:rPr lang="en-US" b="0" dirty="0"/>
            </a:b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7785DA-740D-F15A-6D93-E9520548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16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EE9A7A-5BEB-E764-515D-FB2171103D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18" t="-5041" r="12841" b="5041"/>
          <a:stretch>
            <a:fillRect/>
          </a:stretch>
        </p:blipFill>
        <p:spPr>
          <a:xfrm>
            <a:off x="358775" y="1539452"/>
            <a:ext cx="5976594" cy="3552851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005B30F-52BF-DAD1-CBEC-DC7530528939}"/>
              </a:ext>
            </a:extLst>
          </p:cNvPr>
          <p:cNvSpPr/>
          <p:nvPr/>
        </p:nvSpPr>
        <p:spPr>
          <a:xfrm>
            <a:off x="6335369" y="2939538"/>
            <a:ext cx="668316" cy="28065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0BDE17-9B9C-E1EE-A302-66240921A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26" t="-7304" r="26633" b="17342"/>
          <a:stretch>
            <a:fillRect/>
          </a:stretch>
        </p:blipFill>
        <p:spPr>
          <a:xfrm>
            <a:off x="7003685" y="2625423"/>
            <a:ext cx="3120272" cy="90888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5D58765-0FF0-3DD6-FA41-E41CE074BC9B}"/>
              </a:ext>
            </a:extLst>
          </p:cNvPr>
          <p:cNvGrpSpPr/>
          <p:nvPr/>
        </p:nvGrpSpPr>
        <p:grpSpPr>
          <a:xfrm>
            <a:off x="365178" y="5540341"/>
            <a:ext cx="4466255" cy="1065648"/>
            <a:chOff x="2132025" y="4303564"/>
            <a:chExt cx="6777621" cy="835093"/>
          </a:xfrm>
        </p:grpSpPr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4C0CFEE7-8CD1-A0B0-4D0D-D905BF3AE35A}"/>
                </a:ext>
              </a:extLst>
            </p:cNvPr>
            <p:cNvSpPr/>
            <p:nvPr/>
          </p:nvSpPr>
          <p:spPr>
            <a:xfrm>
              <a:off x="3032356" y="4303564"/>
              <a:ext cx="5877290" cy="835093"/>
            </a:xfrm>
            <a:prstGeom prst="rect">
              <a:avLst/>
            </a:prstGeom>
            <a:solidFill>
              <a:srgbClr val="AAA39D"/>
            </a:solidFill>
            <a:ln w="12700">
              <a:solidFill>
                <a:srgbClr val="00699A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GB" sz="1600" dirty="0"/>
                <a:t>In </a:t>
              </a:r>
              <a:r>
                <a:rPr lang="en-GB" sz="1600" b="1" dirty="0"/>
                <a:t>Week2.ipynb</a:t>
              </a:r>
              <a:r>
                <a:rPr lang="en-GB" sz="1600" dirty="0"/>
                <a:t>, check  the section </a:t>
              </a:r>
              <a:r>
                <a:rPr lang="en-GB" sz="1600" b="1" dirty="0"/>
                <a:t>“</a:t>
              </a:r>
              <a:r>
                <a:rPr lang="en-US" sz="1600" b="1" dirty="0"/>
                <a:t>Basic List Comprehensions as Compact Logic Expressions</a:t>
              </a:r>
              <a:r>
                <a:rPr lang="en-GB" sz="1600" b="1" dirty="0"/>
                <a:t>”</a:t>
              </a:r>
            </a:p>
            <a:p>
              <a:pPr algn="ctr"/>
              <a:endParaRPr lang="en-GB" sz="1600" dirty="0"/>
            </a:p>
          </p:txBody>
        </p:sp>
        <p:pic>
          <p:nvPicPr>
            <p:cNvPr id="14" name="Grafik 208">
              <a:extLst>
                <a:ext uri="{FF2B5EF4-FFF2-40B4-BE49-F238E27FC236}">
                  <a16:creationId xmlns:a16="http://schemas.microsoft.com/office/drawing/2014/main" id="{DD9A2A2D-5BFF-DAB8-A049-A184AF6FD0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025" y="4375728"/>
              <a:ext cx="436475" cy="436474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D863FDE-95A9-E088-8226-90ED229DCB8E}"/>
              </a:ext>
            </a:extLst>
          </p:cNvPr>
          <p:cNvGrpSpPr/>
          <p:nvPr/>
        </p:nvGrpSpPr>
        <p:grpSpPr>
          <a:xfrm>
            <a:off x="6704791" y="5540341"/>
            <a:ext cx="4441946" cy="835093"/>
            <a:chOff x="2247406" y="5671105"/>
            <a:chExt cx="6486561" cy="835093"/>
          </a:xfrm>
        </p:grpSpPr>
        <p:pic>
          <p:nvPicPr>
            <p:cNvPr id="16" name="Grafik 216">
              <a:extLst>
                <a:ext uri="{FF2B5EF4-FFF2-40B4-BE49-F238E27FC236}">
                  <a16:creationId xmlns:a16="http://schemas.microsoft.com/office/drawing/2014/main" id="{97D3F9F1-1976-504D-1C0D-40C7209E52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47406" y="5870415"/>
              <a:ext cx="436474" cy="436474"/>
            </a:xfrm>
            <a:prstGeom prst="rect">
              <a:avLst/>
            </a:prstGeom>
          </p:spPr>
        </p:pic>
        <p:sp>
          <p:nvSpPr>
            <p:cNvPr id="17" name="Abgerundetes Rechteck 32">
              <a:extLst>
                <a:ext uri="{FF2B5EF4-FFF2-40B4-BE49-F238E27FC236}">
                  <a16:creationId xmlns:a16="http://schemas.microsoft.com/office/drawing/2014/main" id="{FE002B96-7EDA-884F-EEC9-ED7F455358EA}"/>
                </a:ext>
              </a:extLst>
            </p:cNvPr>
            <p:cNvSpPr/>
            <p:nvPr/>
          </p:nvSpPr>
          <p:spPr>
            <a:xfrm>
              <a:off x="2812944" y="5671105"/>
              <a:ext cx="5921023" cy="835093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Week2_Exercise.ipynb</a:t>
              </a:r>
              <a:r>
                <a:rPr lang="en-GB" dirty="0"/>
                <a:t>, you have 35 minutes to solve </a:t>
              </a:r>
            </a:p>
            <a:p>
              <a:pPr algn="ctr"/>
              <a:r>
                <a:rPr lang="en-GB" dirty="0"/>
                <a:t>“Section C”.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84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5C3A-E21F-5655-2960-4838E689D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B179640-B9A7-97CA-B1D0-71BD6DB5E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10461971" cy="835093"/>
          </a:xfrm>
        </p:spPr>
        <p:txBody>
          <a:bodyPr/>
          <a:lstStyle/>
          <a:p>
            <a:r>
              <a:rPr lang="de-DE" dirty="0"/>
              <a:t>Final Mini Challenge: Smart Student Performance Analyser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81DFF2-7064-61C0-3130-5EB48BF8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3B3CEB-8BCB-BD4C-EA6D-886A700C7B5D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endParaRPr lang="de-DE" dirty="0"/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C721A0-FFDC-27A1-1C7E-6B7588E50ADC}"/>
              </a:ext>
            </a:extLst>
          </p:cNvPr>
          <p:cNvGrpSpPr/>
          <p:nvPr/>
        </p:nvGrpSpPr>
        <p:grpSpPr>
          <a:xfrm>
            <a:off x="2439633" y="5511654"/>
            <a:ext cx="7312732" cy="693971"/>
            <a:chOff x="1081154" y="5450612"/>
            <a:chExt cx="7312732" cy="693971"/>
          </a:xfrm>
        </p:grpSpPr>
        <p:pic>
          <p:nvPicPr>
            <p:cNvPr id="10" name="Grafik 216">
              <a:extLst>
                <a:ext uri="{FF2B5EF4-FFF2-40B4-BE49-F238E27FC236}">
                  <a16:creationId xmlns:a16="http://schemas.microsoft.com/office/drawing/2014/main" id="{4355B8C9-0969-D990-614B-BDF95A3A87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81154" y="5579360"/>
              <a:ext cx="436474" cy="436474"/>
            </a:xfrm>
            <a:prstGeom prst="rect">
              <a:avLst/>
            </a:prstGeom>
          </p:spPr>
        </p:pic>
        <p:sp>
          <p:nvSpPr>
            <p:cNvPr id="11" name="Abgerundetes Rechteck 32">
              <a:extLst>
                <a:ext uri="{FF2B5EF4-FFF2-40B4-BE49-F238E27FC236}">
                  <a16:creationId xmlns:a16="http://schemas.microsoft.com/office/drawing/2014/main" id="{CDAF6BFA-AF03-7700-CC4B-E60B05BC8592}"/>
                </a:ext>
              </a:extLst>
            </p:cNvPr>
            <p:cNvSpPr/>
            <p:nvPr/>
          </p:nvSpPr>
          <p:spPr>
            <a:xfrm>
              <a:off x="1628946" y="5450612"/>
              <a:ext cx="6764940" cy="693971"/>
            </a:xfrm>
            <a:prstGeom prst="roundRect">
              <a:avLst/>
            </a:prstGeom>
            <a:solidFill>
              <a:srgbClr val="00699A"/>
            </a:solidFill>
            <a:ln>
              <a:solidFill>
                <a:srgbClr val="DF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/>
              <a:r>
                <a:rPr lang="en-GB" dirty="0"/>
                <a:t>In </a:t>
              </a:r>
              <a:r>
                <a:rPr lang="en-GB" b="1" dirty="0"/>
                <a:t>Week2_Exercise.ipynb</a:t>
              </a:r>
              <a:r>
                <a:rPr lang="en-GB" dirty="0"/>
                <a:t>, you have 25 minutes to solve the “Final Mini Challenge”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8FC97A20-5139-3270-AC68-24294991E2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986"/>
          <a:stretch>
            <a:fillRect/>
          </a:stretch>
        </p:blipFill>
        <p:spPr>
          <a:xfrm>
            <a:off x="1034991" y="1334817"/>
            <a:ext cx="9786980" cy="391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8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44AFA-B101-A27E-BACC-F95F4CA9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9A80083-9392-293E-B063-CD3BAE2D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What did we learn today?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5864AB-1277-269D-B5ED-A463D27D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08C89A-A611-32D1-049D-B1B2C4B8F0E6}"/>
              </a:ext>
            </a:extLst>
          </p:cNvPr>
          <p:cNvSpPr txBox="1">
            <a:spLocks/>
          </p:cNvSpPr>
          <p:nvPr/>
        </p:nvSpPr>
        <p:spPr>
          <a:xfrm>
            <a:off x="236830" y="1456095"/>
            <a:ext cx="11718339" cy="4230000"/>
          </a:xfrm>
          <a:prstGeom prst="rect">
            <a:avLst/>
          </a:prstGeom>
        </p:spPr>
        <p:txBody>
          <a:bodyPr/>
          <a:lstStyle>
            <a:lvl1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bg2">
                    <a:lumMod val="50000"/>
                  </a:schemeClr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Font typeface="SRH Text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+mn-lt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 marL="0" indent="0">
              <a:buNone/>
            </a:pPr>
            <a:endParaRPr lang="de-DE" dirty="0"/>
          </a:p>
          <a:p>
            <a:pPr marL="0" indent="0">
              <a:buFont typeface="SRH Text" panose="020B0503020204020204" pitchFamily="34" charset="0"/>
              <a:buNone/>
            </a:pPr>
            <a:endParaRPr lang="de-DE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397A670-EEB7-FB90-2895-A2F0C5B68FC5}"/>
              </a:ext>
            </a:extLst>
          </p:cNvPr>
          <p:cNvSpPr/>
          <p:nvPr/>
        </p:nvSpPr>
        <p:spPr>
          <a:xfrm>
            <a:off x="6085378" y="3109598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62.0</a:t>
            </a:r>
            <a:endParaRPr lang="en-US" sz="1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79A938-8067-548E-B294-26D2E86CDFC1}"/>
              </a:ext>
            </a:extLst>
          </p:cNvPr>
          <p:cNvGrpSpPr/>
          <p:nvPr/>
        </p:nvGrpSpPr>
        <p:grpSpPr>
          <a:xfrm>
            <a:off x="1057984" y="2542863"/>
            <a:ext cx="4206240" cy="914400"/>
            <a:chOff x="683812" y="1456095"/>
            <a:chExt cx="4206240" cy="914400"/>
          </a:xfrm>
        </p:grpSpPr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286F0E4E-E273-D061-7192-D7173B5D9B9A}"/>
                </a:ext>
              </a:extLst>
            </p:cNvPr>
            <p:cNvSpPr/>
            <p:nvPr/>
          </p:nvSpPr>
          <p:spPr>
            <a:xfrm>
              <a:off x="683812" y="1456095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49" name="Text 5">
              <a:extLst>
                <a:ext uri="{FF2B5EF4-FFF2-40B4-BE49-F238E27FC236}">
                  <a16:creationId xmlns:a16="http://schemas.microsoft.com/office/drawing/2014/main" id="{47BF0B76-8E61-1E49-B945-9F0D40625AB8}"/>
                </a:ext>
              </a:extLst>
            </p:cNvPr>
            <p:cNvSpPr/>
            <p:nvPr/>
          </p:nvSpPr>
          <p:spPr>
            <a:xfrm>
              <a:off x="1116698" y="1510959"/>
              <a:ext cx="360876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Logical Reasoning in Programming</a:t>
              </a:r>
              <a:endParaRPr lang="en-US" sz="16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50" name="Text 6">
              <a:extLst>
                <a:ext uri="{FF2B5EF4-FFF2-40B4-BE49-F238E27FC236}">
                  <a16:creationId xmlns:a16="http://schemas.microsoft.com/office/drawing/2014/main" id="{3BDDF7FE-3C21-451D-E622-66D24316088B}"/>
                </a:ext>
              </a:extLst>
            </p:cNvPr>
            <p:cNvSpPr/>
            <p:nvPr/>
          </p:nvSpPr>
          <p:spPr>
            <a:xfrm>
              <a:off x="772066" y="1803567"/>
              <a:ext cx="3953394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GB" sz="1400" dirty="0"/>
                <a:t>Conditional statements, decision structures, and shorthand conditional (Ternary operator)</a:t>
              </a:r>
              <a:endParaRPr lang="en-US" sz="14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76BFFBD-E105-BB9E-07F7-A998595A9B1B}"/>
              </a:ext>
            </a:extLst>
          </p:cNvPr>
          <p:cNvGrpSpPr/>
          <p:nvPr/>
        </p:nvGrpSpPr>
        <p:grpSpPr>
          <a:xfrm>
            <a:off x="6839522" y="2521382"/>
            <a:ext cx="4206240" cy="914400"/>
            <a:chOff x="5118652" y="1456095"/>
            <a:chExt cx="4206240" cy="914400"/>
          </a:xfrm>
        </p:grpSpPr>
        <p:sp>
          <p:nvSpPr>
            <p:cNvPr id="51" name="Shape 7">
              <a:extLst>
                <a:ext uri="{FF2B5EF4-FFF2-40B4-BE49-F238E27FC236}">
                  <a16:creationId xmlns:a16="http://schemas.microsoft.com/office/drawing/2014/main" id="{432800EC-E174-87C8-89F1-B03850AA5798}"/>
                </a:ext>
              </a:extLst>
            </p:cNvPr>
            <p:cNvSpPr/>
            <p:nvPr/>
          </p:nvSpPr>
          <p:spPr>
            <a:xfrm>
              <a:off x="5118652" y="1456095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3" name="Text 9">
              <a:extLst>
                <a:ext uri="{FF2B5EF4-FFF2-40B4-BE49-F238E27FC236}">
                  <a16:creationId xmlns:a16="http://schemas.microsoft.com/office/drawing/2014/main" id="{E3C67E34-F51C-E066-647C-BA1E0700A63A}"/>
                </a:ext>
              </a:extLst>
            </p:cNvPr>
            <p:cNvSpPr/>
            <p:nvPr/>
          </p:nvSpPr>
          <p:spPr>
            <a:xfrm>
              <a:off x="5777020" y="1510959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Loops in Programming</a:t>
              </a:r>
            </a:p>
          </p:txBody>
        </p:sp>
        <p:sp>
          <p:nvSpPr>
            <p:cNvPr id="54" name="Text 10">
              <a:extLst>
                <a:ext uri="{FF2B5EF4-FFF2-40B4-BE49-F238E27FC236}">
                  <a16:creationId xmlns:a16="http://schemas.microsoft.com/office/drawing/2014/main" id="{9BA461B3-7414-035E-2191-B2D58B8EFE90}"/>
                </a:ext>
              </a:extLst>
            </p:cNvPr>
            <p:cNvSpPr/>
            <p:nvPr/>
          </p:nvSpPr>
          <p:spPr>
            <a:xfrm>
              <a:off x="5276278" y="1803567"/>
              <a:ext cx="3884022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indent="0" algn="ctr">
                <a:buNone/>
              </a:pPr>
              <a:r>
                <a:rPr lang="en-GB" sz="14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For Loop, Nested Loops, Loop Control statements, and While Loop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04B4BB1-7D8F-4A79-09B7-9E86D1630BC9}"/>
              </a:ext>
            </a:extLst>
          </p:cNvPr>
          <p:cNvGrpSpPr/>
          <p:nvPr/>
        </p:nvGrpSpPr>
        <p:grpSpPr>
          <a:xfrm>
            <a:off x="3982258" y="4434867"/>
            <a:ext cx="4206240" cy="914400"/>
            <a:chOff x="683812" y="2480223"/>
            <a:chExt cx="4206240" cy="914400"/>
          </a:xfrm>
        </p:grpSpPr>
        <p:sp>
          <p:nvSpPr>
            <p:cNvPr id="55" name="Shape 11">
              <a:extLst>
                <a:ext uri="{FF2B5EF4-FFF2-40B4-BE49-F238E27FC236}">
                  <a16:creationId xmlns:a16="http://schemas.microsoft.com/office/drawing/2014/main" id="{A73761CD-47F4-EAB8-7A25-E5EC265510B1}"/>
                </a:ext>
              </a:extLst>
            </p:cNvPr>
            <p:cNvSpPr/>
            <p:nvPr/>
          </p:nvSpPr>
          <p:spPr>
            <a:xfrm>
              <a:off x="683812" y="2480223"/>
              <a:ext cx="4206240" cy="914400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CBD5E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7" name="Text 13">
              <a:extLst>
                <a:ext uri="{FF2B5EF4-FFF2-40B4-BE49-F238E27FC236}">
                  <a16:creationId xmlns:a16="http://schemas.microsoft.com/office/drawing/2014/main" id="{F3E87FC5-78CA-F29A-E5AA-DDF0AB94F6C3}"/>
                </a:ext>
              </a:extLst>
            </p:cNvPr>
            <p:cNvSpPr/>
            <p:nvPr/>
          </p:nvSpPr>
          <p:spPr>
            <a:xfrm>
              <a:off x="1342180" y="2535087"/>
              <a:ext cx="338328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dirty="0">
                  <a:solidFill>
                    <a:srgbClr val="DF4807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Basic List Comprehensions</a:t>
              </a:r>
              <a:endParaRPr lang="en-US" sz="1600" dirty="0">
                <a:solidFill>
                  <a:srgbClr val="DF4807"/>
                </a:solidFill>
                <a:latin typeface="+mj-lt"/>
              </a:endParaRPr>
            </a:p>
          </p:txBody>
        </p:sp>
        <p:sp>
          <p:nvSpPr>
            <p:cNvPr id="58" name="Text 14">
              <a:extLst>
                <a:ext uri="{FF2B5EF4-FFF2-40B4-BE49-F238E27FC236}">
                  <a16:creationId xmlns:a16="http://schemas.microsoft.com/office/drawing/2014/main" id="{612E97B9-C600-79AF-1097-50F7ED2C39BD}"/>
                </a:ext>
              </a:extLst>
            </p:cNvPr>
            <p:cNvSpPr/>
            <p:nvPr/>
          </p:nvSpPr>
          <p:spPr>
            <a:xfrm>
              <a:off x="1342180" y="2827695"/>
              <a:ext cx="3383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dirty="0">
                  <a:solidFill>
                    <a:srgbClr val="2D3748"/>
                  </a:solidFill>
                  <a:ea typeface="Calibri" pitchFamily="34" charset="-122"/>
                  <a:cs typeface="Calibri" pitchFamily="34" charset="-120"/>
                </a:rPr>
                <a:t>Compact Logic Expressions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033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D7E0-CE57-A823-1D4A-FA6FEE94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329CE88-96DC-D5D3-2161-2AE1190F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Take-Home Assignments</a:t>
            </a:r>
            <a:endParaRPr lang="de-DE" b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94923AF-69C9-56E6-1589-71160D790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A7F77-7141-9E81-633D-2DD35750F158}"/>
              </a:ext>
            </a:extLst>
          </p:cNvPr>
          <p:cNvSpPr txBox="1"/>
          <p:nvPr/>
        </p:nvSpPr>
        <p:spPr>
          <a:xfrm>
            <a:off x="235766" y="1397675"/>
            <a:ext cx="117934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Solve Problems A-E in “</a:t>
            </a:r>
            <a:r>
              <a:rPr lang="en-US" i="1" dirty="0"/>
              <a:t>Take-Home Assignments “ section and</a:t>
            </a: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 push them to your private individual repository in Week(2) directory. </a:t>
            </a:r>
            <a:r>
              <a:rPr lang="en-GB" b="1" dirty="0">
                <a:solidFill>
                  <a:srgbClr val="DF480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deadline is Sunday, 03.05.2026, at 23:59. </a:t>
            </a:r>
            <a:r>
              <a:rPr lang="en-GB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For more details, please have a look at our course’s GitHub Repository and submission instructions.</a:t>
            </a:r>
            <a:endParaRPr lang="en-US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rgbClr val="2D3748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de-DE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A05B44E-25DA-D666-A0F6-7C83966D99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0" t="3750"/>
          <a:stretch>
            <a:fillRect/>
          </a:stretch>
        </p:blipFill>
        <p:spPr>
          <a:xfrm>
            <a:off x="1753385" y="2409729"/>
            <a:ext cx="8342722" cy="425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5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14BACE3-4337-4A2D-8DDD-F4398029E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3" y="377072"/>
            <a:ext cx="11472946" cy="5636570"/>
          </a:xfrm>
        </p:spPr>
        <p:txBody>
          <a:bodyPr anchor="ctr"/>
          <a:lstStyle/>
          <a:p>
            <a:pPr algn="ctr"/>
            <a:r>
              <a:rPr lang="de-DE" dirty="0">
                <a:solidFill>
                  <a:srgbClr val="DF4807"/>
                </a:solidFill>
              </a:rPr>
              <a:t>Coming Up : Week (3)</a:t>
            </a:r>
            <a:br>
              <a:rPr lang="de-DE" dirty="0">
                <a:solidFill>
                  <a:srgbClr val="DF4807"/>
                </a:solidFill>
              </a:rPr>
            </a:br>
            <a:br>
              <a:rPr lang="de-DE" sz="2800" dirty="0">
                <a:solidFill>
                  <a:srgbClr val="DF4807"/>
                </a:solidFill>
              </a:rPr>
            </a:br>
            <a:r>
              <a:rPr lang="en-GB" sz="2800" b="0" dirty="0">
                <a:solidFill>
                  <a:schemeClr val="bg2">
                    <a:lumMod val="75000"/>
                  </a:schemeClr>
                </a:solidFill>
              </a:rPr>
              <a:t>So far, we have worked primarily with individual variables and basic control flow. How would you design a system that stores and</a:t>
            </a:r>
            <a:br>
              <a:rPr lang="en-GB" sz="2800" b="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GB" sz="2800" b="0" dirty="0">
                <a:solidFill>
                  <a:schemeClr val="bg2">
                    <a:lumMod val="75000"/>
                  </a:schemeClr>
                </a:solidFill>
              </a:rPr>
              <a:t> organises multiple related pieces of information? </a:t>
            </a:r>
            <a:br>
              <a:rPr lang="en-GB" sz="3200" b="0" dirty="0">
                <a:solidFill>
                  <a:schemeClr val="bg2">
                    <a:lumMod val="75000"/>
                  </a:schemeClr>
                </a:solidFill>
              </a:rPr>
            </a:br>
            <a:br>
              <a:rPr lang="en-US" sz="3200" b="0" dirty="0">
                <a:solidFill>
                  <a:srgbClr val="00699A"/>
                </a:solidFill>
              </a:rPr>
            </a:br>
            <a:r>
              <a:rPr lang="en-GB" sz="2400" b="0" dirty="0">
                <a:solidFill>
                  <a:srgbClr val="00699A"/>
                </a:solidFill>
              </a:rPr>
              <a:t>• Lists and indexing principles • Tuples and immutability </a:t>
            </a:r>
            <a:br>
              <a:rPr lang="en-GB" sz="2400" b="0" dirty="0">
                <a:solidFill>
                  <a:srgbClr val="00699A"/>
                </a:solidFill>
              </a:rPr>
            </a:br>
            <a:r>
              <a:rPr lang="en-GB" sz="2400" b="0" dirty="0">
                <a:solidFill>
                  <a:srgbClr val="00699A"/>
                </a:solidFill>
              </a:rPr>
              <a:t>• Dictionaries and key–value modelling • Sets and uniqueness </a:t>
            </a:r>
            <a:br>
              <a:rPr lang="en-GB" sz="2400" b="0" dirty="0">
                <a:solidFill>
                  <a:srgbClr val="00699A"/>
                </a:solidFill>
              </a:rPr>
            </a:br>
            <a:r>
              <a:rPr lang="en-GB" sz="2400" b="0" dirty="0">
                <a:solidFill>
                  <a:srgbClr val="00699A"/>
                </a:solidFill>
              </a:rPr>
              <a:t>• Nested data structures for real-world data modelling</a:t>
            </a:r>
            <a:endParaRPr lang="de-DE" sz="2400" b="0" dirty="0">
              <a:solidFill>
                <a:srgbClr val="00699A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0901D8-2231-446A-8D14-E61C975D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97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140E8-AD5E-2087-8E7B-FD394C81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8FE124D-88FA-94F1-79F7-11F9163A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3" y="1102028"/>
            <a:ext cx="11472946" cy="3980844"/>
          </a:xfrm>
        </p:spPr>
        <p:txBody>
          <a:bodyPr/>
          <a:lstStyle/>
          <a:p>
            <a:pPr algn="ctr"/>
            <a:r>
              <a:rPr lang="de-DE" dirty="0">
                <a:solidFill>
                  <a:srgbClr val="DF4807"/>
                </a:solidFill>
              </a:rPr>
              <a:t> </a:t>
            </a:r>
            <a:r>
              <a:rPr lang="en-GB" dirty="0">
                <a:solidFill>
                  <a:srgbClr val="DF4807"/>
                </a:solidFill>
              </a:rPr>
              <a:t>Your Voice Matters: Lab Session Feedback</a:t>
            </a:r>
            <a:br>
              <a:rPr lang="de-DE" dirty="0">
                <a:solidFill>
                  <a:srgbClr val="DF4807"/>
                </a:solidFill>
              </a:rPr>
            </a:br>
            <a:br>
              <a:rPr lang="de-DE" dirty="0">
                <a:solidFill>
                  <a:schemeClr val="bg2">
                    <a:lumMod val="75000"/>
                  </a:schemeClr>
                </a:solidFill>
              </a:rPr>
            </a:br>
            <a:endParaRPr lang="de-DE" sz="3200" b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F7EBFD-9588-7D8F-CD65-85A00F62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21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74F7CD-DE73-4CD2-5DED-0958DB0AC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800" y="2698750"/>
            <a:ext cx="3765550" cy="376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36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A7777C3-410C-41B2-86A5-C9A55C4F04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>
            <a:noAutofit/>
          </a:bodyPr>
          <a:lstStyle/>
          <a:p>
            <a:r>
              <a:rPr lang="de-DE" b="1" dirty="0"/>
              <a:t>Dr. Ghadeer Mobasher</a:t>
            </a:r>
          </a:p>
          <a:p>
            <a:r>
              <a:rPr lang="de-DE" dirty="0">
                <a:hlinkClick r:id="rId2"/>
              </a:rPr>
              <a:t>ghadeer.mobasher@srh-hochschulen.de</a:t>
            </a:r>
            <a:r>
              <a:rPr lang="de-DE" dirty="0"/>
              <a:t> </a:t>
            </a:r>
          </a:p>
          <a:p>
            <a:r>
              <a:rPr lang="de-DE" dirty="0">
                <a:hlinkClick r:id="rId3"/>
              </a:rPr>
              <a:t>https://www.linkedin.com/in/ghadeermobasher/</a:t>
            </a:r>
            <a:r>
              <a:rPr lang="de-DE" dirty="0"/>
              <a:t>   </a:t>
            </a:r>
          </a:p>
          <a:p>
            <a:r>
              <a:rPr lang="de-DE" b="1" dirty="0"/>
              <a:t>LGS 6, 2. OG, Arc 213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40045-061E-E501-0B6A-63DC3D55736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94" y="4419601"/>
            <a:ext cx="694140" cy="69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873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0.0.7308"/>
  <p:tag name="SLIDO_PRESENTATION_ID" val="95a6423d-8793-44d1-9768-9fa9974617d7"/>
  <p:tag name="SLIDO_EVENT_UUID" val="5e9f1e77-cef1-4261-9478-d3282ba8284a"/>
  <p:tag name="SLIDO_EVENT_SECTION_UUID" val="99069b38-cfa5-45f4-af92-7b98e4ec15d9"/>
</p:tagLst>
</file>

<file path=ppt/theme/theme1.xml><?xml version="1.0" encoding="utf-8"?>
<a:theme xmlns:a="http://schemas.openxmlformats.org/drawingml/2006/main" name="SRH">
  <a:themeElements>
    <a:clrScheme name="SRH Bildung">
      <a:dk1>
        <a:srgbClr val="575756"/>
      </a:dk1>
      <a:lt1>
        <a:sysClr val="window" lastClr="FFFFFF"/>
      </a:lt1>
      <a:dk2>
        <a:srgbClr val="00699A"/>
      </a:dk2>
      <a:lt2>
        <a:srgbClr val="AAA39D"/>
      </a:lt2>
      <a:accent1>
        <a:srgbClr val="D54407"/>
      </a:accent1>
      <a:accent2>
        <a:srgbClr val="AAA39D"/>
      </a:accent2>
      <a:accent3>
        <a:srgbClr val="FCC61E"/>
      </a:accent3>
      <a:accent4>
        <a:srgbClr val="35B4A0"/>
      </a:accent4>
      <a:accent5>
        <a:srgbClr val="CA007F"/>
      </a:accent5>
      <a:accent6>
        <a:srgbClr val="021E30"/>
      </a:accent6>
      <a:hlink>
        <a:srgbClr val="000000"/>
      </a:hlink>
      <a:folHlink>
        <a:srgbClr val="000000"/>
      </a:folHlink>
    </a:clrScheme>
    <a:fontScheme name="SRH Typo">
      <a:majorFont>
        <a:latin typeface="SRH Headline"/>
        <a:ea typeface=""/>
        <a:cs typeface=""/>
      </a:majorFont>
      <a:minorFont>
        <a:latin typeface="SRH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SRH Bildu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DF4807"/>
        </a:accent1>
        <a:accent2>
          <a:srgbClr val="AAA39D"/>
        </a:accent2>
        <a:accent3>
          <a:srgbClr val="FCC61E"/>
        </a:accent3>
        <a:accent4>
          <a:srgbClr val="35B4A0"/>
        </a:accent4>
        <a:accent5>
          <a:srgbClr val="CA007F"/>
        </a:accent5>
        <a:accent6>
          <a:srgbClr val="021E30"/>
        </a:accent6>
        <a:hlink>
          <a:srgbClr val="000000"/>
        </a:hlink>
        <a:folHlink>
          <a:srgbClr val="000000"/>
        </a:folHlink>
      </a:clrScheme>
    </a:extraClrScheme>
    <a:extraClrScheme>
      <a:clrScheme name="SRH Gesundheit">
        <a:dk1>
          <a:srgbClr val="575756"/>
        </a:dk1>
        <a:lt1>
          <a:sysClr val="window" lastClr="FFFFFF"/>
        </a:lt1>
        <a:dk2>
          <a:srgbClr val="35B4A0"/>
        </a:dk2>
        <a:lt2>
          <a:srgbClr val="AAA39D"/>
        </a:lt2>
        <a:accent1>
          <a:srgbClr val="00699A"/>
        </a:accent1>
        <a:accent2>
          <a:srgbClr val="CA007F"/>
        </a:accent2>
        <a:accent3>
          <a:srgbClr val="78C8D2"/>
        </a:accent3>
        <a:accent4>
          <a:srgbClr val="0D3A5D"/>
        </a:accent4>
        <a:accent5>
          <a:srgbClr val="DF4807"/>
        </a:accent5>
        <a:accent6>
          <a:srgbClr val="FCC61E"/>
        </a:accent6>
        <a:hlink>
          <a:srgbClr val="000000"/>
        </a:hlink>
        <a:folHlink>
          <a:srgbClr val="000000"/>
        </a:folHlink>
      </a:clrScheme>
    </a:extraClrScheme>
    <a:extraClrScheme>
      <a:clrScheme name="SRH Holdi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AAA39D"/>
        </a:accent1>
        <a:accent2>
          <a:srgbClr val="DF4807"/>
        </a:accent2>
        <a:accent3>
          <a:srgbClr val="575756"/>
        </a:accent3>
        <a:accent4>
          <a:srgbClr val="FCC61E"/>
        </a:accent4>
        <a:accent5>
          <a:srgbClr val="78C8D2"/>
        </a:accent5>
        <a:accent6>
          <a:srgbClr val="0D3A5D"/>
        </a:accent6>
        <a:hlink>
          <a:srgbClr val="000000"/>
        </a:hlink>
        <a:folHlink>
          <a:srgbClr val="000000"/>
        </a:folHlink>
      </a:clrScheme>
    </a:extraClrScheme>
    <a:extraClrScheme>
      <a:clrScheme name="SRH ServicePartner">
        <a:dk1>
          <a:srgbClr val="575756"/>
        </a:dk1>
        <a:lt1>
          <a:sysClr val="window" lastClr="FFFFFF"/>
        </a:lt1>
        <a:dk2>
          <a:srgbClr val="9C0C35"/>
        </a:dk2>
        <a:lt2>
          <a:srgbClr val="AAA39D"/>
        </a:lt2>
        <a:accent1>
          <a:srgbClr val="AAA39D"/>
        </a:accent1>
        <a:accent2>
          <a:srgbClr val="35B4A0"/>
        </a:accent2>
        <a:accent3>
          <a:srgbClr val="575756"/>
        </a:accent3>
        <a:accent4>
          <a:srgbClr val="0D3A5D"/>
        </a:accent4>
        <a:accent5>
          <a:srgbClr val="DF4807"/>
        </a:accent5>
        <a:accent6>
          <a:srgbClr val="00699A"/>
        </a:accent6>
        <a:hlink>
          <a:srgbClr val="000000"/>
        </a:hlink>
        <a:folHlink>
          <a:srgbClr val="000000"/>
        </a:folHlink>
      </a:clrScheme>
    </a:extraClrScheme>
  </a:extraClrSchemeLst>
  <a:custClrLst>
    <a:custClr name="SRH ORANGE">
      <a:srgbClr val="DF4807"/>
    </a:custClr>
    <a:custClr name="SRH WARM GREY">
      <a:srgbClr val="AAA39D"/>
    </a:custClr>
    <a:custClr name="SRH BLUE">
      <a:srgbClr val="00699A"/>
    </a:custClr>
    <a:custClr name="SRH SUN YELLOW">
      <a:srgbClr val="FCC61E"/>
    </a:custClr>
    <a:custClr name="SRH Fresh Mint">
      <a:srgbClr val="35B4A0"/>
    </a:custClr>
    <a:custClr name="SRH SWEET BERRY">
      <a:srgbClr val="CA007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SRH PASSION RED">
      <a:srgbClr val="9C0C35"/>
    </a:custClr>
    <a:custClr name="SRH SMOKEY BLACK">
      <a:srgbClr val="575756"/>
    </a:custClr>
    <a:custClr name="SRH CALM OCEAN">
      <a:srgbClr val="78C8D2"/>
    </a:custClr>
    <a:custClr name="SRH MIDNIGHT BLUE">
      <a:srgbClr val="0D3A5D"/>
    </a:custClr>
    <a:custClr name="SRH DEEP BLUE">
      <a:srgbClr val="021E30"/>
    </a:custClr>
    <a:custClr name=" SRH Text ">
      <a:srgbClr val="575756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2015</TotalTime>
  <Words>557</Words>
  <Application>Microsoft Office PowerPoint</Application>
  <PresentationFormat>Widescreen</PresentationFormat>
  <Paragraphs>81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SRH</vt:lpstr>
      <vt:lpstr>Aptos</vt:lpstr>
      <vt:lpstr>Arial</vt:lpstr>
      <vt:lpstr>Consolas</vt:lpstr>
      <vt:lpstr>SRH Text</vt:lpstr>
      <vt:lpstr>Wingdings</vt:lpstr>
      <vt:lpstr>Calibri</vt:lpstr>
      <vt:lpstr>SRH Headline</vt:lpstr>
      <vt:lpstr>SRH</vt:lpstr>
      <vt:lpstr>Python Foundations for Data Science  </vt:lpstr>
      <vt:lpstr>Agenda</vt:lpstr>
      <vt:lpstr>Logical Reasoning in Programming</vt:lpstr>
      <vt:lpstr>Conditional Statements and Decision Structures</vt:lpstr>
      <vt:lpstr>User Input and Role-Based Routing</vt:lpstr>
      <vt:lpstr>Loops in Progamming</vt:lpstr>
      <vt:lpstr>For Loop ( Iterating over a List)</vt:lpstr>
      <vt:lpstr>Nested Loops</vt:lpstr>
      <vt:lpstr>Loop Control Statements: Break</vt:lpstr>
      <vt:lpstr>Loop Control Statements: Continue</vt:lpstr>
      <vt:lpstr>Generator Expression: Conditional Filtering</vt:lpstr>
      <vt:lpstr>While Loop</vt:lpstr>
      <vt:lpstr>While / else</vt:lpstr>
      <vt:lpstr>Pause / Break</vt:lpstr>
      <vt:lpstr>  Basic List Comprehensions </vt:lpstr>
      <vt:lpstr>  Basic List Comprehension- Squaring Numbers </vt:lpstr>
      <vt:lpstr>Final Mini Challenge: Smart Student Performance Analyser</vt:lpstr>
      <vt:lpstr>What did we learn today?</vt:lpstr>
      <vt:lpstr>Take-Home Assignments</vt:lpstr>
      <vt:lpstr>Coming Up : Week (3)  So far, we have worked primarily with individual variables and basic control flow. How would you design a system that stores and  organises multiple related pieces of information?   • Lists and indexing principles • Tuples and immutability  • Dictionaries and key–value modelling • Sets and uniqueness  • Nested data structures for real-world data modelling</vt:lpstr>
      <vt:lpstr> Your Voice Matters: Lab Session Feedback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Week(2)-Control Flow &amp; Logic</dc:title>
  <dc:creator>Ghadeer Mobasher</dc:creator>
  <cp:keywords>Week(2)</cp:keywords>
  <cp:lastModifiedBy>Mobasher, Ghadeer (Lehre SRH Hochschule Heidelberg)</cp:lastModifiedBy>
  <cp:revision>452</cp:revision>
  <dcterms:created xsi:type="dcterms:W3CDTF">2020-06-05T16:20:53Z</dcterms:created>
  <dcterms:modified xsi:type="dcterms:W3CDTF">2026-04-28T16:09:57Z</dcterms:modified>
</cp:coreProperties>
</file>
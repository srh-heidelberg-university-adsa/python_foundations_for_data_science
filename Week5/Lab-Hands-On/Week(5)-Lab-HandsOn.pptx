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22"/>
  </p:notesMasterIdLst>
  <p:handoutMasterIdLst>
    <p:handoutMasterId r:id="rId23"/>
  </p:handoutMasterIdLst>
  <p:sldIdLst>
    <p:sldId id="297" r:id="rId2"/>
    <p:sldId id="4421" r:id="rId3"/>
    <p:sldId id="4423" r:id="rId4"/>
    <p:sldId id="4382" r:id="rId5"/>
    <p:sldId id="4396" r:id="rId6"/>
    <p:sldId id="4413" r:id="rId7"/>
    <p:sldId id="4414" r:id="rId8"/>
    <p:sldId id="4415" r:id="rId9"/>
    <p:sldId id="4417" r:id="rId10"/>
    <p:sldId id="4381" r:id="rId11"/>
    <p:sldId id="4406" r:id="rId12"/>
    <p:sldId id="4418" r:id="rId13"/>
    <p:sldId id="4419" r:id="rId14"/>
    <p:sldId id="4407" r:id="rId15"/>
    <p:sldId id="4420" r:id="rId16"/>
    <p:sldId id="4377" r:id="rId17"/>
    <p:sldId id="4378" r:id="rId18"/>
    <p:sldId id="267" r:id="rId19"/>
    <p:sldId id="4379" r:id="rId20"/>
    <p:sldId id="285" r:id="rId21"/>
  </p:sldIdLst>
  <p:sldSz cx="12192000" cy="6858000"/>
  <p:notesSz cx="6858000" cy="9144000"/>
  <p:embeddedFontLst>
    <p:embeddedFont>
      <p:font typeface="Consolas" panose="020B0609020204030204" pitchFamily="49" charset="0"/>
      <p:regular r:id="rId24"/>
      <p:bold r:id="rId25"/>
      <p:italic r:id="rId26"/>
      <p:boldItalic r:id="rId27"/>
    </p:embeddedFont>
    <p:embeddedFont>
      <p:font typeface="SRH" panose="020B0604020202020204" charset="0"/>
      <p:regular r:id="rId28"/>
      <p:bold r:id="rId29"/>
      <p:italic r:id="rId30"/>
      <p:boldItalic r:id="rId31"/>
    </p:embeddedFont>
    <p:embeddedFont>
      <p:font typeface="SRH Headline" panose="020B0604020202020204" charset="0"/>
      <p:regular r:id="rId32"/>
      <p:bold r:id="rId33"/>
    </p:embeddedFont>
    <p:embeddedFont>
      <p:font typeface="SRH Text" panose="020B0604020202020204" charset="0"/>
      <p:regular r:id="rId34"/>
      <p:bold r:id="rId35"/>
      <p:italic r:id="rId36"/>
      <p:boldItalic r:id="rId37"/>
    </p:embeddedFont>
  </p:embeddedFontLst>
  <p:custDataLst>
    <p:tags r:id="rId3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4)" id="{8E6C202D-32A9-4242-9C7F-061CD6AD0586}">
          <p14:sldIdLst>
            <p14:sldId id="297"/>
          </p14:sldIdLst>
        </p14:section>
        <p14:section name="Agenda" id="{3FFF4A2F-D12C-4BB1-AEA5-1CF8C98DB087}">
          <p14:sldIdLst>
            <p14:sldId id="4421"/>
          </p14:sldIdLst>
        </p14:section>
        <p14:section name="Pre-preparation Question" id="{25112CEF-37B8-4298-AD96-CBE4DC570CA4}">
          <p14:sldIdLst>
            <p14:sldId id="4423"/>
          </p14:sldIdLst>
        </p14:section>
        <p14:section name="Files Systems and Directory Structure" id="{2801BB6F-49DE-4497-8D10-DB7E37B5AAFD}">
          <p14:sldIdLst>
            <p14:sldId id="4382"/>
          </p14:sldIdLst>
        </p14:section>
        <p14:section name="Reading and Writing Text Files" id="{8182B8DC-BFF0-4589-A8E8-075215DD32B2}">
          <p14:sldIdLst>
            <p14:sldId id="4396"/>
            <p14:sldId id="4413"/>
          </p14:sldIdLst>
        </p14:section>
        <p14:section name="Working with CSV Files" id="{86C1BF0E-C64A-44C9-9239-230175BDB962}">
          <p14:sldIdLst>
            <p14:sldId id="4414"/>
            <p14:sldId id="4415"/>
          </p14:sldIdLst>
        </p14:section>
        <p14:section name="Exercises" id="{787F85D1-C3E3-4C5B-A22E-B31E3277CBFF}">
          <p14:sldIdLst>
            <p14:sldId id="4417"/>
          </p14:sldIdLst>
        </p14:section>
        <p14:section name="Break" id="{67FE0DEB-6D63-40D6-8BA8-224DBA78E4AF}">
          <p14:sldIdLst>
            <p14:sldId id="4381"/>
          </p14:sldIdLst>
        </p14:section>
        <p14:section name="Structured Data Formats" id="{FC3C6728-2E40-44E3-B58A-6EAC846BF684}">
          <p14:sldIdLst>
            <p14:sldId id="4406"/>
            <p14:sldId id="4418"/>
            <p14:sldId id="4419"/>
          </p14:sldIdLst>
        </p14:section>
        <p14:section name="Error Handling and Exception Concepts" id="{F4FC8562-21EF-4D84-87B5-0B7E8A21B17A}">
          <p14:sldIdLst>
            <p14:sldId id="4407"/>
          </p14:sldIdLst>
        </p14:section>
        <p14:section name="Exercises" id="{4A294DFD-05C0-4816-A607-4319740EAE09}">
          <p14:sldIdLst>
            <p14:sldId id="4420"/>
          </p14:sldIdLst>
        </p14:section>
        <p14:section name="Wrap-up &amp; Take-home Assignments" id="{6FE3154E-4358-409C-BEF1-5013BF88E2FC}">
          <p14:sldIdLst>
            <p14:sldId id="4377"/>
            <p14:sldId id="4378"/>
            <p14:sldId id="267"/>
            <p14:sldId id="4379"/>
            <p14:sldId id="285"/>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4807"/>
    <a:srgbClr val="2C2E2E"/>
    <a:srgbClr val="6D674E"/>
    <a:srgbClr val="021E30"/>
    <a:srgbClr val="D54407"/>
    <a:srgbClr val="A29181"/>
    <a:srgbClr val="CECFC9"/>
    <a:srgbClr val="FFFFFF"/>
    <a:srgbClr val="000000"/>
    <a:srgbClr val="B92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53D232-F75E-49BE-9499-C7F5D3223953}" v="37" dt="2026-05-15T07:08:05.171"/>
  </p1510:revLst>
</p1510:revInfo>
</file>

<file path=ppt/tableStyles.xml><?xml version="1.0" encoding="utf-8"?>
<a:tblStyleLst xmlns:a="http://schemas.openxmlformats.org/drawingml/2006/main" def="{5ACB3F56-7768-405F-84FF-31046667B651}">
  <a:tblStyle styleId="{FEC09086-8A00-4FE0-B5C7-1A88A72B4ECC}" styleName="SRH: Standard-Tabelle">
    <a:wholeTbl>
      <a:tcTxStyle>
        <a:fontRef idx="minor">
          <a:prstClr val="black"/>
        </a:fontRef>
        <a:srgbClr val="2C2E2E"/>
      </a:tcTxStyle>
      <a:tcStyle>
        <a:tcBdr>
          <a:left>
            <a:ln w="6350" cmpd="sng">
              <a:noFill/>
            </a:ln>
          </a:left>
          <a:right>
            <a:ln w="6350" cmpd="sng">
              <a:noFill/>
            </a:ln>
          </a:right>
          <a:top>
            <a:ln w="6350" cmpd="sng">
              <a:noFill/>
            </a:ln>
          </a:top>
          <a:bottom>
            <a:ln w="6350" cmpd="sng">
              <a:noFill/>
            </a:ln>
          </a:bottom>
          <a:insideH>
            <a:ln w="6350" cmpd="sng">
              <a:solidFill>
                <a:schemeClr val="accent1"/>
              </a:solidFill>
            </a:ln>
          </a:insideH>
          <a:insideV>
            <a:ln w="6350" cmpd="sng">
              <a:noFill/>
            </a:ln>
          </a:insideV>
        </a:tcBdr>
        <a:fill>
          <a:noFill/>
        </a:fill>
      </a:tcStyle>
    </a:wholeTbl>
    <a:lastCol>
      <a:tcTxStyle b="off">
        <a:fontRef idx="minor">
          <a:prstClr val="black"/>
        </a:fontRef>
        <a:srgbClr val="2C2E2E"/>
      </a:tcTxStyle>
      <a:tcStyle>
        <a:tcBdr/>
        <a:fill>
          <a:noFill/>
        </a:fill>
      </a:tcStyle>
    </a:lastCol>
    <a:firstCol>
      <a:tcTxStyle b="off">
        <a:fontRef idx="minor">
          <a:prstClr val="black"/>
        </a:fontRef>
        <a:srgbClr val="2C2E2E"/>
      </a:tcTxStyle>
      <a:tcStyle>
        <a:tcBdr/>
        <a:fill>
          <a:noFill/>
        </a:fill>
      </a:tcStyle>
    </a:firstCol>
    <a:lastRow>
      <a:tcTxStyle b="on">
        <a:fontRef idx="minor">
          <a:prstClr val="black"/>
        </a:fontRef>
        <a:srgbClr val="2C2E2E"/>
      </a:tcTxStyle>
      <a:tcStyle>
        <a:tcBdr>
          <a:top>
            <a:ln w="6350" cmpd="sng">
              <a:solidFill>
                <a:schemeClr val="accent1"/>
              </a:solidFill>
            </a:ln>
          </a:top>
        </a:tcBdr>
        <a:fill>
          <a:noFill/>
        </a:fill>
      </a:tcStyle>
    </a:lastRow>
    <a:firstRow>
      <a:tcTxStyle b="on">
        <a:fontRef idx="minor">
          <a:prstClr val="black"/>
        </a:fontRef>
        <a:srgbClr val="2C2E2E"/>
      </a:tcTxStyle>
      <a:tcStyle>
        <a:tcBdr>
          <a:bottom>
            <a:ln w="25400" cmpd="sng">
              <a:solidFill>
                <a:schemeClr val="accent1"/>
              </a:solidFill>
            </a:ln>
          </a:bottom>
        </a:tcBdr>
        <a:fill>
          <a:noFill/>
        </a:fill>
      </a:tcStyle>
    </a:firstRow>
  </a:tblStyle>
  <a:tblStyle styleId="{5ACB3F56-7768-405F-84FF-31046667B651}" styleName="SRH: Für Überschrift">
    <a:wholeTbl>
      <a:tcTxStyle>
        <a:fontRef idx="minor">
          <a:prstClr val="black"/>
        </a:fontRef>
        <a:srgbClr val="2C2E2E"/>
      </a:tcTxStyle>
      <a:tcStyle>
        <a:tcBdr>
          <a:left>
            <a:ln w="6350" cmpd="sng">
              <a:noFill/>
            </a:ln>
          </a:left>
          <a:right>
            <a:ln w="6350" cmpd="sng">
              <a:noFill/>
            </a:ln>
          </a:right>
          <a:top>
            <a:ln w="6350" cmpd="sng">
              <a:noFill/>
            </a:ln>
          </a:top>
          <a:bottom>
            <a:ln w="6350" cmpd="sng">
              <a:noFill/>
            </a:ln>
          </a:bottom>
          <a:insideH>
            <a:ln w="6350" cmpd="sng">
              <a:solidFill>
                <a:schemeClr val="accent1"/>
              </a:solidFill>
            </a:ln>
          </a:insideH>
          <a:insideV>
            <a:ln w="6350" cmpd="sng">
              <a:noFill/>
            </a:ln>
          </a:insideV>
        </a:tcBdr>
        <a:fill>
          <a:noFill/>
        </a:fill>
      </a:tcStyle>
    </a:wholeTbl>
    <a:lastCol>
      <a:tcTxStyle b="off">
        <a:fontRef idx="minor">
          <a:prstClr val="black"/>
        </a:fontRef>
        <a:srgbClr val="2C2E2E"/>
      </a:tcTxStyle>
      <a:tcStyle>
        <a:tcBdr/>
        <a:fill>
          <a:noFill/>
        </a:fill>
      </a:tcStyle>
    </a:lastCol>
    <a:firstCol>
      <a:tcTxStyle b="off">
        <a:fontRef idx="minor">
          <a:prstClr val="black"/>
        </a:fontRef>
        <a:srgbClr val="2C2E2E"/>
      </a:tcTxStyle>
      <a:tcStyle>
        <a:tcBdr/>
        <a:fill>
          <a:noFill/>
        </a:fill>
      </a:tcStyle>
    </a:firstCol>
    <a:lastRow>
      <a:tcTxStyle b="on">
        <a:fontRef idx="minor">
          <a:prstClr val="black"/>
        </a:fontRef>
        <a:srgbClr val="2C2E2E"/>
      </a:tcTxStyle>
      <a:tcStyle>
        <a:tcBdr>
          <a:top>
            <a:ln w="6350" cmpd="sng">
              <a:solidFill>
                <a:schemeClr val="accent1"/>
              </a:solidFill>
            </a:ln>
          </a:top>
        </a:tcBdr>
        <a:fill>
          <a:noFill/>
        </a:fill>
      </a:tcStyle>
    </a:lastRow>
    <a:firstRow>
      <a:tcTxStyle b="on">
        <a:fontRef idx="major">
          <a:prstClr val="black"/>
        </a:fontRef>
        <a:srgbClr val="2C2E2E"/>
      </a:tcTxStyle>
      <a:tcStyle>
        <a:tcBdr>
          <a:bottom>
            <a:ln w="635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54" autoAdjust="0"/>
    <p:restoredTop sz="96723" autoAdjust="0"/>
  </p:normalViewPr>
  <p:slideViewPr>
    <p:cSldViewPr snapToGrid="0">
      <p:cViewPr varScale="1">
        <p:scale>
          <a:sx n="67" d="100"/>
          <a:sy n="67" d="100"/>
        </p:scale>
        <p:origin x="24" y="93"/>
      </p:cViewPr>
      <p:guideLst>
        <p:guide orient="horz" pos="2160"/>
        <p:guide pos="3817"/>
      </p:guideLst>
    </p:cSldViewPr>
  </p:slideViewPr>
  <p:outlineViewPr>
    <p:cViewPr>
      <p:scale>
        <a:sx n="33" d="100"/>
        <a:sy n="33" d="100"/>
      </p:scale>
      <p:origin x="0" y="0"/>
    </p:cViewPr>
  </p:outlineViewPr>
  <p:notesTextViewPr>
    <p:cViewPr>
      <p:scale>
        <a:sx n="3" d="2"/>
        <a:sy n="3" d="2"/>
      </p:scale>
      <p:origin x="0" y="0"/>
    </p:cViewPr>
  </p:notesTextViewPr>
  <p:sorterViewPr>
    <p:cViewPr>
      <p:scale>
        <a:sx n="50" d="100"/>
        <a:sy n="50" d="100"/>
      </p:scale>
      <p:origin x="0" y="0"/>
    </p:cViewPr>
  </p:sorterViewPr>
  <p:notesViewPr>
    <p:cSldViewPr snapToGrid="0">
      <p:cViewPr varScale="1">
        <p:scale>
          <a:sx n="94" d="100"/>
          <a:sy n="94" d="100"/>
        </p:scale>
        <p:origin x="36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basher, Ghadeer (Lehre SRH Hochschule Heidelberg)" userId="056b872e-5b37-4b43-9e51-028485f38874" providerId="ADAL" clId="{D8EFBD6C-8FE6-4C25-A331-21F9F0AD5358}"/>
    <pc:docChg chg="undo redo custSel addSld delSld modSld sldOrd addSection delSection modSection">
      <pc:chgData name="Mobasher, Ghadeer (Lehre SRH Hochschule Heidelberg)" userId="056b872e-5b37-4b43-9e51-028485f38874" providerId="ADAL" clId="{D8EFBD6C-8FE6-4C25-A331-21F9F0AD5358}" dt="2026-05-15T07:28:16.571" v="4566" actId="207"/>
      <pc:docMkLst>
        <pc:docMk/>
      </pc:docMkLst>
      <pc:sldChg chg="addSp delSp modSp mod addAnim delAnim">
        <pc:chgData name="Mobasher, Ghadeer (Lehre SRH Hochschule Heidelberg)" userId="056b872e-5b37-4b43-9e51-028485f38874" providerId="ADAL" clId="{D8EFBD6C-8FE6-4C25-A331-21F9F0AD5358}" dt="2026-05-13T15:58:12.111" v="4432" actId="108"/>
        <pc:sldMkLst>
          <pc:docMk/>
          <pc:sldMk cId="4250973503" sldId="267"/>
        </pc:sldMkLst>
        <pc:spChg chg="mod">
          <ac:chgData name="Mobasher, Ghadeer (Lehre SRH Hochschule Heidelberg)" userId="056b872e-5b37-4b43-9e51-028485f38874" providerId="ADAL" clId="{D8EFBD6C-8FE6-4C25-A331-21F9F0AD5358}" dt="2026-05-13T15:58:12.111" v="4432" actId="108"/>
          <ac:spMkLst>
            <pc:docMk/>
            <pc:sldMk cId="4250973503" sldId="267"/>
            <ac:spMk id="7" creationId="{514BACE3-4337-4A2D-8DDD-F4398029E921}"/>
          </ac:spMkLst>
        </pc:spChg>
      </pc:sldChg>
      <pc:sldChg chg="addSp delSp modSp mod">
        <pc:chgData name="Mobasher, Ghadeer (Lehre SRH Hochschule Heidelberg)" userId="056b872e-5b37-4b43-9e51-028485f38874" providerId="ADAL" clId="{D8EFBD6C-8FE6-4C25-A331-21F9F0AD5358}" dt="2026-05-15T07:28:16.571" v="4566" actId="207"/>
        <pc:sldMkLst>
          <pc:docMk/>
          <pc:sldMk cId="756172801" sldId="297"/>
        </pc:sldMkLst>
        <pc:spChg chg="add mod">
          <ac:chgData name="Mobasher, Ghadeer (Lehre SRH Hochschule Heidelberg)" userId="056b872e-5b37-4b43-9e51-028485f38874" providerId="ADAL" clId="{D8EFBD6C-8FE6-4C25-A331-21F9F0AD5358}" dt="2026-05-15T07:28:16.571" v="4566" actId="207"/>
          <ac:spMkLst>
            <pc:docMk/>
            <pc:sldMk cId="756172801" sldId="297"/>
            <ac:spMk id="4" creationId="{3775558B-4CB1-8394-77B1-80CB14B48A12}"/>
          </ac:spMkLst>
        </pc:spChg>
        <pc:spChg chg="add mod topLvl">
          <ac:chgData name="Mobasher, Ghadeer (Lehre SRH Hochschule Heidelberg)" userId="056b872e-5b37-4b43-9e51-028485f38874" providerId="ADAL" clId="{D8EFBD6C-8FE6-4C25-A331-21F9F0AD5358}" dt="2026-05-12T09:27:50.871" v="2456" actId="164"/>
          <ac:spMkLst>
            <pc:docMk/>
            <pc:sldMk cId="756172801" sldId="297"/>
            <ac:spMk id="5" creationId="{F78765C9-2CAF-4A8A-BDF3-D93841B2820D}"/>
          </ac:spMkLst>
        </pc:spChg>
        <pc:spChg chg="mod">
          <ac:chgData name="Mobasher, Ghadeer (Lehre SRH Hochschule Heidelberg)" userId="056b872e-5b37-4b43-9e51-028485f38874" providerId="ADAL" clId="{D8EFBD6C-8FE6-4C25-A331-21F9F0AD5358}" dt="2026-05-12T09:28:59.710" v="2460" actId="1076"/>
          <ac:spMkLst>
            <pc:docMk/>
            <pc:sldMk cId="756172801" sldId="297"/>
            <ac:spMk id="6" creationId="{1F6E6FC4-C5A8-42EB-8C76-017ABA498F4B}"/>
          </ac:spMkLst>
        </pc:spChg>
        <pc:spChg chg="mod">
          <ac:chgData name="Mobasher, Ghadeer (Lehre SRH Hochschule Heidelberg)" userId="056b872e-5b37-4b43-9e51-028485f38874" providerId="ADAL" clId="{D8EFBD6C-8FE6-4C25-A331-21F9F0AD5358}" dt="2026-05-12T09:28:53.839" v="2459" actId="1076"/>
          <ac:spMkLst>
            <pc:docMk/>
            <pc:sldMk cId="756172801" sldId="297"/>
            <ac:spMk id="8" creationId="{D2C9CD85-AEC2-EA9F-A307-E9A335CBF91F}"/>
          </ac:spMkLst>
        </pc:spChg>
        <pc:spChg chg="mod">
          <ac:chgData name="Mobasher, Ghadeer (Lehre SRH Hochschule Heidelberg)" userId="056b872e-5b37-4b43-9e51-028485f38874" providerId="ADAL" clId="{D8EFBD6C-8FE6-4C25-A331-21F9F0AD5358}" dt="2026-05-12T09:28:47.207" v="2458" actId="1076"/>
          <ac:spMkLst>
            <pc:docMk/>
            <pc:sldMk cId="756172801" sldId="297"/>
            <ac:spMk id="9" creationId="{C7B85632-E4AE-45C1-B77F-DC305DB7A4D9}"/>
          </ac:spMkLst>
        </pc:spChg>
        <pc:spChg chg="add mod topLvl">
          <ac:chgData name="Mobasher, Ghadeer (Lehre SRH Hochschule Heidelberg)" userId="056b872e-5b37-4b43-9e51-028485f38874" providerId="ADAL" clId="{D8EFBD6C-8FE6-4C25-A331-21F9F0AD5358}" dt="2026-05-12T09:27:55.088" v="2457" actId="164"/>
          <ac:spMkLst>
            <pc:docMk/>
            <pc:sldMk cId="756172801" sldId="297"/>
            <ac:spMk id="13" creationId="{45030705-4EDF-A88E-DDC4-E7FA9D014BAD}"/>
          </ac:spMkLst>
        </pc:spChg>
        <pc:grpChg chg="add mod">
          <ac:chgData name="Mobasher, Ghadeer (Lehre SRH Hochschule Heidelberg)" userId="056b872e-5b37-4b43-9e51-028485f38874" providerId="ADAL" clId="{D8EFBD6C-8FE6-4C25-A331-21F9F0AD5358}" dt="2026-05-12T09:27:50.871" v="2456" actId="164"/>
          <ac:grpSpMkLst>
            <pc:docMk/>
            <pc:sldMk cId="756172801" sldId="297"/>
            <ac:grpSpMk id="12" creationId="{D0BD65E4-B395-5980-8154-BD4155463ACE}"/>
          </ac:grpSpMkLst>
        </pc:grpChg>
        <pc:grpChg chg="add mod">
          <ac:chgData name="Mobasher, Ghadeer (Lehre SRH Hochschule Heidelberg)" userId="056b872e-5b37-4b43-9e51-028485f38874" providerId="ADAL" clId="{D8EFBD6C-8FE6-4C25-A331-21F9F0AD5358}" dt="2026-05-12T09:27:55.088" v="2457" actId="164"/>
          <ac:grpSpMkLst>
            <pc:docMk/>
            <pc:sldMk cId="756172801" sldId="297"/>
            <ac:grpSpMk id="16" creationId="{AC469FF9-93FC-81E0-A038-7DC0E415A350}"/>
          </ac:grpSpMkLst>
        </pc:grpChg>
        <pc:picChg chg="add mod">
          <ac:chgData name="Mobasher, Ghadeer (Lehre SRH Hochschule Heidelberg)" userId="056b872e-5b37-4b43-9e51-028485f38874" providerId="ADAL" clId="{D8EFBD6C-8FE6-4C25-A331-21F9F0AD5358}" dt="2026-05-12T09:27:50.871" v="2456" actId="164"/>
          <ac:picMkLst>
            <pc:docMk/>
            <pc:sldMk cId="756172801" sldId="297"/>
            <ac:picMk id="3" creationId="{CC4DD094-970A-FCDB-68CB-E3A596F59404}"/>
          </ac:picMkLst>
        </pc:picChg>
        <pc:picChg chg="add mod">
          <ac:chgData name="Mobasher, Ghadeer (Lehre SRH Hochschule Heidelberg)" userId="056b872e-5b37-4b43-9e51-028485f38874" providerId="ADAL" clId="{D8EFBD6C-8FE6-4C25-A331-21F9F0AD5358}" dt="2026-05-12T09:27:55.088" v="2457" actId="164"/>
          <ac:picMkLst>
            <pc:docMk/>
            <pc:sldMk cId="756172801" sldId="297"/>
            <ac:picMk id="10" creationId="{B7A36908-E292-6816-66C2-11FEED802259}"/>
          </ac:picMkLst>
        </pc:picChg>
      </pc:sldChg>
      <pc:sldChg chg="addSp delSp modSp mod delAnim modAnim">
        <pc:chgData name="Mobasher, Ghadeer (Lehre SRH Hochschule Heidelberg)" userId="056b872e-5b37-4b43-9e51-028485f38874" providerId="ADAL" clId="{D8EFBD6C-8FE6-4C25-A331-21F9F0AD5358}" dt="2026-05-13T15:46:29.606" v="4397" actId="1076"/>
        <pc:sldMkLst>
          <pc:docMk/>
          <pc:sldMk cId="2320336657" sldId="4377"/>
        </pc:sldMkLst>
        <pc:spChg chg="mod">
          <ac:chgData name="Mobasher, Ghadeer (Lehre SRH Hochschule Heidelberg)" userId="056b872e-5b37-4b43-9e51-028485f38874" providerId="ADAL" clId="{D8EFBD6C-8FE6-4C25-A331-21F9F0AD5358}" dt="2026-05-13T15:44:42.560" v="4351"/>
          <ac:spMkLst>
            <pc:docMk/>
            <pc:sldMk cId="2320336657" sldId="4377"/>
            <ac:spMk id="12" creationId="{33F664F6-F88A-381C-3A53-F5DB26739A30}"/>
          </ac:spMkLst>
        </pc:spChg>
        <pc:spChg chg="mod">
          <ac:chgData name="Mobasher, Ghadeer (Lehre SRH Hochschule Heidelberg)" userId="056b872e-5b37-4b43-9e51-028485f38874" providerId="ADAL" clId="{D8EFBD6C-8FE6-4C25-A331-21F9F0AD5358}" dt="2026-05-13T15:44:51.436" v="4373" actId="20577"/>
          <ac:spMkLst>
            <pc:docMk/>
            <pc:sldMk cId="2320336657" sldId="4377"/>
            <ac:spMk id="13" creationId="{7898194A-18F2-D083-E1B0-62389C0E713D}"/>
          </ac:spMkLst>
        </pc:spChg>
        <pc:spChg chg="mod">
          <ac:chgData name="Mobasher, Ghadeer (Lehre SRH Hochschule Heidelberg)" userId="056b872e-5b37-4b43-9e51-028485f38874" providerId="ADAL" clId="{D8EFBD6C-8FE6-4C25-A331-21F9F0AD5358}" dt="2026-05-13T15:46:16.858" v="4382"/>
          <ac:spMkLst>
            <pc:docMk/>
            <pc:sldMk cId="2320336657" sldId="4377"/>
            <ac:spMk id="17" creationId="{AE534C86-0569-971E-45F0-A3E8CBDD20A0}"/>
          </ac:spMkLst>
        </pc:spChg>
        <pc:spChg chg="mod">
          <ac:chgData name="Mobasher, Ghadeer (Lehre SRH Hochschule Heidelberg)" userId="056b872e-5b37-4b43-9e51-028485f38874" providerId="ADAL" clId="{D8EFBD6C-8FE6-4C25-A331-21F9F0AD5358}" dt="2026-05-13T15:46:21.423" v="4396" actId="20577"/>
          <ac:spMkLst>
            <pc:docMk/>
            <pc:sldMk cId="2320336657" sldId="4377"/>
            <ac:spMk id="18" creationId="{3486C43A-1577-8CE0-C543-4F46EF68D4BC}"/>
          </ac:spMkLst>
        </pc:spChg>
        <pc:spChg chg="mod">
          <ac:chgData name="Mobasher, Ghadeer (Lehre SRH Hochschule Heidelberg)" userId="056b872e-5b37-4b43-9e51-028485f38874" providerId="ADAL" clId="{D8EFBD6C-8FE6-4C25-A331-21F9F0AD5358}" dt="2026-05-04T15:00:51.485" v="2062" actId="1076"/>
          <ac:spMkLst>
            <pc:docMk/>
            <pc:sldMk cId="2320336657" sldId="4377"/>
            <ac:spMk id="47" creationId="{286F0E4E-E273-D061-7192-D7173B5D9B9A}"/>
          </ac:spMkLst>
        </pc:spChg>
        <pc:spChg chg="mod">
          <ac:chgData name="Mobasher, Ghadeer (Lehre SRH Hochschule Heidelberg)" userId="056b872e-5b37-4b43-9e51-028485f38874" providerId="ADAL" clId="{D8EFBD6C-8FE6-4C25-A331-21F9F0AD5358}" dt="2026-05-13T15:43:40.378" v="4317" actId="1076"/>
          <ac:spMkLst>
            <pc:docMk/>
            <pc:sldMk cId="2320336657" sldId="4377"/>
            <ac:spMk id="49" creationId="{47BF0B76-8E61-1E49-B945-9F0D40625AB8}"/>
          </ac:spMkLst>
        </pc:spChg>
        <pc:spChg chg="mod">
          <ac:chgData name="Mobasher, Ghadeer (Lehre SRH Hochschule Heidelberg)" userId="056b872e-5b37-4b43-9e51-028485f38874" providerId="ADAL" clId="{D8EFBD6C-8FE6-4C25-A331-21F9F0AD5358}" dt="2026-05-13T15:43:52.789" v="4319" actId="1076"/>
          <ac:spMkLst>
            <pc:docMk/>
            <pc:sldMk cId="2320336657" sldId="4377"/>
            <ac:spMk id="50" creationId="{3BDDF7FE-3C21-451D-E622-66D24316088B}"/>
          </ac:spMkLst>
        </pc:spChg>
        <pc:spChg chg="mod">
          <ac:chgData name="Mobasher, Ghadeer (Lehre SRH Hochschule Heidelberg)" userId="056b872e-5b37-4b43-9e51-028485f38874" providerId="ADAL" clId="{D8EFBD6C-8FE6-4C25-A331-21F9F0AD5358}" dt="2026-05-13T15:44:03.049" v="4320"/>
          <ac:spMkLst>
            <pc:docMk/>
            <pc:sldMk cId="2320336657" sldId="4377"/>
            <ac:spMk id="53" creationId="{E3C67E34-F51C-E066-647C-BA1E0700A63A}"/>
          </ac:spMkLst>
        </pc:spChg>
        <pc:spChg chg="mod">
          <ac:chgData name="Mobasher, Ghadeer (Lehre SRH Hochschule Heidelberg)" userId="056b872e-5b37-4b43-9e51-028485f38874" providerId="ADAL" clId="{D8EFBD6C-8FE6-4C25-A331-21F9F0AD5358}" dt="2026-05-13T15:44:11.937" v="4340" actId="20577"/>
          <ac:spMkLst>
            <pc:docMk/>
            <pc:sldMk cId="2320336657" sldId="4377"/>
            <ac:spMk id="54" creationId="{9BA461B3-7414-035E-2191-B2D58B8EFE90}"/>
          </ac:spMkLst>
        </pc:spChg>
        <pc:spChg chg="mod">
          <ac:chgData name="Mobasher, Ghadeer (Lehre SRH Hochschule Heidelberg)" userId="056b872e-5b37-4b43-9e51-028485f38874" providerId="ADAL" clId="{D8EFBD6C-8FE6-4C25-A331-21F9F0AD5358}" dt="2026-05-13T15:44:23.716" v="4341"/>
          <ac:spMkLst>
            <pc:docMk/>
            <pc:sldMk cId="2320336657" sldId="4377"/>
            <ac:spMk id="57" creationId="{F3E87FC5-78CA-F29A-E5AA-DDF0AB94F6C3}"/>
          </ac:spMkLst>
        </pc:spChg>
        <pc:spChg chg="mod">
          <ac:chgData name="Mobasher, Ghadeer (Lehre SRH Hochschule Heidelberg)" userId="056b872e-5b37-4b43-9e51-028485f38874" providerId="ADAL" clId="{D8EFBD6C-8FE6-4C25-A331-21F9F0AD5358}" dt="2026-05-13T15:44:29.933" v="4350" actId="20577"/>
          <ac:spMkLst>
            <pc:docMk/>
            <pc:sldMk cId="2320336657" sldId="4377"/>
            <ac:spMk id="58" creationId="{612E97B9-C600-79AF-1097-50F7ED2C39BD}"/>
          </ac:spMkLst>
        </pc:spChg>
        <pc:grpChg chg="mod">
          <ac:chgData name="Mobasher, Ghadeer (Lehre SRH Hochschule Heidelberg)" userId="056b872e-5b37-4b43-9e51-028485f38874" providerId="ADAL" clId="{D8EFBD6C-8FE6-4C25-A331-21F9F0AD5358}" dt="2026-05-13T15:46:29.606" v="4397" actId="1076"/>
          <ac:grpSpMkLst>
            <pc:docMk/>
            <pc:sldMk cId="2320336657" sldId="4377"/>
            <ac:grpSpMk id="15" creationId="{FD2D650B-20A5-71E3-BFDC-32FB29B0E1CA}"/>
          </ac:grpSpMkLst>
        </pc:grpChg>
      </pc:sldChg>
      <pc:sldChg chg="addSp delSp modSp mod ord delAnim modAnim">
        <pc:chgData name="Mobasher, Ghadeer (Lehre SRH Hochschule Heidelberg)" userId="056b872e-5b37-4b43-9e51-028485f38874" providerId="ADAL" clId="{D8EFBD6C-8FE6-4C25-A331-21F9F0AD5358}" dt="2026-05-15T07:08:05.171" v="4563"/>
        <pc:sldMkLst>
          <pc:docMk/>
          <pc:sldMk cId="3762456871" sldId="4378"/>
        </pc:sldMkLst>
        <pc:spChg chg="mod">
          <ac:chgData name="Mobasher, Ghadeer (Lehre SRH Hochschule Heidelberg)" userId="056b872e-5b37-4b43-9e51-028485f38874" providerId="ADAL" clId="{D8EFBD6C-8FE6-4C25-A331-21F9F0AD5358}" dt="2026-05-13T15:40:54.296" v="4299" actId="20577"/>
          <ac:spMkLst>
            <pc:docMk/>
            <pc:sldMk cId="3762456871" sldId="4378"/>
            <ac:spMk id="2" creationId="{3C1A7F77-7141-9E81-633D-2DD35750F158}"/>
          </ac:spMkLst>
        </pc:spChg>
        <pc:spChg chg="mod">
          <ac:chgData name="Mobasher, Ghadeer (Lehre SRH Hochschule Heidelberg)" userId="056b872e-5b37-4b43-9e51-028485f38874" providerId="ADAL" clId="{D8EFBD6C-8FE6-4C25-A331-21F9F0AD5358}" dt="2026-05-13T15:40:22.852" v="4293" actId="20577"/>
          <ac:spMkLst>
            <pc:docMk/>
            <pc:sldMk cId="3762456871" sldId="4378"/>
            <ac:spMk id="9" creationId="{E329CE88-96DC-D5D3-2161-2AE1190FF97F}"/>
          </ac:spMkLst>
        </pc:spChg>
        <pc:picChg chg="add mod modCrop">
          <ac:chgData name="Mobasher, Ghadeer (Lehre SRH Hochschule Heidelberg)" userId="056b872e-5b37-4b43-9e51-028485f38874" providerId="ADAL" clId="{D8EFBD6C-8FE6-4C25-A331-21F9F0AD5358}" dt="2026-05-13T15:42:55.856" v="4312" actId="1076"/>
          <ac:picMkLst>
            <pc:docMk/>
            <pc:sldMk cId="3762456871" sldId="4378"/>
            <ac:picMk id="4" creationId="{9E3D1476-7E98-5828-149F-192B7C732CA9}"/>
          </ac:picMkLst>
        </pc:picChg>
      </pc:sldChg>
      <pc:sldChg chg="addSp delSp modSp mod">
        <pc:chgData name="Mobasher, Ghadeer (Lehre SRH Hochschule Heidelberg)" userId="056b872e-5b37-4b43-9e51-028485f38874" providerId="ADAL" clId="{D8EFBD6C-8FE6-4C25-A331-21F9F0AD5358}" dt="2026-05-12T09:45:04.587" v="2826"/>
        <pc:sldMkLst>
          <pc:docMk/>
          <pc:sldMk cId="3687336806" sldId="4379"/>
        </pc:sldMkLst>
        <pc:picChg chg="add mod">
          <ac:chgData name="Mobasher, Ghadeer (Lehre SRH Hochschule Heidelberg)" userId="056b872e-5b37-4b43-9e51-028485f38874" providerId="ADAL" clId="{D8EFBD6C-8FE6-4C25-A331-21F9F0AD5358}" dt="2026-05-12T09:45:04.587" v="2826"/>
          <ac:picMkLst>
            <pc:docMk/>
            <pc:sldMk cId="3687336806" sldId="4379"/>
            <ac:picMk id="4" creationId="{0BD95452-47A6-94FC-B990-E57BD08898DE}"/>
          </ac:picMkLst>
        </pc:picChg>
      </pc:sldChg>
      <pc:sldChg chg="ord">
        <pc:chgData name="Mobasher, Ghadeer (Lehre SRH Hochschule Heidelberg)" userId="056b872e-5b37-4b43-9e51-028485f38874" providerId="ADAL" clId="{D8EFBD6C-8FE6-4C25-A331-21F9F0AD5358}" dt="2026-05-13T14:03:13.395" v="4215" actId="20578"/>
        <pc:sldMkLst>
          <pc:docMk/>
          <pc:sldMk cId="1776145192" sldId="4381"/>
        </pc:sldMkLst>
      </pc:sldChg>
      <pc:sldChg chg="addSp delSp modSp add del mod ord delAnim modAnim">
        <pc:chgData name="Mobasher, Ghadeer (Lehre SRH Hochschule Heidelberg)" userId="056b872e-5b37-4b43-9e51-028485f38874" providerId="ADAL" clId="{D8EFBD6C-8FE6-4C25-A331-21F9F0AD5358}" dt="2026-05-12T10:20:42.235" v="3242"/>
        <pc:sldMkLst>
          <pc:docMk/>
          <pc:sldMk cId="1378576645" sldId="4382"/>
        </pc:sldMkLst>
        <pc:spChg chg="mod">
          <ac:chgData name="Mobasher, Ghadeer (Lehre SRH Hochschule Heidelberg)" userId="056b872e-5b37-4b43-9e51-028485f38874" providerId="ADAL" clId="{D8EFBD6C-8FE6-4C25-A331-21F9F0AD5358}" dt="2026-05-12T09:55:25.660" v="2873" actId="20577"/>
          <ac:spMkLst>
            <pc:docMk/>
            <pc:sldMk cId="1378576645" sldId="4382"/>
            <ac:spMk id="4" creationId="{E1BD28FD-CF05-625A-CE6F-E3C34DF25607}"/>
          </ac:spMkLst>
        </pc:spChg>
        <pc:spChg chg="add mod">
          <ac:chgData name="Mobasher, Ghadeer (Lehre SRH Hochschule Heidelberg)" userId="056b872e-5b37-4b43-9e51-028485f38874" providerId="ADAL" clId="{D8EFBD6C-8FE6-4C25-A331-21F9F0AD5358}" dt="2026-05-12T10:20:09.346" v="3235" actId="164"/>
          <ac:spMkLst>
            <pc:docMk/>
            <pc:sldMk cId="1378576645" sldId="4382"/>
            <ac:spMk id="13" creationId="{6E22D1A3-FE49-7F31-1059-A83F297D6674}"/>
          </ac:spMkLst>
        </pc:spChg>
        <pc:spChg chg="add mod">
          <ac:chgData name="Mobasher, Ghadeer (Lehre SRH Hochschule Heidelberg)" userId="056b872e-5b37-4b43-9e51-028485f38874" providerId="ADAL" clId="{D8EFBD6C-8FE6-4C25-A331-21F9F0AD5358}" dt="2026-05-12T10:20:13.779" v="3236" actId="164"/>
          <ac:spMkLst>
            <pc:docMk/>
            <pc:sldMk cId="1378576645" sldId="4382"/>
            <ac:spMk id="14" creationId="{CC45A3F1-13FE-0040-538E-1C4E6A4A0888}"/>
          </ac:spMkLst>
        </pc:spChg>
        <pc:spChg chg="add mod">
          <ac:chgData name="Mobasher, Ghadeer (Lehre SRH Hochschule Heidelberg)" userId="056b872e-5b37-4b43-9e51-028485f38874" providerId="ADAL" clId="{D8EFBD6C-8FE6-4C25-A331-21F9F0AD5358}" dt="2026-05-12T10:20:17.718" v="3237" actId="164"/>
          <ac:spMkLst>
            <pc:docMk/>
            <pc:sldMk cId="1378576645" sldId="4382"/>
            <ac:spMk id="15" creationId="{6CA07EC8-9386-89FF-1D71-35569B9AE08E}"/>
          </ac:spMkLst>
        </pc:spChg>
        <pc:spChg chg="add mod">
          <ac:chgData name="Mobasher, Ghadeer (Lehre SRH Hochschule Heidelberg)" userId="056b872e-5b37-4b43-9e51-028485f38874" providerId="ADAL" clId="{D8EFBD6C-8FE6-4C25-A331-21F9F0AD5358}" dt="2026-05-12T10:20:22.183" v="3238" actId="164"/>
          <ac:spMkLst>
            <pc:docMk/>
            <pc:sldMk cId="1378576645" sldId="4382"/>
            <ac:spMk id="16" creationId="{7C9AB6E1-9245-3846-FCE7-714A13760922}"/>
          </ac:spMkLst>
        </pc:spChg>
        <pc:spChg chg="add mod">
          <ac:chgData name="Mobasher, Ghadeer (Lehre SRH Hochschule Heidelberg)" userId="056b872e-5b37-4b43-9e51-028485f38874" providerId="ADAL" clId="{D8EFBD6C-8FE6-4C25-A331-21F9F0AD5358}" dt="2026-05-12T10:12:48.756" v="2907" actId="14100"/>
          <ac:spMkLst>
            <pc:docMk/>
            <pc:sldMk cId="1378576645" sldId="4382"/>
            <ac:spMk id="17" creationId="{EB1323AD-0827-F55D-2ECF-12580B15614B}"/>
          </ac:spMkLst>
        </pc:spChg>
        <pc:spChg chg="add mod">
          <ac:chgData name="Mobasher, Ghadeer (Lehre SRH Hochschule Heidelberg)" userId="056b872e-5b37-4b43-9e51-028485f38874" providerId="ADAL" clId="{D8EFBD6C-8FE6-4C25-A331-21F9F0AD5358}" dt="2026-05-12T10:12:34.759" v="2904" actId="14100"/>
          <ac:spMkLst>
            <pc:docMk/>
            <pc:sldMk cId="1378576645" sldId="4382"/>
            <ac:spMk id="18" creationId="{80854633-6424-207A-81F9-FA5D690BA0EF}"/>
          </ac:spMkLst>
        </pc:spChg>
        <pc:spChg chg="add mod">
          <ac:chgData name="Mobasher, Ghadeer (Lehre SRH Hochschule Heidelberg)" userId="056b872e-5b37-4b43-9e51-028485f38874" providerId="ADAL" clId="{D8EFBD6C-8FE6-4C25-A331-21F9F0AD5358}" dt="2026-05-12T10:20:09.346" v="3235" actId="164"/>
          <ac:spMkLst>
            <pc:docMk/>
            <pc:sldMk cId="1378576645" sldId="4382"/>
            <ac:spMk id="19" creationId="{E6E139DB-E888-AE4E-E3A2-4331F89FB13B}"/>
          </ac:spMkLst>
        </pc:spChg>
        <pc:spChg chg="add mod">
          <ac:chgData name="Mobasher, Ghadeer (Lehre SRH Hochschule Heidelberg)" userId="056b872e-5b37-4b43-9e51-028485f38874" providerId="ADAL" clId="{D8EFBD6C-8FE6-4C25-A331-21F9F0AD5358}" dt="2026-05-12T10:20:13.779" v="3236" actId="164"/>
          <ac:spMkLst>
            <pc:docMk/>
            <pc:sldMk cId="1378576645" sldId="4382"/>
            <ac:spMk id="20" creationId="{2DB28BD8-DC36-0181-63A5-CFD0B425993D}"/>
          </ac:spMkLst>
        </pc:spChg>
        <pc:spChg chg="add mod">
          <ac:chgData name="Mobasher, Ghadeer (Lehre SRH Hochschule Heidelberg)" userId="056b872e-5b37-4b43-9e51-028485f38874" providerId="ADAL" clId="{D8EFBD6C-8FE6-4C25-A331-21F9F0AD5358}" dt="2026-05-12T10:20:17.718" v="3237" actId="164"/>
          <ac:spMkLst>
            <pc:docMk/>
            <pc:sldMk cId="1378576645" sldId="4382"/>
            <ac:spMk id="21" creationId="{A4C2589B-D45C-583F-23F9-FF626DCB5CF2}"/>
          </ac:spMkLst>
        </pc:spChg>
        <pc:spChg chg="add mod">
          <ac:chgData name="Mobasher, Ghadeer (Lehre SRH Hochschule Heidelberg)" userId="056b872e-5b37-4b43-9e51-028485f38874" providerId="ADAL" clId="{D8EFBD6C-8FE6-4C25-A331-21F9F0AD5358}" dt="2026-05-12T10:20:22.183" v="3238" actId="164"/>
          <ac:spMkLst>
            <pc:docMk/>
            <pc:sldMk cId="1378576645" sldId="4382"/>
            <ac:spMk id="22" creationId="{39713825-7C76-4DEF-611C-D48EC3F0B333}"/>
          </ac:spMkLst>
        </pc:spChg>
        <pc:grpChg chg="add mod">
          <ac:chgData name="Mobasher, Ghadeer (Lehre SRH Hochschule Heidelberg)" userId="056b872e-5b37-4b43-9e51-028485f38874" providerId="ADAL" clId="{D8EFBD6C-8FE6-4C25-A331-21F9F0AD5358}" dt="2026-05-12T10:20:09.346" v="3235" actId="164"/>
          <ac:grpSpMkLst>
            <pc:docMk/>
            <pc:sldMk cId="1378576645" sldId="4382"/>
            <ac:grpSpMk id="23" creationId="{0BDC61A2-EC32-A44E-D953-E2C018986380}"/>
          </ac:grpSpMkLst>
        </pc:grpChg>
        <pc:grpChg chg="add mod">
          <ac:chgData name="Mobasher, Ghadeer (Lehre SRH Hochschule Heidelberg)" userId="056b872e-5b37-4b43-9e51-028485f38874" providerId="ADAL" clId="{D8EFBD6C-8FE6-4C25-A331-21F9F0AD5358}" dt="2026-05-12T10:20:13.779" v="3236" actId="164"/>
          <ac:grpSpMkLst>
            <pc:docMk/>
            <pc:sldMk cId="1378576645" sldId="4382"/>
            <ac:grpSpMk id="24" creationId="{03CAE669-5649-B5F0-1E6C-58C28A937FB7}"/>
          </ac:grpSpMkLst>
        </pc:grpChg>
        <pc:grpChg chg="add mod">
          <ac:chgData name="Mobasher, Ghadeer (Lehre SRH Hochschule Heidelberg)" userId="056b872e-5b37-4b43-9e51-028485f38874" providerId="ADAL" clId="{D8EFBD6C-8FE6-4C25-A331-21F9F0AD5358}" dt="2026-05-12T10:20:17.718" v="3237" actId="164"/>
          <ac:grpSpMkLst>
            <pc:docMk/>
            <pc:sldMk cId="1378576645" sldId="4382"/>
            <ac:grpSpMk id="25" creationId="{960D0DA7-AF4B-3BB3-0A9F-803C4B9EE662}"/>
          </ac:grpSpMkLst>
        </pc:grpChg>
        <pc:grpChg chg="add mod">
          <ac:chgData name="Mobasher, Ghadeer (Lehre SRH Hochschule Heidelberg)" userId="056b872e-5b37-4b43-9e51-028485f38874" providerId="ADAL" clId="{D8EFBD6C-8FE6-4C25-A331-21F9F0AD5358}" dt="2026-05-12T10:20:22.183" v="3238" actId="164"/>
          <ac:grpSpMkLst>
            <pc:docMk/>
            <pc:sldMk cId="1378576645" sldId="4382"/>
            <ac:grpSpMk id="26" creationId="{6AC67E26-A6DD-550A-77EA-307CA4254361}"/>
          </ac:grpSpMkLst>
        </pc:grpChg>
        <pc:picChg chg="add mod modCrop">
          <ac:chgData name="Mobasher, Ghadeer (Lehre SRH Hochschule Heidelberg)" userId="056b872e-5b37-4b43-9e51-028485f38874" providerId="ADAL" clId="{D8EFBD6C-8FE6-4C25-A331-21F9F0AD5358}" dt="2026-05-12T09:56:43.414" v="2881" actId="1076"/>
          <ac:picMkLst>
            <pc:docMk/>
            <pc:sldMk cId="1378576645" sldId="4382"/>
            <ac:picMk id="5" creationId="{A1C55558-EC45-8D8E-7A01-22EBC0545F84}"/>
          </ac:picMkLst>
        </pc:picChg>
        <pc:picChg chg="add mod modCrop">
          <ac:chgData name="Mobasher, Ghadeer (Lehre SRH Hochschule Heidelberg)" userId="056b872e-5b37-4b43-9e51-028485f38874" providerId="ADAL" clId="{D8EFBD6C-8FE6-4C25-A331-21F9F0AD5358}" dt="2026-05-12T09:59:39.765" v="2888" actId="1076"/>
          <ac:picMkLst>
            <pc:docMk/>
            <pc:sldMk cId="1378576645" sldId="4382"/>
            <ac:picMk id="7" creationId="{346F8774-BDA0-DCC1-A71E-A1BD70DAC77C}"/>
          </ac:picMkLst>
        </pc:picChg>
      </pc:sldChg>
      <pc:sldChg chg="addSp delSp modSp mod delAnim modAnim">
        <pc:chgData name="Mobasher, Ghadeer (Lehre SRH Hochschule Heidelberg)" userId="056b872e-5b37-4b43-9e51-028485f38874" providerId="ADAL" clId="{D8EFBD6C-8FE6-4C25-A331-21F9F0AD5358}" dt="2026-05-12T10:32:12.241" v="3430" actId="1076"/>
        <pc:sldMkLst>
          <pc:docMk/>
          <pc:sldMk cId="3073212920" sldId="4396"/>
        </pc:sldMkLst>
        <pc:spChg chg="mod">
          <ac:chgData name="Mobasher, Ghadeer (Lehre SRH Hochschule Heidelberg)" userId="056b872e-5b37-4b43-9e51-028485f38874" providerId="ADAL" clId="{D8EFBD6C-8FE6-4C25-A331-21F9F0AD5358}" dt="2026-05-12T10:24:43.402" v="3302" actId="20577"/>
          <ac:spMkLst>
            <pc:docMk/>
            <pc:sldMk cId="3073212920" sldId="4396"/>
            <ac:spMk id="4" creationId="{C0934582-70DD-A08B-CFB7-CCA87B614680}"/>
          </ac:spMkLst>
        </pc:spChg>
        <pc:spChg chg="mod">
          <ac:chgData name="Mobasher, Ghadeer (Lehre SRH Hochschule Heidelberg)" userId="056b872e-5b37-4b43-9e51-028485f38874" providerId="ADAL" clId="{D8EFBD6C-8FE6-4C25-A331-21F9F0AD5358}" dt="2026-05-12T10:26:22.711" v="3311"/>
          <ac:spMkLst>
            <pc:docMk/>
            <pc:sldMk cId="3073212920" sldId="4396"/>
            <ac:spMk id="8" creationId="{E47FC28B-BA1A-D07B-0EF3-BF8863C36E1F}"/>
          </ac:spMkLst>
        </pc:spChg>
        <pc:spChg chg="mod">
          <ac:chgData name="Mobasher, Ghadeer (Lehre SRH Hochschule Heidelberg)" userId="056b872e-5b37-4b43-9e51-028485f38874" providerId="ADAL" clId="{D8EFBD6C-8FE6-4C25-A331-21F9F0AD5358}" dt="2026-05-12T10:27:30.471" v="3327" actId="20577"/>
          <ac:spMkLst>
            <pc:docMk/>
            <pc:sldMk cId="3073212920" sldId="4396"/>
            <ac:spMk id="11" creationId="{85EA4925-A411-CE64-ECB8-15733914F258}"/>
          </ac:spMkLst>
        </pc:spChg>
        <pc:spChg chg="mod">
          <ac:chgData name="Mobasher, Ghadeer (Lehre SRH Hochschule Heidelberg)" userId="056b872e-5b37-4b43-9e51-028485f38874" providerId="ADAL" clId="{D8EFBD6C-8FE6-4C25-A331-21F9F0AD5358}" dt="2026-05-12T10:27:46.777" v="3329"/>
          <ac:spMkLst>
            <pc:docMk/>
            <pc:sldMk cId="3073212920" sldId="4396"/>
            <ac:spMk id="16" creationId="{B3F8CD52-80D9-289A-D6B9-4026EBA0E3BF}"/>
          </ac:spMkLst>
        </pc:spChg>
        <pc:spChg chg="mod">
          <ac:chgData name="Mobasher, Ghadeer (Lehre SRH Hochschule Heidelberg)" userId="056b872e-5b37-4b43-9e51-028485f38874" providerId="ADAL" clId="{D8EFBD6C-8FE6-4C25-A331-21F9F0AD5358}" dt="2026-05-12T10:29:48.645" v="3360" actId="207"/>
          <ac:spMkLst>
            <pc:docMk/>
            <pc:sldMk cId="3073212920" sldId="4396"/>
            <ac:spMk id="19" creationId="{BD94E0D8-E3C3-045D-0938-F6ED1BB87074}"/>
          </ac:spMkLst>
        </pc:spChg>
        <pc:spChg chg="mod">
          <ac:chgData name="Mobasher, Ghadeer (Lehre SRH Hochschule Heidelberg)" userId="056b872e-5b37-4b43-9e51-028485f38874" providerId="ADAL" clId="{D8EFBD6C-8FE6-4C25-A331-21F9F0AD5358}" dt="2026-05-12T10:31:39.233" v="3426" actId="20577"/>
          <ac:spMkLst>
            <pc:docMk/>
            <pc:sldMk cId="3073212920" sldId="4396"/>
            <ac:spMk id="21" creationId="{15A66448-CB52-7D73-8BD0-ADEB4723E5D6}"/>
          </ac:spMkLst>
        </pc:spChg>
        <pc:grpChg chg="add mod">
          <ac:chgData name="Mobasher, Ghadeer (Lehre SRH Hochschule Heidelberg)" userId="056b872e-5b37-4b43-9e51-028485f38874" providerId="ADAL" clId="{D8EFBD6C-8FE6-4C25-A331-21F9F0AD5358}" dt="2026-05-12T10:27:58.461" v="3331" actId="1076"/>
          <ac:grpSpMkLst>
            <pc:docMk/>
            <pc:sldMk cId="3073212920" sldId="4396"/>
            <ac:grpSpMk id="7" creationId="{520EA8CB-7CC7-FA82-39B8-A563611B8F71}"/>
          </ac:grpSpMkLst>
        </pc:grpChg>
        <pc:grpChg chg="add mod">
          <ac:chgData name="Mobasher, Ghadeer (Lehre SRH Hochschule Heidelberg)" userId="056b872e-5b37-4b43-9e51-028485f38874" providerId="ADAL" clId="{D8EFBD6C-8FE6-4C25-A331-21F9F0AD5358}" dt="2026-05-12T10:28:10.501" v="3332" actId="1076"/>
          <ac:grpSpMkLst>
            <pc:docMk/>
            <pc:sldMk cId="3073212920" sldId="4396"/>
            <ac:grpSpMk id="13" creationId="{88C7DE6C-525D-9D2C-9017-C2DE44F5F6F5}"/>
          </ac:grpSpMkLst>
        </pc:grpChg>
        <pc:grpChg chg="add mod">
          <ac:chgData name="Mobasher, Ghadeer (Lehre SRH Hochschule Heidelberg)" userId="056b872e-5b37-4b43-9e51-028485f38874" providerId="ADAL" clId="{D8EFBD6C-8FE6-4C25-A331-21F9F0AD5358}" dt="2026-05-12T10:32:12.241" v="3430" actId="1076"/>
          <ac:grpSpMkLst>
            <pc:docMk/>
            <pc:sldMk cId="3073212920" sldId="4396"/>
            <ac:grpSpMk id="20" creationId="{3CA0261F-0EB2-96B6-3CC8-51855639A52B}"/>
          </ac:grpSpMkLst>
        </pc:grpChg>
        <pc:picChg chg="add mod">
          <ac:chgData name="Mobasher, Ghadeer (Lehre SRH Hochschule Heidelberg)" userId="056b872e-5b37-4b43-9e51-028485f38874" providerId="ADAL" clId="{D8EFBD6C-8FE6-4C25-A331-21F9F0AD5358}" dt="2026-05-12T10:25:46.214" v="3310" actId="1076"/>
          <ac:picMkLst>
            <pc:docMk/>
            <pc:sldMk cId="3073212920" sldId="4396"/>
            <ac:picMk id="5" creationId="{D25638C6-2ED5-2671-077C-784C0D09A796}"/>
          </ac:picMkLst>
        </pc:picChg>
        <pc:picChg chg="mod">
          <ac:chgData name="Mobasher, Ghadeer (Lehre SRH Hochschule Heidelberg)" userId="056b872e-5b37-4b43-9e51-028485f38874" providerId="ADAL" clId="{D8EFBD6C-8FE6-4C25-A331-21F9F0AD5358}" dt="2026-05-12T10:31:01.251" v="3361"/>
          <ac:picMkLst>
            <pc:docMk/>
            <pc:sldMk cId="3073212920" sldId="4396"/>
            <ac:picMk id="22" creationId="{31314CBF-A076-5537-4333-9029AC32B0DB}"/>
          </ac:picMkLst>
        </pc:picChg>
      </pc:sldChg>
      <pc:sldChg chg="addSp delSp modSp add mod delAnim modAnim">
        <pc:chgData name="Mobasher, Ghadeer (Lehre SRH Hochschule Heidelberg)" userId="056b872e-5b37-4b43-9e51-028485f38874" providerId="ADAL" clId="{D8EFBD6C-8FE6-4C25-A331-21F9F0AD5358}" dt="2026-05-13T13:44:06.401" v="4076" actId="14100"/>
        <pc:sldMkLst>
          <pc:docMk/>
          <pc:sldMk cId="798454515" sldId="4406"/>
        </pc:sldMkLst>
        <pc:spChg chg="mod">
          <ac:chgData name="Mobasher, Ghadeer (Lehre SRH Hochschule Heidelberg)" userId="056b872e-5b37-4b43-9e51-028485f38874" providerId="ADAL" clId="{D8EFBD6C-8FE6-4C25-A331-21F9F0AD5358}" dt="2026-05-13T13:08:58.958" v="4019" actId="20577"/>
          <ac:spMkLst>
            <pc:docMk/>
            <pc:sldMk cId="798454515" sldId="4406"/>
            <ac:spMk id="4" creationId="{BFB591E4-DC03-7179-B656-86A6E81D163B}"/>
          </ac:spMkLst>
        </pc:spChg>
        <pc:spChg chg="mod">
          <ac:chgData name="Mobasher, Ghadeer (Lehre SRH Hochschule Heidelberg)" userId="056b872e-5b37-4b43-9e51-028485f38874" providerId="ADAL" clId="{D8EFBD6C-8FE6-4C25-A331-21F9F0AD5358}" dt="2026-05-13T13:39:07.476" v="4052" actId="207"/>
          <ac:spMkLst>
            <pc:docMk/>
            <pc:sldMk cId="798454515" sldId="4406"/>
            <ac:spMk id="11" creationId="{D5537D81-E6EA-AB2E-1964-50157AB0D045}"/>
          </ac:spMkLst>
        </pc:spChg>
        <pc:spChg chg="mod">
          <ac:chgData name="Mobasher, Ghadeer (Lehre SRH Hochschule Heidelberg)" userId="056b872e-5b37-4b43-9e51-028485f38874" providerId="ADAL" clId="{D8EFBD6C-8FE6-4C25-A331-21F9F0AD5358}" dt="2026-05-13T13:12:35.925" v="4026"/>
          <ac:spMkLst>
            <pc:docMk/>
            <pc:sldMk cId="798454515" sldId="4406"/>
            <ac:spMk id="12" creationId="{12734E73-6778-0EDC-721B-ABF0B7D87233}"/>
          </ac:spMkLst>
        </pc:spChg>
        <pc:spChg chg="mod">
          <ac:chgData name="Mobasher, Ghadeer (Lehre SRH Hochschule Heidelberg)" userId="056b872e-5b37-4b43-9e51-028485f38874" providerId="ADAL" clId="{D8EFBD6C-8FE6-4C25-A331-21F9F0AD5358}" dt="2026-05-13T13:12:35.925" v="4026"/>
          <ac:spMkLst>
            <pc:docMk/>
            <pc:sldMk cId="798454515" sldId="4406"/>
            <ac:spMk id="14" creationId="{F85EBAD6-78C2-9E84-B09F-422BB2FC652B}"/>
          </ac:spMkLst>
        </pc:spChg>
        <pc:spChg chg="mod">
          <ac:chgData name="Mobasher, Ghadeer (Lehre SRH Hochschule Heidelberg)" userId="056b872e-5b37-4b43-9e51-028485f38874" providerId="ADAL" clId="{D8EFBD6C-8FE6-4C25-A331-21F9F0AD5358}" dt="2026-05-13T13:43:47.508" v="4075"/>
          <ac:spMkLst>
            <pc:docMk/>
            <pc:sldMk cId="798454515" sldId="4406"/>
            <ac:spMk id="15" creationId="{FEB35085-8D27-8A22-7BA9-018C75A3AE54}"/>
          </ac:spMkLst>
        </pc:spChg>
        <pc:spChg chg="mod">
          <ac:chgData name="Mobasher, Ghadeer (Lehre SRH Hochschule Heidelberg)" userId="056b872e-5b37-4b43-9e51-028485f38874" providerId="ADAL" clId="{D8EFBD6C-8FE6-4C25-A331-21F9F0AD5358}" dt="2026-05-13T13:42:34.582" v="4070" actId="14100"/>
          <ac:spMkLst>
            <pc:docMk/>
            <pc:sldMk cId="798454515" sldId="4406"/>
            <ac:spMk id="17" creationId="{DC37C0BA-A14F-E3E3-B359-E0873D43CD14}"/>
          </ac:spMkLst>
        </pc:spChg>
        <pc:spChg chg="mod">
          <ac:chgData name="Mobasher, Ghadeer (Lehre SRH Hochschule Heidelberg)" userId="056b872e-5b37-4b43-9e51-028485f38874" providerId="ADAL" clId="{D8EFBD6C-8FE6-4C25-A331-21F9F0AD5358}" dt="2026-05-13T13:42:49.462" v="4072" actId="1076"/>
          <ac:spMkLst>
            <pc:docMk/>
            <pc:sldMk cId="798454515" sldId="4406"/>
            <ac:spMk id="18" creationId="{CD581E96-0246-B327-7339-9030659758F7}"/>
          </ac:spMkLst>
        </pc:spChg>
        <pc:grpChg chg="add mod">
          <ac:chgData name="Mobasher, Ghadeer (Lehre SRH Hochschule Heidelberg)" userId="056b872e-5b37-4b43-9e51-028485f38874" providerId="ADAL" clId="{D8EFBD6C-8FE6-4C25-A331-21F9F0AD5358}" dt="2026-05-13T13:43:01.276" v="4073" actId="1076"/>
          <ac:grpSpMkLst>
            <pc:docMk/>
            <pc:sldMk cId="798454515" sldId="4406"/>
            <ac:grpSpMk id="9" creationId="{185ABACF-FA14-2B5F-538D-2CE9D94BAC80}"/>
          </ac:grpSpMkLst>
        </pc:grpChg>
        <pc:grpChg chg="add mod">
          <ac:chgData name="Mobasher, Ghadeer (Lehre SRH Hochschule Heidelberg)" userId="056b872e-5b37-4b43-9e51-028485f38874" providerId="ADAL" clId="{D8EFBD6C-8FE6-4C25-A331-21F9F0AD5358}" dt="2026-05-13T13:44:06.401" v="4076" actId="14100"/>
          <ac:grpSpMkLst>
            <pc:docMk/>
            <pc:sldMk cId="798454515" sldId="4406"/>
            <ac:grpSpMk id="13" creationId="{2CDA037F-432C-5166-224D-49FBD829E1D6}"/>
          </ac:grpSpMkLst>
        </pc:grpChg>
        <pc:grpChg chg="add mod">
          <ac:chgData name="Mobasher, Ghadeer (Lehre SRH Hochschule Heidelberg)" userId="056b872e-5b37-4b43-9e51-028485f38874" providerId="ADAL" clId="{D8EFBD6C-8FE6-4C25-A331-21F9F0AD5358}" dt="2026-05-13T13:43:05.960" v="4074" actId="1076"/>
          <ac:grpSpMkLst>
            <pc:docMk/>
            <pc:sldMk cId="798454515" sldId="4406"/>
            <ac:grpSpMk id="16" creationId="{3DBD18E0-A6AA-DE02-4FAD-76825CB0321C}"/>
          </ac:grpSpMkLst>
        </pc:grpChg>
        <pc:picChg chg="add mod">
          <ac:chgData name="Mobasher, Ghadeer (Lehre SRH Hochschule Heidelberg)" userId="056b872e-5b37-4b43-9e51-028485f38874" providerId="ADAL" clId="{D8EFBD6C-8FE6-4C25-A331-21F9F0AD5358}" dt="2026-05-13T13:10:17.278" v="4025" actId="1076"/>
          <ac:picMkLst>
            <pc:docMk/>
            <pc:sldMk cId="798454515" sldId="4406"/>
            <ac:picMk id="8" creationId="{D869CA0B-4717-F590-6B5B-0BC9A0731A0B}"/>
          </ac:picMkLst>
        </pc:picChg>
      </pc:sldChg>
      <pc:sldChg chg="addSp delSp modSp add mod delAnim modAnim">
        <pc:chgData name="Mobasher, Ghadeer (Lehre SRH Hochschule Heidelberg)" userId="056b872e-5b37-4b43-9e51-028485f38874" providerId="ADAL" clId="{D8EFBD6C-8FE6-4C25-A331-21F9F0AD5358}" dt="2026-05-15T07:07:19.350" v="4561"/>
        <pc:sldMkLst>
          <pc:docMk/>
          <pc:sldMk cId="100443124" sldId="4407"/>
        </pc:sldMkLst>
        <pc:spChg chg="add mod">
          <ac:chgData name="Mobasher, Ghadeer (Lehre SRH Hochschule Heidelberg)" userId="056b872e-5b37-4b43-9e51-028485f38874" providerId="ADAL" clId="{D8EFBD6C-8FE6-4C25-A331-21F9F0AD5358}" dt="2026-05-15T07:07:03.127" v="4559" actId="164"/>
          <ac:spMkLst>
            <pc:docMk/>
            <pc:sldMk cId="100443124" sldId="4407"/>
            <ac:spMk id="3" creationId="{13B7D844-DD63-642E-C7FE-DD2A395CE691}"/>
          </ac:spMkLst>
        </pc:spChg>
        <pc:spChg chg="mod">
          <ac:chgData name="Mobasher, Ghadeer (Lehre SRH Hochschule Heidelberg)" userId="056b872e-5b37-4b43-9e51-028485f38874" providerId="ADAL" clId="{D8EFBD6C-8FE6-4C25-A331-21F9F0AD5358}" dt="2026-05-13T14:00:54.285" v="4190" actId="20577"/>
          <ac:spMkLst>
            <pc:docMk/>
            <pc:sldMk cId="100443124" sldId="4407"/>
            <ac:spMk id="4" creationId="{60236D72-C1AF-F0DD-72CC-2FA7C18A4F40}"/>
          </ac:spMkLst>
        </pc:spChg>
        <pc:spChg chg="mod">
          <ac:chgData name="Mobasher, Ghadeer (Lehre SRH Hochschule Heidelberg)" userId="056b872e-5b37-4b43-9e51-028485f38874" providerId="ADAL" clId="{D8EFBD6C-8FE6-4C25-A331-21F9F0AD5358}" dt="2026-05-13T14:08:01.262" v="4231" actId="14100"/>
          <ac:spMkLst>
            <pc:docMk/>
            <pc:sldMk cId="100443124" sldId="4407"/>
            <ac:spMk id="16" creationId="{583E46D0-F982-F6A4-56FA-D433D09D61BB}"/>
          </ac:spMkLst>
        </pc:spChg>
        <pc:spChg chg="mod">
          <ac:chgData name="Mobasher, Ghadeer (Lehre SRH Hochschule Heidelberg)" userId="056b872e-5b37-4b43-9e51-028485f38874" providerId="ADAL" clId="{D8EFBD6C-8FE6-4C25-A331-21F9F0AD5358}" dt="2026-05-13T14:06:42.911" v="4216"/>
          <ac:spMkLst>
            <pc:docMk/>
            <pc:sldMk cId="100443124" sldId="4407"/>
            <ac:spMk id="17" creationId="{1E82AA30-0E6C-40C1-ECD4-B2D6A50C7FC2}"/>
          </ac:spMkLst>
        </pc:spChg>
        <pc:spChg chg="add mod">
          <ac:chgData name="Mobasher, Ghadeer (Lehre SRH Hochschule Heidelberg)" userId="056b872e-5b37-4b43-9e51-028485f38874" providerId="ADAL" clId="{D8EFBD6C-8FE6-4C25-A331-21F9F0AD5358}" dt="2026-05-13T14:09:09.428" v="4245" actId="1076"/>
          <ac:spMkLst>
            <pc:docMk/>
            <pc:sldMk cId="100443124" sldId="4407"/>
            <ac:spMk id="19" creationId="{EBCDA49C-7303-3D66-90DB-50064CF20508}"/>
          </ac:spMkLst>
        </pc:spChg>
        <pc:spChg chg="mod">
          <ac:chgData name="Mobasher, Ghadeer (Lehre SRH Hochschule Heidelberg)" userId="056b872e-5b37-4b43-9e51-028485f38874" providerId="ADAL" clId="{D8EFBD6C-8FE6-4C25-A331-21F9F0AD5358}" dt="2026-05-13T14:08:45.447" v="4239" actId="12"/>
          <ac:spMkLst>
            <pc:docMk/>
            <pc:sldMk cId="100443124" sldId="4407"/>
            <ac:spMk id="22" creationId="{820DE6CB-8C6F-C3DC-CE92-56728427C78A}"/>
          </ac:spMkLst>
        </pc:spChg>
        <pc:spChg chg="mod">
          <ac:chgData name="Mobasher, Ghadeer (Lehre SRH Hochschule Heidelberg)" userId="056b872e-5b37-4b43-9e51-028485f38874" providerId="ADAL" clId="{D8EFBD6C-8FE6-4C25-A331-21F9F0AD5358}" dt="2026-05-13T14:08:05.365" v="4232"/>
          <ac:spMkLst>
            <pc:docMk/>
            <pc:sldMk cId="100443124" sldId="4407"/>
            <ac:spMk id="23" creationId="{84F6A4F7-08BF-B485-A1C0-1B5473F905A6}"/>
          </ac:spMkLst>
        </pc:spChg>
        <pc:spChg chg="mod">
          <ac:chgData name="Mobasher, Ghadeer (Lehre SRH Hochschule Heidelberg)" userId="056b872e-5b37-4b43-9e51-028485f38874" providerId="ADAL" clId="{D8EFBD6C-8FE6-4C25-A331-21F9F0AD5358}" dt="2026-05-13T14:09:38.764" v="4251" actId="5793"/>
          <ac:spMkLst>
            <pc:docMk/>
            <pc:sldMk cId="100443124" sldId="4407"/>
            <ac:spMk id="25" creationId="{17E86953-A4D6-3471-2972-505B3D277BEA}"/>
          </ac:spMkLst>
        </pc:spChg>
        <pc:spChg chg="mod">
          <ac:chgData name="Mobasher, Ghadeer (Lehre SRH Hochschule Heidelberg)" userId="056b872e-5b37-4b43-9e51-028485f38874" providerId="ADAL" clId="{D8EFBD6C-8FE6-4C25-A331-21F9F0AD5358}" dt="2026-05-13T14:08:50.050" v="4240"/>
          <ac:spMkLst>
            <pc:docMk/>
            <pc:sldMk cId="100443124" sldId="4407"/>
            <ac:spMk id="26" creationId="{E9C6E1E6-5A9C-11FA-51C1-3AC5122E7592}"/>
          </ac:spMkLst>
        </pc:spChg>
        <pc:grpChg chg="add mod">
          <ac:chgData name="Mobasher, Ghadeer (Lehre SRH Hochschule Heidelberg)" userId="056b872e-5b37-4b43-9e51-028485f38874" providerId="ADAL" clId="{D8EFBD6C-8FE6-4C25-A331-21F9F0AD5358}" dt="2026-05-15T07:07:03.127" v="4559" actId="164"/>
          <ac:grpSpMkLst>
            <pc:docMk/>
            <pc:sldMk cId="100443124" sldId="4407"/>
            <ac:grpSpMk id="5" creationId="{F002CFE3-846E-161E-6793-69C96E9A14DC}"/>
          </ac:grpSpMkLst>
        </pc:grpChg>
        <pc:grpChg chg="add mod">
          <ac:chgData name="Mobasher, Ghadeer (Lehre SRH Hochschule Heidelberg)" userId="056b872e-5b37-4b43-9e51-028485f38874" providerId="ADAL" clId="{D8EFBD6C-8FE6-4C25-A331-21F9F0AD5358}" dt="2026-05-13T14:09:15.594" v="4246" actId="1076"/>
          <ac:grpSpMkLst>
            <pc:docMk/>
            <pc:sldMk cId="100443124" sldId="4407"/>
            <ac:grpSpMk id="15" creationId="{DBDAEF10-4FCC-BEA6-301D-E77E077B872E}"/>
          </ac:grpSpMkLst>
        </pc:grpChg>
        <pc:grpChg chg="add mod">
          <ac:chgData name="Mobasher, Ghadeer (Lehre SRH Hochschule Heidelberg)" userId="056b872e-5b37-4b43-9e51-028485f38874" providerId="ADAL" clId="{D8EFBD6C-8FE6-4C25-A331-21F9F0AD5358}" dt="2026-05-13T14:09:24.194" v="4248" actId="1076"/>
          <ac:grpSpMkLst>
            <pc:docMk/>
            <pc:sldMk cId="100443124" sldId="4407"/>
            <ac:grpSpMk id="20" creationId="{0BBD67A7-B664-B281-D8AA-4DA627F0CE26}"/>
          </ac:grpSpMkLst>
        </pc:grpChg>
        <pc:grpChg chg="add mod">
          <ac:chgData name="Mobasher, Ghadeer (Lehre SRH Hochschule Heidelberg)" userId="056b872e-5b37-4b43-9e51-028485f38874" providerId="ADAL" clId="{D8EFBD6C-8FE6-4C25-A331-21F9F0AD5358}" dt="2026-05-13T14:09:27.924" v="4249" actId="1076"/>
          <ac:grpSpMkLst>
            <pc:docMk/>
            <pc:sldMk cId="100443124" sldId="4407"/>
            <ac:grpSpMk id="24" creationId="{EB64E254-669D-93B8-FBCB-525C21D08CCE}"/>
          </ac:grpSpMkLst>
        </pc:grpChg>
        <pc:picChg chg="add mod modCrop">
          <ac:chgData name="Mobasher, Ghadeer (Lehre SRH Hochschule Heidelberg)" userId="056b872e-5b37-4b43-9e51-028485f38874" providerId="ADAL" clId="{D8EFBD6C-8FE6-4C25-A331-21F9F0AD5358}" dt="2026-05-13T14:01:57.361" v="4199" actId="1076"/>
          <ac:picMkLst>
            <pc:docMk/>
            <pc:sldMk cId="100443124" sldId="4407"/>
            <ac:picMk id="11" creationId="{2501E165-C586-E8CF-B767-35B395AD8832}"/>
          </ac:picMkLst>
        </pc:picChg>
        <pc:picChg chg="add mod modCrop">
          <ac:chgData name="Mobasher, Ghadeer (Lehre SRH Hochschule Heidelberg)" userId="056b872e-5b37-4b43-9e51-028485f38874" providerId="ADAL" clId="{D8EFBD6C-8FE6-4C25-A331-21F9F0AD5358}" dt="2026-05-15T07:07:03.127" v="4559" actId="164"/>
          <ac:picMkLst>
            <pc:docMk/>
            <pc:sldMk cId="100443124" sldId="4407"/>
            <ac:picMk id="14" creationId="{7E700AC0-1C73-AA04-8A66-82DD408C54E0}"/>
          </ac:picMkLst>
        </pc:picChg>
      </pc:sldChg>
      <pc:sldChg chg="addSp delSp modSp add mod delAnim modAnim">
        <pc:chgData name="Mobasher, Ghadeer (Lehre SRH Hochschule Heidelberg)" userId="056b872e-5b37-4b43-9e51-028485f38874" providerId="ADAL" clId="{D8EFBD6C-8FE6-4C25-A331-21F9F0AD5358}" dt="2026-05-13T12:42:21.395" v="3748" actId="1076"/>
        <pc:sldMkLst>
          <pc:docMk/>
          <pc:sldMk cId="4080960680" sldId="4413"/>
        </pc:sldMkLst>
        <pc:spChg chg="mod">
          <ac:chgData name="Mobasher, Ghadeer (Lehre SRH Hochschule Heidelberg)" userId="056b872e-5b37-4b43-9e51-028485f38874" providerId="ADAL" clId="{D8EFBD6C-8FE6-4C25-A331-21F9F0AD5358}" dt="2026-05-12T10:47:17.503" v="3447" actId="20577"/>
          <ac:spMkLst>
            <pc:docMk/>
            <pc:sldMk cId="4080960680" sldId="4413"/>
            <ac:spMk id="4" creationId="{8491920F-C8B3-4B2F-626C-769C862F0A8A}"/>
          </ac:spMkLst>
        </pc:spChg>
        <pc:spChg chg="mod">
          <ac:chgData name="Mobasher, Ghadeer (Lehre SRH Hochschule Heidelberg)" userId="056b872e-5b37-4b43-9e51-028485f38874" providerId="ADAL" clId="{D8EFBD6C-8FE6-4C25-A331-21F9F0AD5358}" dt="2026-05-12T10:58:40.851" v="3570" actId="20577"/>
          <ac:spMkLst>
            <pc:docMk/>
            <pc:sldMk cId="4080960680" sldId="4413"/>
            <ac:spMk id="11" creationId="{D1E4154B-E3CA-4179-6E8E-D6DA1C4B9940}"/>
          </ac:spMkLst>
        </pc:spChg>
        <pc:spChg chg="mod">
          <ac:chgData name="Mobasher, Ghadeer (Lehre SRH Hochschule Heidelberg)" userId="056b872e-5b37-4b43-9e51-028485f38874" providerId="ADAL" clId="{D8EFBD6C-8FE6-4C25-A331-21F9F0AD5358}" dt="2026-05-12T10:53:56.345" v="3544" actId="20577"/>
          <ac:spMkLst>
            <pc:docMk/>
            <pc:sldMk cId="4080960680" sldId="4413"/>
            <ac:spMk id="12" creationId="{088AE393-D5CC-DBB7-B589-9A2E0ED5AD0C}"/>
          </ac:spMkLst>
        </pc:spChg>
        <pc:spChg chg="add mod">
          <ac:chgData name="Mobasher, Ghadeer (Lehre SRH Hochschule Heidelberg)" userId="056b872e-5b37-4b43-9e51-028485f38874" providerId="ADAL" clId="{D8EFBD6C-8FE6-4C25-A331-21F9F0AD5358}" dt="2026-05-12T11:03:07.820" v="3621" actId="164"/>
          <ac:spMkLst>
            <pc:docMk/>
            <pc:sldMk cId="4080960680" sldId="4413"/>
            <ac:spMk id="17" creationId="{26023605-D74C-D7B6-CD56-0EF74D0CDF7E}"/>
          </ac:spMkLst>
        </pc:spChg>
        <pc:spChg chg="mod">
          <ac:chgData name="Mobasher, Ghadeer (Lehre SRH Hochschule Heidelberg)" userId="056b872e-5b37-4b43-9e51-028485f38874" providerId="ADAL" clId="{D8EFBD6C-8FE6-4C25-A331-21F9F0AD5358}" dt="2026-05-12T11:00:21.215" v="3590" actId="113"/>
          <ac:spMkLst>
            <pc:docMk/>
            <pc:sldMk cId="4080960680" sldId="4413"/>
            <ac:spMk id="19" creationId="{64A97D0A-30AB-7EDA-ED61-D35CA2B2C87F}"/>
          </ac:spMkLst>
        </pc:spChg>
        <pc:spChg chg="add mod ord">
          <ac:chgData name="Mobasher, Ghadeer (Lehre SRH Hochschule Heidelberg)" userId="056b872e-5b37-4b43-9e51-028485f38874" providerId="ADAL" clId="{D8EFBD6C-8FE6-4C25-A331-21F9F0AD5358}" dt="2026-05-13T12:41:37.632" v="3743" actId="166"/>
          <ac:spMkLst>
            <pc:docMk/>
            <pc:sldMk cId="4080960680" sldId="4413"/>
            <ac:spMk id="24" creationId="{29CE9C82-CDB6-026D-74A6-4147B12E8200}"/>
          </ac:spMkLst>
        </pc:spChg>
        <pc:grpChg chg="mod">
          <ac:chgData name="Mobasher, Ghadeer (Lehre SRH Hochschule Heidelberg)" userId="056b872e-5b37-4b43-9e51-028485f38874" providerId="ADAL" clId="{D8EFBD6C-8FE6-4C25-A331-21F9F0AD5358}" dt="2026-05-12T11:01:23.046" v="3595" actId="1076"/>
          <ac:grpSpMkLst>
            <pc:docMk/>
            <pc:sldMk cId="4080960680" sldId="4413"/>
            <ac:grpSpMk id="7" creationId="{E483B0CF-4C11-62C0-98B6-4FC634FDDB9D}"/>
          </ac:grpSpMkLst>
        </pc:grpChg>
        <pc:grpChg chg="add mod">
          <ac:chgData name="Mobasher, Ghadeer (Lehre SRH Hochschule Heidelberg)" userId="056b872e-5b37-4b43-9e51-028485f38874" providerId="ADAL" clId="{D8EFBD6C-8FE6-4C25-A331-21F9F0AD5358}" dt="2026-05-12T11:04:46.524" v="3626" actId="1076"/>
          <ac:grpSpMkLst>
            <pc:docMk/>
            <pc:sldMk cId="4080960680" sldId="4413"/>
            <ac:grpSpMk id="9" creationId="{B86AB5D6-DE10-4EFC-56D0-2047A2B275B6}"/>
          </ac:grpSpMkLst>
        </pc:grpChg>
        <pc:grpChg chg="mod">
          <ac:chgData name="Mobasher, Ghadeer (Lehre SRH Hochschule Heidelberg)" userId="056b872e-5b37-4b43-9e51-028485f38874" providerId="ADAL" clId="{D8EFBD6C-8FE6-4C25-A331-21F9F0AD5358}" dt="2026-05-12T11:01:30.743" v="3596" actId="1076"/>
          <ac:grpSpMkLst>
            <pc:docMk/>
            <pc:sldMk cId="4080960680" sldId="4413"/>
            <ac:grpSpMk id="13" creationId="{6AF1B006-736F-266B-2D33-7F89CF7CA948}"/>
          </ac:grpSpMkLst>
        </pc:grpChg>
        <pc:grpChg chg="add mod ord">
          <ac:chgData name="Mobasher, Ghadeer (Lehre SRH Hochschule Heidelberg)" userId="056b872e-5b37-4b43-9e51-028485f38874" providerId="ADAL" clId="{D8EFBD6C-8FE6-4C25-A331-21F9F0AD5358}" dt="2026-05-13T12:42:21.395" v="3748" actId="1076"/>
          <ac:grpSpMkLst>
            <pc:docMk/>
            <pc:sldMk cId="4080960680" sldId="4413"/>
            <ac:grpSpMk id="25" creationId="{27959724-D2A7-631C-E85C-F8D6A76EF509}"/>
          </ac:grpSpMkLst>
        </pc:grpChg>
        <pc:picChg chg="add mod modCrop">
          <ac:chgData name="Mobasher, Ghadeer (Lehre SRH Hochschule Heidelberg)" userId="056b872e-5b37-4b43-9e51-028485f38874" providerId="ADAL" clId="{D8EFBD6C-8FE6-4C25-A331-21F9F0AD5358}" dt="2026-05-12T10:51:45.833" v="3454" actId="1076"/>
          <ac:picMkLst>
            <pc:docMk/>
            <pc:sldMk cId="4080960680" sldId="4413"/>
            <ac:picMk id="3" creationId="{15EA01D8-27B1-DCF3-4D8D-F9337F3418A8}"/>
          </ac:picMkLst>
        </pc:picChg>
        <pc:picChg chg="mod">
          <ac:chgData name="Mobasher, Ghadeer (Lehre SRH Hochschule Heidelberg)" userId="056b872e-5b37-4b43-9e51-028485f38874" providerId="ADAL" clId="{D8EFBD6C-8FE6-4C25-A331-21F9F0AD5358}" dt="2026-05-12T10:53:02.202" v="3463"/>
          <ac:picMkLst>
            <pc:docMk/>
            <pc:sldMk cId="4080960680" sldId="4413"/>
            <ac:picMk id="14" creationId="{6CC43165-1AE3-E44B-9363-C9BE588500AE}"/>
          </ac:picMkLst>
        </pc:picChg>
      </pc:sldChg>
      <pc:sldChg chg="addSp delSp modSp add mod ord delAnim modAnim">
        <pc:chgData name="Mobasher, Ghadeer (Lehre SRH Hochschule Heidelberg)" userId="056b872e-5b37-4b43-9e51-028485f38874" providerId="ADAL" clId="{D8EFBD6C-8FE6-4C25-A331-21F9F0AD5358}" dt="2026-05-13T12:57:55.436" v="3827" actId="207"/>
        <pc:sldMkLst>
          <pc:docMk/>
          <pc:sldMk cId="986940310" sldId="4414"/>
        </pc:sldMkLst>
        <pc:spChg chg="mod">
          <ac:chgData name="Mobasher, Ghadeer (Lehre SRH Hochschule Heidelberg)" userId="056b872e-5b37-4b43-9e51-028485f38874" providerId="ADAL" clId="{D8EFBD6C-8FE6-4C25-A331-21F9F0AD5358}" dt="2026-05-12T11:18:27.447" v="3635" actId="20577"/>
          <ac:spMkLst>
            <pc:docMk/>
            <pc:sldMk cId="986940310" sldId="4414"/>
            <ac:spMk id="4" creationId="{F1544E7B-BD2E-042B-DFE3-7620A29B3F37}"/>
          </ac:spMkLst>
        </pc:spChg>
        <pc:spChg chg="ord">
          <ac:chgData name="Mobasher, Ghadeer (Lehre SRH Hochschule Heidelberg)" userId="056b872e-5b37-4b43-9e51-028485f38874" providerId="ADAL" clId="{D8EFBD6C-8FE6-4C25-A331-21F9F0AD5358}" dt="2026-05-12T11:52:20.469" v="3645" actId="166"/>
          <ac:spMkLst>
            <pc:docMk/>
            <pc:sldMk cId="986940310" sldId="4414"/>
            <ac:spMk id="8" creationId="{429BAC14-22EF-8BCA-FE74-AC3383DCC8D7}"/>
          </ac:spMkLst>
        </pc:spChg>
        <pc:spChg chg="mod">
          <ac:chgData name="Mobasher, Ghadeer (Lehre SRH Hochschule Heidelberg)" userId="056b872e-5b37-4b43-9e51-028485f38874" providerId="ADAL" clId="{D8EFBD6C-8FE6-4C25-A331-21F9F0AD5358}" dt="2026-05-13T12:56:48.196" v="3821" actId="113"/>
          <ac:spMkLst>
            <pc:docMk/>
            <pc:sldMk cId="986940310" sldId="4414"/>
            <ac:spMk id="9" creationId="{6D7259C4-DB40-C53D-8698-CF1B4BB8DDB4}"/>
          </ac:spMkLst>
        </pc:spChg>
        <pc:spChg chg="mod">
          <ac:chgData name="Mobasher, Ghadeer (Lehre SRH Hochschule Heidelberg)" userId="056b872e-5b37-4b43-9e51-028485f38874" providerId="ADAL" clId="{D8EFBD6C-8FE6-4C25-A331-21F9F0AD5358}" dt="2026-05-13T12:57:55.436" v="3827" actId="207"/>
          <ac:spMkLst>
            <pc:docMk/>
            <pc:sldMk cId="986940310" sldId="4414"/>
            <ac:spMk id="11" creationId="{2457AAF7-5AFD-73A0-5AF2-75214D396723}"/>
          </ac:spMkLst>
        </pc:spChg>
        <pc:spChg chg="mod">
          <ac:chgData name="Mobasher, Ghadeer (Lehre SRH Hochschule Heidelberg)" userId="056b872e-5b37-4b43-9e51-028485f38874" providerId="ADAL" clId="{D8EFBD6C-8FE6-4C25-A331-21F9F0AD5358}" dt="2026-05-12T11:55:30.037" v="3666"/>
          <ac:spMkLst>
            <pc:docMk/>
            <pc:sldMk cId="986940310" sldId="4414"/>
            <ac:spMk id="12" creationId="{FECFF5B2-A003-8C74-8509-89CBD929A365}"/>
          </ac:spMkLst>
        </pc:spChg>
        <pc:spChg chg="mod">
          <ac:chgData name="Mobasher, Ghadeer (Lehre SRH Hochschule Heidelberg)" userId="056b872e-5b37-4b43-9e51-028485f38874" providerId="ADAL" clId="{D8EFBD6C-8FE6-4C25-A331-21F9F0AD5358}" dt="2026-05-13T12:57:03.614" v="3822" actId="113"/>
          <ac:spMkLst>
            <pc:docMk/>
            <pc:sldMk cId="986940310" sldId="4414"/>
            <ac:spMk id="19" creationId="{9E9B8584-E899-A1CF-9007-82F4BA6EB4F1}"/>
          </ac:spMkLst>
        </pc:spChg>
        <pc:grpChg chg="add mod">
          <ac:chgData name="Mobasher, Ghadeer (Lehre SRH Hochschule Heidelberg)" userId="056b872e-5b37-4b43-9e51-028485f38874" providerId="ADAL" clId="{D8EFBD6C-8FE6-4C25-A331-21F9F0AD5358}" dt="2026-05-12T11:55:34.895" v="3667" actId="1076"/>
          <ac:grpSpMkLst>
            <pc:docMk/>
            <pc:sldMk cId="986940310" sldId="4414"/>
            <ac:grpSpMk id="6" creationId="{A266F9B4-2FAF-CD1C-3BA5-85E10575946C}"/>
          </ac:grpSpMkLst>
        </pc:grpChg>
        <pc:grpChg chg="mod ord">
          <ac:chgData name="Mobasher, Ghadeer (Lehre SRH Hochschule Heidelberg)" userId="056b872e-5b37-4b43-9e51-028485f38874" providerId="ADAL" clId="{D8EFBD6C-8FE6-4C25-A331-21F9F0AD5358}" dt="2026-05-12T11:52:25.622" v="3646" actId="166"/>
          <ac:grpSpMkLst>
            <pc:docMk/>
            <pc:sldMk cId="986940310" sldId="4414"/>
            <ac:grpSpMk id="7" creationId="{A3D3DBBA-F83E-72C7-01FA-6EDC412B94E5}"/>
          </ac:grpSpMkLst>
        </pc:grpChg>
        <pc:grpChg chg="mod ord">
          <ac:chgData name="Mobasher, Ghadeer (Lehre SRH Hochschule Heidelberg)" userId="056b872e-5b37-4b43-9e51-028485f38874" providerId="ADAL" clId="{D8EFBD6C-8FE6-4C25-A331-21F9F0AD5358}" dt="2026-05-12T11:52:50.754" v="3650" actId="1076"/>
          <ac:grpSpMkLst>
            <pc:docMk/>
            <pc:sldMk cId="986940310" sldId="4414"/>
            <ac:grpSpMk id="13" creationId="{0292285F-8D2E-A63A-970B-0B11B1E77857}"/>
          </ac:grpSpMkLst>
        </pc:grpChg>
        <pc:picChg chg="add mod modCrop">
          <ac:chgData name="Mobasher, Ghadeer (Lehre SRH Hochschule Heidelberg)" userId="056b872e-5b37-4b43-9e51-028485f38874" providerId="ADAL" clId="{D8EFBD6C-8FE6-4C25-A331-21F9F0AD5358}" dt="2026-05-13T10:11:29.474" v="3671" actId="14100"/>
          <ac:picMkLst>
            <pc:docMk/>
            <pc:sldMk cId="986940310" sldId="4414"/>
            <ac:picMk id="3" creationId="{E3CB1515-56F4-8D99-BCFB-F22D05F5477B}"/>
          </ac:picMkLst>
        </pc:picChg>
      </pc:sldChg>
      <pc:sldChg chg="addSp delSp modSp add mod delAnim modAnim">
        <pc:chgData name="Mobasher, Ghadeer (Lehre SRH Hochschule Heidelberg)" userId="056b872e-5b37-4b43-9e51-028485f38874" providerId="ADAL" clId="{D8EFBD6C-8FE6-4C25-A331-21F9F0AD5358}" dt="2026-05-13T13:00:07.510" v="3830" actId="1076"/>
        <pc:sldMkLst>
          <pc:docMk/>
          <pc:sldMk cId="164195081" sldId="4415"/>
        </pc:sldMkLst>
        <pc:spChg chg="mod">
          <ac:chgData name="Mobasher, Ghadeer (Lehre SRH Hochschule Heidelberg)" userId="056b872e-5b37-4b43-9e51-028485f38874" providerId="ADAL" clId="{D8EFBD6C-8FE6-4C25-A331-21F9F0AD5358}" dt="2026-05-13T12:41:07.230" v="3742" actId="20577"/>
          <ac:spMkLst>
            <pc:docMk/>
            <pc:sldMk cId="164195081" sldId="4415"/>
            <ac:spMk id="4" creationId="{3F49B765-851A-ACCB-DE8B-3BDD2B3DCBFF}"/>
          </ac:spMkLst>
        </pc:spChg>
        <pc:spChg chg="mod">
          <ac:chgData name="Mobasher, Ghadeer (Lehre SRH Hochschule Heidelberg)" userId="056b872e-5b37-4b43-9e51-028485f38874" providerId="ADAL" clId="{D8EFBD6C-8FE6-4C25-A331-21F9F0AD5358}" dt="2026-05-13T12:50:52.872" v="3809" actId="113"/>
          <ac:spMkLst>
            <pc:docMk/>
            <pc:sldMk cId="164195081" sldId="4415"/>
            <ac:spMk id="9" creationId="{D0BF78C4-29CA-B34B-DECE-B361A9119AEF}"/>
          </ac:spMkLst>
        </pc:spChg>
        <pc:spChg chg="mod">
          <ac:chgData name="Mobasher, Ghadeer (Lehre SRH Hochschule Heidelberg)" userId="056b872e-5b37-4b43-9e51-028485f38874" providerId="ADAL" clId="{D8EFBD6C-8FE6-4C25-A331-21F9F0AD5358}" dt="2026-05-13T12:45:32.308" v="3760" actId="20577"/>
          <ac:spMkLst>
            <pc:docMk/>
            <pc:sldMk cId="164195081" sldId="4415"/>
            <ac:spMk id="11" creationId="{40F5480D-05C2-763C-ECE8-2A3015353936}"/>
          </ac:spMkLst>
        </pc:spChg>
        <pc:spChg chg="mod">
          <ac:chgData name="Mobasher, Ghadeer (Lehre SRH Hochschule Heidelberg)" userId="056b872e-5b37-4b43-9e51-028485f38874" providerId="ADAL" clId="{D8EFBD6C-8FE6-4C25-A331-21F9F0AD5358}" dt="2026-05-13T12:51:03.872" v="3812" actId="1076"/>
          <ac:spMkLst>
            <pc:docMk/>
            <pc:sldMk cId="164195081" sldId="4415"/>
            <ac:spMk id="16" creationId="{75994767-3454-1D50-D378-89F8D3272E47}"/>
          </ac:spMkLst>
        </pc:spChg>
        <pc:spChg chg="mod">
          <ac:chgData name="Mobasher, Ghadeer (Lehre SRH Hochschule Heidelberg)" userId="056b872e-5b37-4b43-9e51-028485f38874" providerId="ADAL" clId="{D8EFBD6C-8FE6-4C25-A331-21F9F0AD5358}" dt="2026-05-13T12:48:22.972" v="3790" actId="1076"/>
          <ac:spMkLst>
            <pc:docMk/>
            <pc:sldMk cId="164195081" sldId="4415"/>
            <ac:spMk id="18" creationId="{A7E80CCC-F633-10EF-CBF4-20AB32C0EAC9}"/>
          </ac:spMkLst>
        </pc:spChg>
        <pc:spChg chg="mod">
          <ac:chgData name="Mobasher, Ghadeer (Lehre SRH Hochschule Heidelberg)" userId="056b872e-5b37-4b43-9e51-028485f38874" providerId="ADAL" clId="{D8EFBD6C-8FE6-4C25-A331-21F9F0AD5358}" dt="2026-05-13T12:57:40.587" v="3825" actId="207"/>
          <ac:spMkLst>
            <pc:docMk/>
            <pc:sldMk cId="164195081" sldId="4415"/>
            <ac:spMk id="19" creationId="{BA599898-6C55-E9A1-83A2-347ACDE47E02}"/>
          </ac:spMkLst>
        </pc:spChg>
        <pc:spChg chg="mod">
          <ac:chgData name="Mobasher, Ghadeer (Lehre SRH Hochschule Heidelberg)" userId="056b872e-5b37-4b43-9e51-028485f38874" providerId="ADAL" clId="{D8EFBD6C-8FE6-4C25-A331-21F9F0AD5358}" dt="2026-05-13T12:48:26.190" v="3791" actId="14100"/>
          <ac:spMkLst>
            <pc:docMk/>
            <pc:sldMk cId="164195081" sldId="4415"/>
            <ac:spMk id="20" creationId="{057D6FDD-8E4A-689A-0C49-D30BCEFEA24D}"/>
          </ac:spMkLst>
        </pc:spChg>
        <pc:spChg chg="mod">
          <ac:chgData name="Mobasher, Ghadeer (Lehre SRH Hochschule Heidelberg)" userId="056b872e-5b37-4b43-9e51-028485f38874" providerId="ADAL" clId="{D8EFBD6C-8FE6-4C25-A331-21F9F0AD5358}" dt="2026-05-13T12:49:37.628" v="3800"/>
          <ac:spMkLst>
            <pc:docMk/>
            <pc:sldMk cId="164195081" sldId="4415"/>
            <ac:spMk id="24" creationId="{3161C57E-082C-E27E-1DE3-E6DDAA2DC9A6}"/>
          </ac:spMkLst>
        </pc:spChg>
        <pc:spChg chg="mod">
          <ac:chgData name="Mobasher, Ghadeer (Lehre SRH Hochschule Heidelberg)" userId="056b872e-5b37-4b43-9e51-028485f38874" providerId="ADAL" clId="{D8EFBD6C-8FE6-4C25-A331-21F9F0AD5358}" dt="2026-05-13T12:57:47.994" v="3826" actId="207"/>
          <ac:spMkLst>
            <pc:docMk/>
            <pc:sldMk cId="164195081" sldId="4415"/>
            <ac:spMk id="25" creationId="{3DAC1A27-5F0D-0C7B-D05D-0A8655B16AC7}"/>
          </ac:spMkLst>
        </pc:spChg>
        <pc:grpChg chg="mod ord">
          <ac:chgData name="Mobasher, Ghadeer (Lehre SRH Hochschule Heidelberg)" userId="056b872e-5b37-4b43-9e51-028485f38874" providerId="ADAL" clId="{D8EFBD6C-8FE6-4C25-A331-21F9F0AD5358}" dt="2026-05-13T12:51:59.942" v="3816" actId="1076"/>
          <ac:grpSpMkLst>
            <pc:docMk/>
            <pc:sldMk cId="164195081" sldId="4415"/>
            <ac:grpSpMk id="6" creationId="{9F93E571-4374-4DBA-5898-F63B77D2A627}"/>
          </ac:grpSpMkLst>
        </pc:grpChg>
        <pc:grpChg chg="mod ord">
          <ac:chgData name="Mobasher, Ghadeer (Lehre SRH Hochschule Heidelberg)" userId="056b872e-5b37-4b43-9e51-028485f38874" providerId="ADAL" clId="{D8EFBD6C-8FE6-4C25-A331-21F9F0AD5358}" dt="2026-05-13T13:00:07.510" v="3830" actId="1076"/>
          <ac:grpSpMkLst>
            <pc:docMk/>
            <pc:sldMk cId="164195081" sldId="4415"/>
            <ac:grpSpMk id="7" creationId="{346E2B6E-3F27-3D12-EB40-77B747AB4CB0}"/>
          </ac:grpSpMkLst>
        </pc:grpChg>
        <pc:grpChg chg="mod ord">
          <ac:chgData name="Mobasher, Ghadeer (Lehre SRH Hochschule Heidelberg)" userId="056b872e-5b37-4b43-9e51-028485f38874" providerId="ADAL" clId="{D8EFBD6C-8FE6-4C25-A331-21F9F0AD5358}" dt="2026-05-13T12:49:24.096" v="3797" actId="1076"/>
          <ac:grpSpMkLst>
            <pc:docMk/>
            <pc:sldMk cId="164195081" sldId="4415"/>
            <ac:grpSpMk id="13" creationId="{BC2762B8-22B4-3ABE-E968-FED4B4BEFEF3}"/>
          </ac:grpSpMkLst>
        </pc:grpChg>
        <pc:grpChg chg="add mod">
          <ac:chgData name="Mobasher, Ghadeer (Lehre SRH Hochschule Heidelberg)" userId="056b872e-5b37-4b43-9e51-028485f38874" providerId="ADAL" clId="{D8EFBD6C-8FE6-4C25-A331-21F9F0AD5358}" dt="2026-05-13T12:49:15.797" v="3796" actId="1076"/>
          <ac:grpSpMkLst>
            <pc:docMk/>
            <pc:sldMk cId="164195081" sldId="4415"/>
            <ac:grpSpMk id="17" creationId="{1B2F599F-D615-1C46-C638-167950996E09}"/>
          </ac:grpSpMkLst>
        </pc:grpChg>
        <pc:grpChg chg="add mod">
          <ac:chgData name="Mobasher, Ghadeer (Lehre SRH Hochschule Heidelberg)" userId="056b872e-5b37-4b43-9e51-028485f38874" providerId="ADAL" clId="{D8EFBD6C-8FE6-4C25-A331-21F9F0AD5358}" dt="2026-05-13T12:52:17.904" v="3818" actId="1076"/>
          <ac:grpSpMkLst>
            <pc:docMk/>
            <pc:sldMk cId="164195081" sldId="4415"/>
            <ac:grpSpMk id="23" creationId="{BD7F100A-14DF-4592-6923-76F97BBEBFB6}"/>
          </ac:grpSpMkLst>
        </pc:grpChg>
        <pc:picChg chg="add mod">
          <ac:chgData name="Mobasher, Ghadeer (Lehre SRH Hochschule Heidelberg)" userId="056b872e-5b37-4b43-9e51-028485f38874" providerId="ADAL" clId="{D8EFBD6C-8FE6-4C25-A331-21F9F0AD5358}" dt="2026-05-13T12:42:37.442" v="3750" actId="1076"/>
          <ac:picMkLst>
            <pc:docMk/>
            <pc:sldMk cId="164195081" sldId="4415"/>
            <ac:picMk id="5" creationId="{D149FC4C-31C0-1CEC-47DF-8DC5535477BF}"/>
          </ac:picMkLst>
        </pc:picChg>
      </pc:sldChg>
      <pc:sldChg chg="addSp delSp modSp add mod ord delAnim modAnim">
        <pc:chgData name="Mobasher, Ghadeer (Lehre SRH Hochschule Heidelberg)" userId="056b872e-5b37-4b43-9e51-028485f38874" providerId="ADAL" clId="{D8EFBD6C-8FE6-4C25-A331-21F9F0AD5358}" dt="2026-05-13T13:07:58.663" v="3987"/>
        <pc:sldMkLst>
          <pc:docMk/>
          <pc:sldMk cId="1996800165" sldId="4417"/>
        </pc:sldMkLst>
        <pc:spChg chg="mod">
          <ac:chgData name="Mobasher, Ghadeer (Lehre SRH Hochschule Heidelberg)" userId="056b872e-5b37-4b43-9e51-028485f38874" providerId="ADAL" clId="{D8EFBD6C-8FE6-4C25-A331-21F9F0AD5358}" dt="2026-05-13T13:07:47.184" v="3985" actId="113"/>
          <ac:spMkLst>
            <pc:docMk/>
            <pc:sldMk cId="1996800165" sldId="4417"/>
            <ac:spMk id="2" creationId="{3F5ED25E-E24C-141E-250B-5118BE8ED556}"/>
          </ac:spMkLst>
        </pc:spChg>
        <pc:spChg chg="mod">
          <ac:chgData name="Mobasher, Ghadeer (Lehre SRH Hochschule Heidelberg)" userId="056b872e-5b37-4b43-9e51-028485f38874" providerId="ADAL" clId="{D8EFBD6C-8FE6-4C25-A331-21F9F0AD5358}" dt="2026-05-13T13:04:15.943" v="3847" actId="20577"/>
          <ac:spMkLst>
            <pc:docMk/>
            <pc:sldMk cId="1996800165" sldId="4417"/>
            <ac:spMk id="9" creationId="{9126B06E-BA16-B32A-AE6A-A1CB3DC14867}"/>
          </ac:spMkLst>
        </pc:spChg>
        <pc:picChg chg="add mod">
          <ac:chgData name="Mobasher, Ghadeer (Lehre SRH Hochschule Heidelberg)" userId="056b872e-5b37-4b43-9e51-028485f38874" providerId="ADAL" clId="{D8EFBD6C-8FE6-4C25-A331-21F9F0AD5358}" dt="2026-05-13T13:07:50.708" v="3986" actId="1076"/>
          <ac:picMkLst>
            <pc:docMk/>
            <pc:sldMk cId="1996800165" sldId="4417"/>
            <ac:picMk id="8" creationId="{1BFC56A5-A1F8-1F5A-B52F-4A818E2D3971}"/>
          </ac:picMkLst>
        </pc:picChg>
      </pc:sldChg>
      <pc:sldChg chg="addSp delSp modSp add mod delAnim modAnim">
        <pc:chgData name="Mobasher, Ghadeer (Lehre SRH Hochschule Heidelberg)" userId="056b872e-5b37-4b43-9e51-028485f38874" providerId="ADAL" clId="{D8EFBD6C-8FE6-4C25-A331-21F9F0AD5358}" dt="2026-05-13T13:57:48.292" v="4145"/>
        <pc:sldMkLst>
          <pc:docMk/>
          <pc:sldMk cId="702346299" sldId="4418"/>
        </pc:sldMkLst>
        <pc:spChg chg="mod">
          <ac:chgData name="Mobasher, Ghadeer (Lehre SRH Hochschule Heidelberg)" userId="056b872e-5b37-4b43-9e51-028485f38874" providerId="ADAL" clId="{D8EFBD6C-8FE6-4C25-A331-21F9F0AD5358}" dt="2026-05-13T13:53:30.321" v="4120" actId="1076"/>
          <ac:spMkLst>
            <pc:docMk/>
            <pc:sldMk cId="702346299" sldId="4418"/>
            <ac:spMk id="4" creationId="{84B4FCD5-1516-A2E0-B908-2EC70E33205C}"/>
          </ac:spMkLst>
        </pc:spChg>
        <pc:spChg chg="mod topLvl">
          <ac:chgData name="Mobasher, Ghadeer (Lehre SRH Hochschule Heidelberg)" userId="056b872e-5b37-4b43-9e51-028485f38874" providerId="ADAL" clId="{D8EFBD6C-8FE6-4C25-A331-21F9F0AD5358}" dt="2026-05-13T13:57:46.881" v="4144" actId="164"/>
          <ac:spMkLst>
            <pc:docMk/>
            <pc:sldMk cId="702346299" sldId="4418"/>
            <ac:spMk id="18" creationId="{93E9F327-1709-EEF0-6222-96A3D80C07D7}"/>
          </ac:spMkLst>
        </pc:spChg>
        <pc:grpChg chg="add mod">
          <ac:chgData name="Mobasher, Ghadeer (Lehre SRH Hochschule Heidelberg)" userId="056b872e-5b37-4b43-9e51-028485f38874" providerId="ADAL" clId="{D8EFBD6C-8FE6-4C25-A331-21F9F0AD5358}" dt="2026-05-13T13:57:46.881" v="4144" actId="164"/>
          <ac:grpSpMkLst>
            <pc:docMk/>
            <pc:sldMk cId="702346299" sldId="4418"/>
            <ac:grpSpMk id="20" creationId="{5BF0AADE-4047-BA03-5FCA-1D5F9D162480}"/>
          </ac:grpSpMkLst>
        </pc:grpChg>
        <pc:picChg chg="add mod">
          <ac:chgData name="Mobasher, Ghadeer (Lehre SRH Hochschule Heidelberg)" userId="056b872e-5b37-4b43-9e51-028485f38874" providerId="ADAL" clId="{D8EFBD6C-8FE6-4C25-A331-21F9F0AD5358}" dt="2026-05-13T13:49:43.523" v="4085" actId="1076"/>
          <ac:picMkLst>
            <pc:docMk/>
            <pc:sldMk cId="702346299" sldId="4418"/>
            <ac:picMk id="3" creationId="{1F2A3835-CAD5-22FC-F3E1-14E3DDC3C802}"/>
          </ac:picMkLst>
        </pc:picChg>
        <pc:picChg chg="add mod modCrop">
          <ac:chgData name="Mobasher, Ghadeer (Lehre SRH Hochschule Heidelberg)" userId="056b872e-5b37-4b43-9e51-028485f38874" providerId="ADAL" clId="{D8EFBD6C-8FE6-4C25-A331-21F9F0AD5358}" dt="2026-05-13T13:57:46.881" v="4144" actId="164"/>
          <ac:picMkLst>
            <pc:docMk/>
            <pc:sldMk cId="702346299" sldId="4418"/>
            <ac:picMk id="19" creationId="{79A9B6CC-20C6-C195-08E8-D189D02037D5}"/>
          </ac:picMkLst>
        </pc:picChg>
      </pc:sldChg>
      <pc:sldChg chg="addSp delSp modSp add mod modAnim">
        <pc:chgData name="Mobasher, Ghadeer (Lehre SRH Hochschule Heidelberg)" userId="056b872e-5b37-4b43-9e51-028485f38874" providerId="ADAL" clId="{D8EFBD6C-8FE6-4C25-A331-21F9F0AD5358}" dt="2026-05-13T13:58:08.505" v="4149" actId="14100"/>
        <pc:sldMkLst>
          <pc:docMk/>
          <pc:sldMk cId="2984581177" sldId="4419"/>
        </pc:sldMkLst>
        <pc:spChg chg="mod">
          <ac:chgData name="Mobasher, Ghadeer (Lehre SRH Hochschule Heidelberg)" userId="056b872e-5b37-4b43-9e51-028485f38874" providerId="ADAL" clId="{D8EFBD6C-8FE6-4C25-A331-21F9F0AD5358}" dt="2026-05-13T13:54:35.610" v="4128" actId="20577"/>
          <ac:spMkLst>
            <pc:docMk/>
            <pc:sldMk cId="2984581177" sldId="4419"/>
            <ac:spMk id="4" creationId="{AA673B7F-EB3C-4851-518E-40958402030B}"/>
          </ac:spMkLst>
        </pc:spChg>
        <pc:spChg chg="mod">
          <ac:chgData name="Mobasher, Ghadeer (Lehre SRH Hochschule Heidelberg)" userId="056b872e-5b37-4b43-9e51-028485f38874" providerId="ADAL" clId="{D8EFBD6C-8FE6-4C25-A331-21F9F0AD5358}" dt="2026-05-13T13:58:08.505" v="4149" actId="14100"/>
          <ac:spMkLst>
            <pc:docMk/>
            <pc:sldMk cId="2984581177" sldId="4419"/>
            <ac:spMk id="18" creationId="{D4246C49-6626-DE62-3922-17E45C0A8AC1}"/>
          </ac:spMkLst>
        </pc:spChg>
        <pc:grpChg chg="add mod">
          <ac:chgData name="Mobasher, Ghadeer (Lehre SRH Hochschule Heidelberg)" userId="056b872e-5b37-4b43-9e51-028485f38874" providerId="ADAL" clId="{D8EFBD6C-8FE6-4C25-A331-21F9F0AD5358}" dt="2026-05-13T13:58:01.724" v="4147" actId="164"/>
          <ac:grpSpMkLst>
            <pc:docMk/>
            <pc:sldMk cId="2984581177" sldId="4419"/>
            <ac:grpSpMk id="8" creationId="{8CF1ACE7-72F9-9C63-9D93-F8C165E68A22}"/>
          </ac:grpSpMkLst>
        </pc:grpChg>
        <pc:picChg chg="add mod">
          <ac:chgData name="Mobasher, Ghadeer (Lehre SRH Hochschule Heidelberg)" userId="056b872e-5b37-4b43-9e51-028485f38874" providerId="ADAL" clId="{D8EFBD6C-8FE6-4C25-A331-21F9F0AD5358}" dt="2026-05-13T13:57:29.791" v="4142" actId="1076"/>
          <ac:picMkLst>
            <pc:docMk/>
            <pc:sldMk cId="2984581177" sldId="4419"/>
            <ac:picMk id="5" creationId="{2BC2E504-CF1A-C3ED-19AB-6A331EF896C2}"/>
          </ac:picMkLst>
        </pc:picChg>
        <pc:picChg chg="add mod modCrop">
          <ac:chgData name="Mobasher, Ghadeer (Lehre SRH Hochschule Heidelberg)" userId="056b872e-5b37-4b43-9e51-028485f38874" providerId="ADAL" clId="{D8EFBD6C-8FE6-4C25-A331-21F9F0AD5358}" dt="2026-05-13T13:58:01.724" v="4147" actId="164"/>
          <ac:picMkLst>
            <pc:docMk/>
            <pc:sldMk cId="2984581177" sldId="4419"/>
            <ac:picMk id="7" creationId="{DF3C11C4-6905-750E-614D-14DBEE9E76E2}"/>
          </ac:picMkLst>
        </pc:picChg>
      </pc:sldChg>
      <pc:sldChg chg="addSp delSp modSp add mod delAnim modAnim">
        <pc:chgData name="Mobasher, Ghadeer (Lehre SRH Hochschule Heidelberg)" userId="056b872e-5b37-4b43-9e51-028485f38874" providerId="ADAL" clId="{D8EFBD6C-8FE6-4C25-A331-21F9F0AD5358}" dt="2026-05-15T07:07:41.777" v="4562"/>
        <pc:sldMkLst>
          <pc:docMk/>
          <pc:sldMk cId="3274009974" sldId="4420"/>
        </pc:sldMkLst>
        <pc:spChg chg="mod">
          <ac:chgData name="Mobasher, Ghadeer (Lehre SRH Hochschule Heidelberg)" userId="056b872e-5b37-4b43-9e51-028485f38874" providerId="ADAL" clId="{D8EFBD6C-8FE6-4C25-A331-21F9F0AD5358}" dt="2026-05-13T14:48:21.206" v="4265" actId="20577"/>
          <ac:spMkLst>
            <pc:docMk/>
            <pc:sldMk cId="3274009974" sldId="4420"/>
            <ac:spMk id="2" creationId="{4695031F-C8BF-C494-CF33-8A672B468975}"/>
          </ac:spMkLst>
        </pc:spChg>
        <pc:picChg chg="add mod modCrop">
          <ac:chgData name="Mobasher, Ghadeer (Lehre SRH Hochschule Heidelberg)" userId="056b872e-5b37-4b43-9e51-028485f38874" providerId="ADAL" clId="{D8EFBD6C-8FE6-4C25-A331-21F9F0AD5358}" dt="2026-05-13T14:49:26.009" v="4276" actId="14100"/>
          <ac:picMkLst>
            <pc:docMk/>
            <pc:sldMk cId="3274009974" sldId="4420"/>
            <ac:picMk id="4" creationId="{29862377-867B-8F72-0E51-102CE147C0BC}"/>
          </ac:picMkLst>
        </pc:picChg>
      </pc:sldChg>
      <pc:sldChg chg="modSp add mod ord modAnim">
        <pc:chgData name="Mobasher, Ghadeer (Lehre SRH Hochschule Heidelberg)" userId="056b872e-5b37-4b43-9e51-028485f38874" providerId="ADAL" clId="{D8EFBD6C-8FE6-4C25-A331-21F9F0AD5358}" dt="2026-05-13T16:00:03.745" v="4447" actId="108"/>
        <pc:sldMkLst>
          <pc:docMk/>
          <pc:sldMk cId="2572673921" sldId="4421"/>
        </pc:sldMkLst>
        <pc:spChg chg="mod">
          <ac:chgData name="Mobasher, Ghadeer (Lehre SRH Hochschule Heidelberg)" userId="056b872e-5b37-4b43-9e51-028485f38874" providerId="ADAL" clId="{D8EFBD6C-8FE6-4C25-A331-21F9F0AD5358}" dt="2026-05-13T16:00:03.745" v="4447" actId="108"/>
          <ac:spMkLst>
            <pc:docMk/>
            <pc:sldMk cId="2572673921" sldId="4421"/>
            <ac:spMk id="2" creationId="{BED9CBA9-491A-1691-88A6-A59D8E50269B}"/>
          </ac:spMkLst>
        </pc:spChg>
      </pc:sldChg>
      <pc:sldChg chg="new del">
        <pc:chgData name="Mobasher, Ghadeer (Lehre SRH Hochschule Heidelberg)" userId="056b872e-5b37-4b43-9e51-028485f38874" providerId="ADAL" clId="{D8EFBD6C-8FE6-4C25-A331-21F9F0AD5358}" dt="2026-05-15T06:42:37.840" v="4451" actId="47"/>
        <pc:sldMkLst>
          <pc:docMk/>
          <pc:sldMk cId="143740434" sldId="4422"/>
        </pc:sldMkLst>
      </pc:sldChg>
      <pc:sldChg chg="addSp delSp modSp add del mod delAnim">
        <pc:chgData name="Mobasher, Ghadeer (Lehre SRH Hochschule Heidelberg)" userId="056b872e-5b37-4b43-9e51-028485f38874" providerId="ADAL" clId="{D8EFBD6C-8FE6-4C25-A331-21F9F0AD5358}" dt="2026-05-15T06:46:38.654" v="4505" actId="47"/>
        <pc:sldMkLst>
          <pc:docMk/>
          <pc:sldMk cId="497506928" sldId="4422"/>
        </pc:sldMkLst>
        <pc:spChg chg="add del mod">
          <ac:chgData name="Mobasher, Ghadeer (Lehre SRH Hochschule Heidelberg)" userId="056b872e-5b37-4b43-9e51-028485f38874" providerId="ADAL" clId="{D8EFBD6C-8FE6-4C25-A331-21F9F0AD5358}" dt="2026-05-15T06:42:51.229" v="4454" actId="478"/>
          <ac:spMkLst>
            <pc:docMk/>
            <pc:sldMk cId="497506928" sldId="4422"/>
            <ac:spMk id="3" creationId="{058ABFB0-5BC0-60A2-E725-5BF6E5D856EC}"/>
          </ac:spMkLst>
        </pc:spChg>
        <pc:spChg chg="del">
          <ac:chgData name="Mobasher, Ghadeer (Lehre SRH Hochschule Heidelberg)" userId="056b872e-5b37-4b43-9e51-028485f38874" providerId="ADAL" clId="{D8EFBD6C-8FE6-4C25-A331-21F9F0AD5358}" dt="2026-05-15T06:42:45.499" v="4453" actId="478"/>
          <ac:spMkLst>
            <pc:docMk/>
            <pc:sldMk cId="497506928" sldId="4422"/>
            <ac:spMk id="4" creationId="{28CBAB0C-5B5B-DB15-9511-96D699E7F370}"/>
          </ac:spMkLst>
        </pc:spChg>
        <pc:spChg chg="del">
          <ac:chgData name="Mobasher, Ghadeer (Lehre SRH Hochschule Heidelberg)" userId="056b872e-5b37-4b43-9e51-028485f38874" providerId="ADAL" clId="{D8EFBD6C-8FE6-4C25-A331-21F9F0AD5358}" dt="2026-05-15T06:42:51.229" v="4454" actId="478"/>
          <ac:spMkLst>
            <pc:docMk/>
            <pc:sldMk cId="497506928" sldId="4422"/>
            <ac:spMk id="17" creationId="{24339CAC-D558-6B84-2503-208805856EB9}"/>
          </ac:spMkLst>
        </pc:spChg>
        <pc:spChg chg="del">
          <ac:chgData name="Mobasher, Ghadeer (Lehre SRH Hochschule Heidelberg)" userId="056b872e-5b37-4b43-9e51-028485f38874" providerId="ADAL" clId="{D8EFBD6C-8FE6-4C25-A331-21F9F0AD5358}" dt="2026-05-15T06:42:51.229" v="4454" actId="478"/>
          <ac:spMkLst>
            <pc:docMk/>
            <pc:sldMk cId="497506928" sldId="4422"/>
            <ac:spMk id="18" creationId="{67683290-2AE9-CA68-F76A-11958F9155A8}"/>
          </ac:spMkLst>
        </pc:spChg>
        <pc:grpChg chg="del">
          <ac:chgData name="Mobasher, Ghadeer (Lehre SRH Hochschule Heidelberg)" userId="056b872e-5b37-4b43-9e51-028485f38874" providerId="ADAL" clId="{D8EFBD6C-8FE6-4C25-A331-21F9F0AD5358}" dt="2026-05-15T06:42:51.229" v="4454" actId="478"/>
          <ac:grpSpMkLst>
            <pc:docMk/>
            <pc:sldMk cId="497506928" sldId="4422"/>
            <ac:grpSpMk id="23" creationId="{46D659B2-1D0C-E619-05B1-3C56E12D1A9F}"/>
          </ac:grpSpMkLst>
        </pc:grpChg>
        <pc:grpChg chg="del">
          <ac:chgData name="Mobasher, Ghadeer (Lehre SRH Hochschule Heidelberg)" userId="056b872e-5b37-4b43-9e51-028485f38874" providerId="ADAL" clId="{D8EFBD6C-8FE6-4C25-A331-21F9F0AD5358}" dt="2026-05-15T06:42:51.229" v="4454" actId="478"/>
          <ac:grpSpMkLst>
            <pc:docMk/>
            <pc:sldMk cId="497506928" sldId="4422"/>
            <ac:grpSpMk id="24" creationId="{91089461-5243-B12D-50D7-DB492809A2B0}"/>
          </ac:grpSpMkLst>
        </pc:grpChg>
        <pc:grpChg chg="del">
          <ac:chgData name="Mobasher, Ghadeer (Lehre SRH Hochschule Heidelberg)" userId="056b872e-5b37-4b43-9e51-028485f38874" providerId="ADAL" clId="{D8EFBD6C-8FE6-4C25-A331-21F9F0AD5358}" dt="2026-05-15T06:42:51.229" v="4454" actId="478"/>
          <ac:grpSpMkLst>
            <pc:docMk/>
            <pc:sldMk cId="497506928" sldId="4422"/>
            <ac:grpSpMk id="25" creationId="{E2040C94-DD27-F316-9274-242892433B5D}"/>
          </ac:grpSpMkLst>
        </pc:grpChg>
        <pc:grpChg chg="del">
          <ac:chgData name="Mobasher, Ghadeer (Lehre SRH Hochschule Heidelberg)" userId="056b872e-5b37-4b43-9e51-028485f38874" providerId="ADAL" clId="{D8EFBD6C-8FE6-4C25-A331-21F9F0AD5358}" dt="2026-05-15T06:42:51.229" v="4454" actId="478"/>
          <ac:grpSpMkLst>
            <pc:docMk/>
            <pc:sldMk cId="497506928" sldId="4422"/>
            <ac:grpSpMk id="26" creationId="{1A108780-16A3-C82E-7602-664D2DF36C3B}"/>
          </ac:grpSpMkLst>
        </pc:grpChg>
        <pc:picChg chg="del">
          <ac:chgData name="Mobasher, Ghadeer (Lehre SRH Hochschule Heidelberg)" userId="056b872e-5b37-4b43-9e51-028485f38874" providerId="ADAL" clId="{D8EFBD6C-8FE6-4C25-A331-21F9F0AD5358}" dt="2026-05-15T06:42:45.499" v="4453" actId="478"/>
          <ac:picMkLst>
            <pc:docMk/>
            <pc:sldMk cId="497506928" sldId="4422"/>
            <ac:picMk id="5" creationId="{2BF68711-4AFB-BD97-97AD-E4578A2B19D6}"/>
          </ac:picMkLst>
        </pc:picChg>
        <pc:picChg chg="del">
          <ac:chgData name="Mobasher, Ghadeer (Lehre SRH Hochschule Heidelberg)" userId="056b872e-5b37-4b43-9e51-028485f38874" providerId="ADAL" clId="{D8EFBD6C-8FE6-4C25-A331-21F9F0AD5358}" dt="2026-05-15T06:42:45.499" v="4453" actId="478"/>
          <ac:picMkLst>
            <pc:docMk/>
            <pc:sldMk cId="497506928" sldId="4422"/>
            <ac:picMk id="7" creationId="{88ABF807-D9B3-7DFD-7C05-37FC039C3542}"/>
          </ac:picMkLst>
        </pc:picChg>
      </pc:sldChg>
      <pc:sldChg chg="addSp delSp modSp add mod setBg">
        <pc:chgData name="Mobasher, Ghadeer (Lehre SRH Hochschule Heidelberg)" userId="056b872e-5b37-4b43-9e51-028485f38874" providerId="ADAL" clId="{D8EFBD6C-8FE6-4C25-A331-21F9F0AD5358}" dt="2026-05-15T06:46:16.053" v="4504" actId="478"/>
        <pc:sldMkLst>
          <pc:docMk/>
          <pc:sldMk cId="2779745573" sldId="4423"/>
        </pc:sldMkLst>
        <pc:spChg chg="add mod">
          <ac:chgData name="Mobasher, Ghadeer (Lehre SRH Hochschule Heidelberg)" userId="056b872e-5b37-4b43-9e51-028485f38874" providerId="ADAL" clId="{D8EFBD6C-8FE6-4C25-A331-21F9F0AD5358}" dt="2026-05-15T06:46:10.461" v="4461" actId="208"/>
          <ac:spMkLst>
            <pc:docMk/>
            <pc:sldMk cId="2779745573" sldId="4423"/>
            <ac:spMk id="3" creationId="{F0FE40B1-5371-F92E-FE50-38B3F0071CC7}"/>
          </ac:spMkLst>
        </pc:spChg>
        <pc:spChg chg="add mod">
          <ac:chgData name="Mobasher, Ghadeer (Lehre SRH Hochschule Heidelberg)" userId="056b872e-5b37-4b43-9e51-028485f38874" providerId="ADAL" clId="{D8EFBD6C-8FE6-4C25-A331-21F9F0AD5358}" dt="2026-05-15T06:46:10.491" v="4469"/>
          <ac:spMkLst>
            <pc:docMk/>
            <pc:sldMk cId="2779745573" sldId="4423"/>
            <ac:spMk id="4" creationId="{6E8F7FBB-7866-8722-63D5-D4CFF5880445}"/>
          </ac:spMkLst>
        </pc:spChg>
        <pc:spChg chg="add del mod">
          <ac:chgData name="Mobasher, Ghadeer (Lehre SRH Hochschule Heidelberg)" userId="056b872e-5b37-4b43-9e51-028485f38874" providerId="ADAL" clId="{D8EFBD6C-8FE6-4C25-A331-21F9F0AD5358}" dt="2026-05-15T06:46:13.572" v="4503" actId="478"/>
          <ac:spMkLst>
            <pc:docMk/>
            <pc:sldMk cId="2779745573" sldId="4423"/>
            <ac:spMk id="5" creationId="{89D55CC6-DF42-8CED-A44B-0C8B650BCD07}"/>
          </ac:spMkLst>
        </pc:spChg>
        <pc:spChg chg="add del mod">
          <ac:chgData name="Mobasher, Ghadeer (Lehre SRH Hochschule Heidelberg)" userId="056b872e-5b37-4b43-9e51-028485f38874" providerId="ADAL" clId="{D8EFBD6C-8FE6-4C25-A331-21F9F0AD5358}" dt="2026-05-15T06:46:16.053" v="4504" actId="478"/>
          <ac:spMkLst>
            <pc:docMk/>
            <pc:sldMk cId="2779745573" sldId="4423"/>
            <ac:spMk id="8" creationId="{F52099CE-566D-F69C-A258-C4264D02E0C1}"/>
          </ac:spMkLst>
        </pc:spChg>
        <pc:picChg chg="add mod">
          <ac:chgData name="Mobasher, Ghadeer (Lehre SRH Hochschule Heidelberg)" userId="056b872e-5b37-4b43-9e51-028485f38874" providerId="ADAL" clId="{D8EFBD6C-8FE6-4C25-A331-21F9F0AD5358}" dt="2026-05-15T06:46:10.566" v="4483"/>
          <ac:picMkLst>
            <pc:docMk/>
            <pc:sldMk cId="2779745573" sldId="4423"/>
            <ac:picMk id="7" creationId="{EF2C8FB5-2E39-3763-1042-6D213667D3E5}"/>
          </ac:picMkLst>
        </pc:picChg>
        <pc:picChg chg="add mod">
          <ac:chgData name="Mobasher, Ghadeer (Lehre SRH Hochschule Heidelberg)" userId="056b872e-5b37-4b43-9e51-028485f38874" providerId="ADAL" clId="{D8EFBD6C-8FE6-4C25-A331-21F9F0AD5358}" dt="2026-05-15T06:46:10.606" v="4500"/>
          <ac:picMkLst>
            <pc:docMk/>
            <pc:sldMk cId="2779745573" sldId="4423"/>
            <ac:picMk id="10" creationId="{9A9DF296-71C1-0704-640C-F82CE543F17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4FD14F-B70D-D5AF-1A88-433ED140F5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56C11C1-92FA-8958-CAB4-BB441FEFE9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C32C2A-29BB-4EB6-9CC7-2A78C55C3576}" type="datetimeFigureOut">
              <a:rPr lang="en-GB" smtClean="0"/>
              <a:t>15/05/2026</a:t>
            </a:fld>
            <a:endParaRPr lang="en-GB"/>
          </a:p>
        </p:txBody>
      </p:sp>
      <p:sp>
        <p:nvSpPr>
          <p:cNvPr id="4" name="Footer Placeholder 3">
            <a:extLst>
              <a:ext uri="{FF2B5EF4-FFF2-40B4-BE49-F238E27FC236}">
                <a16:creationId xmlns:a16="http://schemas.microsoft.com/office/drawing/2014/main" id="{F5CF5C5B-700C-0197-306F-E7CD103E7E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77EB53B-293B-0C05-3217-92B665E63B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4D9B89-B461-4A4E-BF5D-F0E90320A3CF}" type="slidenum">
              <a:rPr lang="en-GB" smtClean="0"/>
              <a:t>‹#›</a:t>
            </a:fld>
            <a:endParaRPr lang="en-GB"/>
          </a:p>
        </p:txBody>
      </p:sp>
    </p:spTree>
    <p:extLst>
      <p:ext uri="{BB962C8B-B14F-4D97-AF65-F5344CB8AC3E}">
        <p14:creationId xmlns:p14="http://schemas.microsoft.com/office/powerpoint/2010/main" val="1340146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RH Text" panose="020B050302020402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RH Text" panose="020B0503020204020204" pitchFamily="34" charset="0"/>
              </a:defRPr>
            </a:lvl1pPr>
          </a:lstStyle>
          <a:p>
            <a:fld id="{877A3E2A-35AE-479C-B172-30C9CAEEE094}" type="datetimeFigureOut">
              <a:rPr lang="de-DE" smtClean="0"/>
              <a:pPr/>
              <a:t>15.05.2026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RH Text" panose="020B050302020402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RH Text" panose="020B0503020204020204" pitchFamily="34" charset="0"/>
              </a:defRPr>
            </a:lvl1pPr>
          </a:lstStyle>
          <a:p>
            <a:fld id="{CF191045-FCBB-4EC9-AB5F-AA4CFDEA61CB}" type="slidenum">
              <a:rPr lang="de-DE" smtClean="0"/>
              <a:pPr/>
              <a:t>‹#›</a:t>
            </a:fld>
            <a:endParaRPr lang="de-DE" dirty="0"/>
          </a:p>
        </p:txBody>
      </p:sp>
    </p:spTree>
    <p:extLst>
      <p:ext uri="{BB962C8B-B14F-4D97-AF65-F5344CB8AC3E}">
        <p14:creationId xmlns:p14="http://schemas.microsoft.com/office/powerpoint/2010/main" val="3027728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RH Text" panose="020B0503020204020204" pitchFamily="34" charset="0"/>
        <a:ea typeface="+mn-ea"/>
        <a:cs typeface="+mn-cs"/>
      </a:defRPr>
    </a:lvl1pPr>
    <a:lvl2pPr marL="457200" algn="l" defTabSz="914400" rtl="0" eaLnBrk="1" latinLnBrk="0" hangingPunct="1">
      <a:defRPr sz="1200" kern="1200">
        <a:solidFill>
          <a:schemeClr val="tx1"/>
        </a:solidFill>
        <a:latin typeface="SRH Text" panose="020B0503020204020204" pitchFamily="34" charset="0"/>
        <a:ea typeface="+mn-ea"/>
        <a:cs typeface="+mn-cs"/>
      </a:defRPr>
    </a:lvl2pPr>
    <a:lvl3pPr marL="914400" algn="l" defTabSz="914400" rtl="0" eaLnBrk="1" latinLnBrk="0" hangingPunct="1">
      <a:defRPr sz="1200" kern="1200">
        <a:solidFill>
          <a:schemeClr val="tx1"/>
        </a:solidFill>
        <a:latin typeface="SRH Text" panose="020B0503020204020204" pitchFamily="34" charset="0"/>
        <a:ea typeface="+mn-ea"/>
        <a:cs typeface="+mn-cs"/>
      </a:defRPr>
    </a:lvl3pPr>
    <a:lvl4pPr marL="1371600" algn="l" defTabSz="914400" rtl="0" eaLnBrk="1" latinLnBrk="0" hangingPunct="1">
      <a:defRPr sz="1200" kern="1200">
        <a:solidFill>
          <a:schemeClr val="tx1"/>
        </a:solidFill>
        <a:latin typeface="SRH Text" panose="020B0503020204020204" pitchFamily="34" charset="0"/>
        <a:ea typeface="+mn-ea"/>
        <a:cs typeface="+mn-cs"/>
      </a:defRPr>
    </a:lvl4pPr>
    <a:lvl5pPr marL="1828800" algn="l" defTabSz="914400" rtl="0" eaLnBrk="1" latinLnBrk="0" hangingPunct="1">
      <a:defRPr sz="1200" kern="1200">
        <a:solidFill>
          <a:schemeClr val="tx1"/>
        </a:solidFill>
        <a:latin typeface="SRH Text" panose="020B05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F191045-FCBB-4EC9-AB5F-AA4CFDEA61CB}" type="slidenum">
              <a:rPr lang="de-DE" smtClean="0"/>
              <a:pPr/>
              <a:t>1</a:t>
            </a:fld>
            <a:endParaRPr lang="de-DE" dirty="0"/>
          </a:p>
        </p:txBody>
      </p:sp>
    </p:spTree>
    <p:extLst>
      <p:ext uri="{BB962C8B-B14F-4D97-AF65-F5344CB8AC3E}">
        <p14:creationId xmlns:p14="http://schemas.microsoft.com/office/powerpoint/2010/main" val="3510221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9C83-EFF9-AE75-5DF0-A233C3FDD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E337E-DEE5-B1C1-61EE-1F94DA49C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CE121-450C-DC3D-6B47-1F245A1A2E1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59E4B3-802F-253A-71C7-D9398F00E77B}"/>
              </a:ext>
            </a:extLst>
          </p:cNvPr>
          <p:cNvSpPr>
            <a:spLocks noGrp="1"/>
          </p:cNvSpPr>
          <p:nvPr>
            <p:ph type="sldNum" sz="quarter" idx="5"/>
          </p:nvPr>
        </p:nvSpPr>
        <p:spPr/>
        <p:txBody>
          <a:bodyPr/>
          <a:lstStyle/>
          <a:p>
            <a:fld id="{CF191045-FCBB-4EC9-AB5F-AA4CFDEA61CB}" type="slidenum">
              <a:rPr lang="de-DE" smtClean="0"/>
              <a:pPr/>
              <a:t>2</a:t>
            </a:fld>
            <a:endParaRPr lang="de-DE" dirty="0"/>
          </a:p>
        </p:txBody>
      </p:sp>
    </p:spTree>
    <p:extLst>
      <p:ext uri="{BB962C8B-B14F-4D97-AF65-F5344CB8AC3E}">
        <p14:creationId xmlns:p14="http://schemas.microsoft.com/office/powerpoint/2010/main" val="2748200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4</a:t>
            </a:fld>
            <a:endParaRPr lang="de-DE" dirty="0"/>
          </a:p>
        </p:txBody>
      </p:sp>
    </p:spTree>
    <p:extLst>
      <p:ext uri="{BB962C8B-B14F-4D97-AF65-F5344CB8AC3E}">
        <p14:creationId xmlns:p14="http://schemas.microsoft.com/office/powerpoint/2010/main" val="4172982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5</a:t>
            </a:fld>
            <a:endParaRPr lang="de-DE" dirty="0"/>
          </a:p>
        </p:txBody>
      </p:sp>
    </p:spTree>
    <p:extLst>
      <p:ext uri="{BB962C8B-B14F-4D97-AF65-F5344CB8AC3E}">
        <p14:creationId xmlns:p14="http://schemas.microsoft.com/office/powerpoint/2010/main" val="2095671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1C3B-2175-F5C1-935E-D181EC4AB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D9F32-064D-B6E2-85C9-F9089D0890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A54BF-35B2-16CB-EF25-298D909E1BD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3C8EEBA-16BF-7D08-E4AB-884EEDF416E9}"/>
              </a:ext>
            </a:extLst>
          </p:cNvPr>
          <p:cNvSpPr>
            <a:spLocks noGrp="1"/>
          </p:cNvSpPr>
          <p:nvPr>
            <p:ph type="sldNum" sz="quarter" idx="5"/>
          </p:nvPr>
        </p:nvSpPr>
        <p:spPr/>
        <p:txBody>
          <a:bodyPr/>
          <a:lstStyle/>
          <a:p>
            <a:fld id="{CF191045-FCBB-4EC9-AB5F-AA4CFDEA61CB}" type="slidenum">
              <a:rPr lang="de-DE" smtClean="0"/>
              <a:pPr/>
              <a:t>6</a:t>
            </a:fld>
            <a:endParaRPr lang="de-DE" dirty="0"/>
          </a:p>
        </p:txBody>
      </p:sp>
    </p:spTree>
    <p:extLst>
      <p:ext uri="{BB962C8B-B14F-4D97-AF65-F5344CB8AC3E}">
        <p14:creationId xmlns:p14="http://schemas.microsoft.com/office/powerpoint/2010/main" val="496479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47385-3AB9-4302-0198-4D3709215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DCAD7-1C0C-A6F3-A6EE-A1ECEFBFE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18BD9-FFDF-00E2-E9AD-E999A3FE795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3A4767-9B01-C945-F8AF-C335912BDD49}"/>
              </a:ext>
            </a:extLst>
          </p:cNvPr>
          <p:cNvSpPr>
            <a:spLocks noGrp="1"/>
          </p:cNvSpPr>
          <p:nvPr>
            <p:ph type="sldNum" sz="quarter" idx="5"/>
          </p:nvPr>
        </p:nvSpPr>
        <p:spPr/>
        <p:txBody>
          <a:bodyPr/>
          <a:lstStyle/>
          <a:p>
            <a:fld id="{CF191045-FCBB-4EC9-AB5F-AA4CFDEA61CB}" type="slidenum">
              <a:rPr lang="de-DE" smtClean="0"/>
              <a:pPr/>
              <a:t>7</a:t>
            </a:fld>
            <a:endParaRPr lang="de-DE" dirty="0"/>
          </a:p>
        </p:txBody>
      </p:sp>
    </p:spTree>
    <p:extLst>
      <p:ext uri="{BB962C8B-B14F-4D97-AF65-F5344CB8AC3E}">
        <p14:creationId xmlns:p14="http://schemas.microsoft.com/office/powerpoint/2010/main" val="3131903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AA88E-A80E-877A-FED8-CC267285F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5B835-DBC2-55B3-6628-AC12A77A4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51837-AF44-FB18-FC09-894210171AB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6BD06B0-CF76-0910-59B2-F4C0F9E012DA}"/>
              </a:ext>
            </a:extLst>
          </p:cNvPr>
          <p:cNvSpPr>
            <a:spLocks noGrp="1"/>
          </p:cNvSpPr>
          <p:nvPr>
            <p:ph type="sldNum" sz="quarter" idx="5"/>
          </p:nvPr>
        </p:nvSpPr>
        <p:spPr/>
        <p:txBody>
          <a:bodyPr/>
          <a:lstStyle/>
          <a:p>
            <a:fld id="{CF191045-FCBB-4EC9-AB5F-AA4CFDEA61CB}" type="slidenum">
              <a:rPr lang="de-DE" smtClean="0"/>
              <a:pPr/>
              <a:t>8</a:t>
            </a:fld>
            <a:endParaRPr lang="de-DE" dirty="0"/>
          </a:p>
        </p:txBody>
      </p:sp>
    </p:spTree>
    <p:extLst>
      <p:ext uri="{BB962C8B-B14F-4D97-AF65-F5344CB8AC3E}">
        <p14:creationId xmlns:p14="http://schemas.microsoft.com/office/powerpoint/2010/main" val="2969710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7EBD8-A756-6A47-93BE-ADAC15546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326C8-CF9D-E50B-C618-EB23E7FA7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0CA3A-0E74-B4E1-C5D7-B1CB1E994CC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E36F937-2AFF-D910-9BB8-6B85649771BF}"/>
              </a:ext>
            </a:extLst>
          </p:cNvPr>
          <p:cNvSpPr>
            <a:spLocks noGrp="1"/>
          </p:cNvSpPr>
          <p:nvPr>
            <p:ph type="sldNum" sz="quarter" idx="5"/>
          </p:nvPr>
        </p:nvSpPr>
        <p:spPr/>
        <p:txBody>
          <a:bodyPr/>
          <a:lstStyle/>
          <a:p>
            <a:fld id="{CF191045-FCBB-4EC9-AB5F-AA4CFDEA61CB}" type="slidenum">
              <a:rPr lang="de-DE" smtClean="0"/>
              <a:pPr/>
              <a:t>9</a:t>
            </a:fld>
            <a:endParaRPr lang="de-DE" dirty="0"/>
          </a:p>
        </p:txBody>
      </p:sp>
    </p:spTree>
    <p:extLst>
      <p:ext uri="{BB962C8B-B14F-4D97-AF65-F5344CB8AC3E}">
        <p14:creationId xmlns:p14="http://schemas.microsoft.com/office/powerpoint/2010/main" val="3041608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E373-95A7-0532-FE71-96F33ED25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700C1-05F0-D1A3-A7D1-434687F4E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C2A6E-7996-10D1-43C8-918B7BF5AD60}"/>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2B4CA94-BCF7-B1E9-BE70-AA05892037F3}"/>
              </a:ext>
            </a:extLst>
          </p:cNvPr>
          <p:cNvSpPr>
            <a:spLocks noGrp="1"/>
          </p:cNvSpPr>
          <p:nvPr>
            <p:ph type="sldNum" sz="quarter" idx="5"/>
          </p:nvPr>
        </p:nvSpPr>
        <p:spPr/>
        <p:txBody>
          <a:bodyPr/>
          <a:lstStyle/>
          <a:p>
            <a:fld id="{CF191045-FCBB-4EC9-AB5F-AA4CFDEA61CB}" type="slidenum">
              <a:rPr lang="de-DE" smtClean="0"/>
              <a:pPr/>
              <a:t>10</a:t>
            </a:fld>
            <a:endParaRPr lang="de-DE" dirty="0"/>
          </a:p>
        </p:txBody>
      </p:sp>
    </p:spTree>
    <p:extLst>
      <p:ext uri="{BB962C8B-B14F-4D97-AF65-F5344CB8AC3E}">
        <p14:creationId xmlns:p14="http://schemas.microsoft.com/office/powerpoint/2010/main" val="3674125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26B0B-F9FE-F7F0-A34F-0D808678C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69B6E-FB89-EB4C-B051-CA7AF2A74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2E0AA-25D8-54EB-01EC-793F23829FB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145C3C9-A9E9-DA79-D71D-93A2FD6E43C1}"/>
              </a:ext>
            </a:extLst>
          </p:cNvPr>
          <p:cNvSpPr>
            <a:spLocks noGrp="1"/>
          </p:cNvSpPr>
          <p:nvPr>
            <p:ph type="sldNum" sz="quarter" idx="5"/>
          </p:nvPr>
        </p:nvSpPr>
        <p:spPr/>
        <p:txBody>
          <a:bodyPr/>
          <a:lstStyle/>
          <a:p>
            <a:fld id="{CF191045-FCBB-4EC9-AB5F-AA4CFDEA61CB}" type="slidenum">
              <a:rPr lang="de-DE" smtClean="0"/>
              <a:pPr/>
              <a:t>11</a:t>
            </a:fld>
            <a:endParaRPr lang="de-DE" dirty="0"/>
          </a:p>
        </p:txBody>
      </p:sp>
    </p:spTree>
    <p:extLst>
      <p:ext uri="{BB962C8B-B14F-4D97-AF65-F5344CB8AC3E}">
        <p14:creationId xmlns:p14="http://schemas.microsoft.com/office/powerpoint/2010/main" val="1605980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3A6AC-A75B-C9E7-880C-89ED1E3E8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0D60C-E766-3DAE-461D-234D9EEAE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FBBC7-66B3-CED6-3E78-475366989F0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244CC52-B42D-E530-BB64-69FAC5808B62}"/>
              </a:ext>
            </a:extLst>
          </p:cNvPr>
          <p:cNvSpPr>
            <a:spLocks noGrp="1"/>
          </p:cNvSpPr>
          <p:nvPr>
            <p:ph type="sldNum" sz="quarter" idx="5"/>
          </p:nvPr>
        </p:nvSpPr>
        <p:spPr/>
        <p:txBody>
          <a:bodyPr/>
          <a:lstStyle/>
          <a:p>
            <a:fld id="{CF191045-FCBB-4EC9-AB5F-AA4CFDEA61CB}" type="slidenum">
              <a:rPr lang="de-DE" smtClean="0"/>
              <a:pPr/>
              <a:t>12</a:t>
            </a:fld>
            <a:endParaRPr lang="de-DE" dirty="0"/>
          </a:p>
        </p:txBody>
      </p:sp>
    </p:spTree>
    <p:extLst>
      <p:ext uri="{BB962C8B-B14F-4D97-AF65-F5344CB8AC3E}">
        <p14:creationId xmlns:p14="http://schemas.microsoft.com/office/powerpoint/2010/main" val="1415661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B6BF0-CFAC-2EFB-40D6-27997397F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D78D5-C3E2-2949-58C3-123A6FC84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CF1F2-7167-44EC-7255-7B969745888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858D927-73EB-8B38-E992-CFA603C2D344}"/>
              </a:ext>
            </a:extLst>
          </p:cNvPr>
          <p:cNvSpPr>
            <a:spLocks noGrp="1"/>
          </p:cNvSpPr>
          <p:nvPr>
            <p:ph type="sldNum" sz="quarter" idx="5"/>
          </p:nvPr>
        </p:nvSpPr>
        <p:spPr/>
        <p:txBody>
          <a:bodyPr/>
          <a:lstStyle/>
          <a:p>
            <a:fld id="{CF191045-FCBB-4EC9-AB5F-AA4CFDEA61CB}" type="slidenum">
              <a:rPr lang="de-DE" smtClean="0"/>
              <a:pPr/>
              <a:t>13</a:t>
            </a:fld>
            <a:endParaRPr lang="de-DE" dirty="0"/>
          </a:p>
        </p:txBody>
      </p:sp>
    </p:spTree>
    <p:extLst>
      <p:ext uri="{BB962C8B-B14F-4D97-AF65-F5344CB8AC3E}">
        <p14:creationId xmlns:p14="http://schemas.microsoft.com/office/powerpoint/2010/main" val="69043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5275-751E-6E82-1840-1A6789898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7C9F4-3877-29BD-9E8E-F7E0DD2A8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CF59F-6274-A50E-3A80-D9891C5268B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44B58A-44AC-239F-725B-3CB180433093}"/>
              </a:ext>
            </a:extLst>
          </p:cNvPr>
          <p:cNvSpPr>
            <a:spLocks noGrp="1"/>
          </p:cNvSpPr>
          <p:nvPr>
            <p:ph type="sldNum" sz="quarter" idx="5"/>
          </p:nvPr>
        </p:nvSpPr>
        <p:spPr/>
        <p:txBody>
          <a:bodyPr/>
          <a:lstStyle/>
          <a:p>
            <a:fld id="{CF191045-FCBB-4EC9-AB5F-AA4CFDEA61CB}" type="slidenum">
              <a:rPr lang="de-DE" smtClean="0"/>
              <a:pPr/>
              <a:t>14</a:t>
            </a:fld>
            <a:endParaRPr lang="de-DE" dirty="0"/>
          </a:p>
        </p:txBody>
      </p:sp>
    </p:spTree>
    <p:extLst>
      <p:ext uri="{BB962C8B-B14F-4D97-AF65-F5344CB8AC3E}">
        <p14:creationId xmlns:p14="http://schemas.microsoft.com/office/powerpoint/2010/main" val="3304064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21EA-3085-76A1-50EB-36AC6C605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85FC6-B35D-D347-C150-0E46A86A2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0C0C6-9B8C-F78B-168A-B316EE24F7A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6294561-E658-FB8B-8EB6-35F2B5F21108}"/>
              </a:ext>
            </a:extLst>
          </p:cNvPr>
          <p:cNvSpPr>
            <a:spLocks noGrp="1"/>
          </p:cNvSpPr>
          <p:nvPr>
            <p:ph type="sldNum" sz="quarter" idx="5"/>
          </p:nvPr>
        </p:nvSpPr>
        <p:spPr/>
        <p:txBody>
          <a:bodyPr/>
          <a:lstStyle/>
          <a:p>
            <a:fld id="{CF191045-FCBB-4EC9-AB5F-AA4CFDEA61CB}" type="slidenum">
              <a:rPr lang="de-DE" smtClean="0"/>
              <a:pPr/>
              <a:t>15</a:t>
            </a:fld>
            <a:endParaRPr lang="de-DE" dirty="0"/>
          </a:p>
        </p:txBody>
      </p:sp>
    </p:spTree>
    <p:extLst>
      <p:ext uri="{BB962C8B-B14F-4D97-AF65-F5344CB8AC3E}">
        <p14:creationId xmlns:p14="http://schemas.microsoft.com/office/powerpoint/2010/main" val="726511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16</a:t>
            </a:fld>
            <a:endParaRPr lang="de-DE" dirty="0"/>
          </a:p>
        </p:txBody>
      </p:sp>
    </p:spTree>
    <p:extLst>
      <p:ext uri="{BB962C8B-B14F-4D97-AF65-F5344CB8AC3E}">
        <p14:creationId xmlns:p14="http://schemas.microsoft.com/office/powerpoint/2010/main" val="3651813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17</a:t>
            </a:fld>
            <a:endParaRPr lang="de-DE" dirty="0"/>
          </a:p>
        </p:txBody>
      </p:sp>
    </p:spTree>
    <p:extLst>
      <p:ext uri="{BB962C8B-B14F-4D97-AF65-F5344CB8AC3E}">
        <p14:creationId xmlns:p14="http://schemas.microsoft.com/office/powerpoint/2010/main" val="1740198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18</a:t>
            </a:fld>
            <a:endParaRPr lang="de-DE" dirty="0"/>
          </a:p>
        </p:txBody>
      </p:sp>
    </p:spTree>
    <p:extLst>
      <p:ext uri="{BB962C8B-B14F-4D97-AF65-F5344CB8AC3E}">
        <p14:creationId xmlns:p14="http://schemas.microsoft.com/office/powerpoint/2010/main" val="1625704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19</a:t>
            </a:fld>
            <a:endParaRPr lang="de-DE" dirty="0"/>
          </a:p>
        </p:txBody>
      </p:sp>
    </p:spTree>
    <p:extLst>
      <p:ext uri="{BB962C8B-B14F-4D97-AF65-F5344CB8AC3E}">
        <p14:creationId xmlns:p14="http://schemas.microsoft.com/office/powerpoint/2010/main" val="1298621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20</a:t>
            </a:fld>
            <a:endParaRPr lang="de-DE" dirty="0"/>
          </a:p>
        </p:txBody>
      </p:sp>
    </p:spTree>
    <p:extLst>
      <p:ext uri="{BB962C8B-B14F-4D97-AF65-F5344CB8AC3E}">
        <p14:creationId xmlns:p14="http://schemas.microsoft.com/office/powerpoint/2010/main" val="473062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
    <p:bg>
      <p:bgPr>
        <a:solidFill>
          <a:schemeClr val="bg1"/>
        </a:solidFill>
        <a:effectLst/>
      </p:bgPr>
    </p:bg>
    <p:spTree>
      <p:nvGrpSpPr>
        <p:cNvPr id="1" name=""/>
        <p:cNvGrpSpPr/>
        <p:nvPr/>
      </p:nvGrpSpPr>
      <p:grpSpPr>
        <a:xfrm>
          <a:off x="0" y="0"/>
          <a:ext cx="0" cy="0"/>
          <a:chOff x="0" y="0"/>
          <a:chExt cx="0" cy="0"/>
        </a:xfrm>
      </p:grpSpPr>
      <p:sp>
        <p:nvSpPr>
          <p:cNvPr id="68" name="Bildplatzhalter 67">
            <a:extLst>
              <a:ext uri="{FF2B5EF4-FFF2-40B4-BE49-F238E27FC236}">
                <a16:creationId xmlns:a16="http://schemas.microsoft.com/office/drawing/2014/main" id="{C0838F9B-9AC4-4B9F-B75C-3598A1CE3405}"/>
              </a:ext>
            </a:extLst>
          </p:cNvPr>
          <p:cNvSpPr>
            <a:spLocks noGrp="1"/>
          </p:cNvSpPr>
          <p:nvPr>
            <p:ph type="pic" sz="quarter" idx="21"/>
          </p:nvPr>
        </p:nvSpPr>
        <p:spPr>
          <a:xfrm>
            <a:off x="0" y="0"/>
            <a:ext cx="12192000" cy="6858000"/>
          </a:xfrm>
          <a:solidFill>
            <a:schemeClr val="accent1">
              <a:lumMod val="20000"/>
              <a:lumOff val="80000"/>
            </a:schemeClr>
          </a:solidFill>
        </p:spPr>
        <p:txBody>
          <a:bodyPr/>
          <a:lstStyle>
            <a:lvl1pPr marL="0" indent="0">
              <a:buNone/>
              <a:defRPr/>
            </a:lvl1pPr>
          </a:lstStyle>
          <a:p>
            <a:endParaRPr lang="de-DE"/>
          </a:p>
        </p:txBody>
      </p:sp>
      <p:sp>
        <p:nvSpPr>
          <p:cNvPr id="3" name="Untertitel 2">
            <a:extLst>
              <a:ext uri="{FF2B5EF4-FFF2-40B4-BE49-F238E27FC236}">
                <a16:creationId xmlns:a16="http://schemas.microsoft.com/office/drawing/2014/main" id="{F888B086-C83B-42E9-9F00-760DD2680177}"/>
              </a:ext>
            </a:extLst>
          </p:cNvPr>
          <p:cNvSpPr>
            <a:spLocks noGrp="1"/>
          </p:cNvSpPr>
          <p:nvPr>
            <p:ph type="subTitle" idx="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a:extLst>
              <a:ext uri="{FF2B5EF4-FFF2-40B4-BE49-F238E27FC236}">
                <a16:creationId xmlns:a16="http://schemas.microsoft.com/office/drawing/2014/main" id="{F153482C-77B3-40C5-ADC7-6EF2A1FA5AD3}"/>
              </a:ext>
            </a:extLst>
          </p:cNvPr>
          <p:cNvSpPr>
            <a:spLocks noGrp="1"/>
          </p:cNvSpPr>
          <p:nvPr>
            <p:ph type="ctrTitle"/>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4" name="Textplatzhalter 5">
            <a:extLst>
              <a:ext uri="{FF2B5EF4-FFF2-40B4-BE49-F238E27FC236}">
                <a16:creationId xmlns:a16="http://schemas.microsoft.com/office/drawing/2014/main" id="{ED1BC13A-F8DC-4F93-5A36-98888E2F070B}"/>
              </a:ext>
            </a:extLst>
          </p:cNvPr>
          <p:cNvSpPr>
            <a:spLocks noGrp="1"/>
          </p:cNvSpPr>
          <p:nvPr>
            <p:ph type="body" sz="quarter" idx="10"/>
          </p:nvPr>
        </p:nvSpPr>
        <p:spPr>
          <a:xfrm>
            <a:off x="9410400" y="622144"/>
            <a:ext cx="2228400" cy="553513"/>
          </a:xfrm>
        </p:spPr>
        <p:txBody>
          <a:bodyPr/>
          <a:lstStyle>
            <a:lvl1pPr marL="0" indent="0">
              <a:lnSpc>
                <a:spcPct val="94000"/>
              </a:lnSpc>
              <a:spcBef>
                <a:spcPts val="0"/>
              </a:spcBef>
              <a:spcAft>
                <a:spcPts val="0"/>
              </a:spcAft>
              <a:buNone/>
              <a:defRPr sz="1550" b="1">
                <a:solidFill>
                  <a:schemeClr val="bg1"/>
                </a:solidFill>
              </a:defRPr>
            </a:lvl1pPr>
            <a:lvl2pPr marL="0" indent="0">
              <a:lnSpc>
                <a:spcPct val="94000"/>
              </a:lnSpc>
              <a:spcBef>
                <a:spcPts val="0"/>
              </a:spcBef>
              <a:spcAft>
                <a:spcPts val="0"/>
              </a:spcAft>
              <a:buFont typeface="Arial" panose="020B0604020202020204" pitchFamily="34" charset="0"/>
              <a:buNone/>
              <a:defRPr sz="1550" b="1">
                <a:solidFill>
                  <a:schemeClr val="bg1"/>
                </a:solidFill>
              </a:defRPr>
            </a:lvl2pPr>
            <a:lvl3pPr marL="0" indent="0">
              <a:lnSpc>
                <a:spcPct val="94000"/>
              </a:lnSpc>
              <a:spcBef>
                <a:spcPts val="0"/>
              </a:spcBef>
              <a:spcAft>
                <a:spcPts val="0"/>
              </a:spcAft>
              <a:buFont typeface="Arial" panose="020B0604020202020204" pitchFamily="34" charset="0"/>
              <a:buNone/>
              <a:defRPr sz="1550" b="1">
                <a:solidFill>
                  <a:schemeClr val="bg1"/>
                </a:solidFill>
              </a:defRPr>
            </a:lvl3pPr>
            <a:lvl4pPr marL="0" indent="0">
              <a:lnSpc>
                <a:spcPct val="94000"/>
              </a:lnSpc>
              <a:spcBef>
                <a:spcPts val="0"/>
              </a:spcBef>
              <a:spcAft>
                <a:spcPts val="0"/>
              </a:spcAft>
              <a:buNone/>
              <a:defRPr sz="1550" b="1">
                <a:solidFill>
                  <a:schemeClr val="bg1"/>
                </a:solidFill>
              </a:defRPr>
            </a:lvl4pPr>
            <a:lvl5pPr marL="0" indent="0">
              <a:lnSpc>
                <a:spcPct val="94000"/>
              </a:lnSpc>
              <a:spcBef>
                <a:spcPts val="0"/>
              </a:spcBef>
              <a:spcAft>
                <a:spcPts val="0"/>
              </a:spcAft>
              <a:buNone/>
              <a:defRPr sz="1550" b="1">
                <a:solidFill>
                  <a:schemeClr val="bg1"/>
                </a:solidFill>
              </a:defRPr>
            </a:lvl5pPr>
            <a:lvl6pPr marL="0" indent="0">
              <a:lnSpc>
                <a:spcPct val="94000"/>
              </a:lnSpc>
              <a:spcBef>
                <a:spcPts val="0"/>
              </a:spcBef>
              <a:spcAft>
                <a:spcPts val="0"/>
              </a:spcAft>
              <a:buNone/>
              <a:defRPr sz="1550">
                <a:solidFill>
                  <a:schemeClr val="bg1"/>
                </a:solidFill>
              </a:defRPr>
            </a:lvl6pPr>
            <a:lvl7pPr marL="0" indent="0">
              <a:lnSpc>
                <a:spcPct val="94000"/>
              </a:lnSpc>
              <a:spcBef>
                <a:spcPts val="0"/>
              </a:spcBef>
              <a:spcAft>
                <a:spcPts val="0"/>
              </a:spcAft>
              <a:buNone/>
              <a:defRPr sz="1550">
                <a:solidFill>
                  <a:schemeClr val="bg1"/>
                </a:solidFill>
                <a:latin typeface="+mn-lt"/>
              </a:defRPr>
            </a:lvl7pPr>
            <a:lvl8pPr marL="0" indent="0">
              <a:lnSpc>
                <a:spcPct val="94000"/>
              </a:lnSpc>
              <a:spcBef>
                <a:spcPts val="0"/>
              </a:spcBef>
              <a:spcAft>
                <a:spcPts val="0"/>
              </a:spcAft>
              <a:buNone/>
              <a:defRPr sz="1550">
                <a:solidFill>
                  <a:schemeClr val="bg1"/>
                </a:solidFill>
                <a:latin typeface="+mn-lt"/>
              </a:defRPr>
            </a:lvl8pPr>
            <a:lvl9pPr marL="0" indent="0">
              <a:lnSpc>
                <a:spcPct val="94000"/>
              </a:lnSpc>
              <a:spcBef>
                <a:spcPts val="0"/>
              </a:spcBef>
              <a:spcAft>
                <a:spcPts val="0"/>
              </a:spcAft>
              <a:buNone/>
              <a:defRPr sz="1550" b="1">
                <a:solidFill>
                  <a:schemeClr val="bg1"/>
                </a:solidFill>
              </a:defRPr>
            </a:lvl9pPr>
          </a:lstStyle>
          <a:p>
            <a:pPr lvl="0"/>
            <a:r>
              <a:rPr lang="de-DE"/>
              <a:t>Mastertextformat bearbeiten</a:t>
            </a:r>
          </a:p>
        </p:txBody>
      </p:sp>
    </p:spTree>
    <p:extLst>
      <p:ext uri="{BB962C8B-B14F-4D97-AF65-F5344CB8AC3E}">
        <p14:creationId xmlns:p14="http://schemas.microsoft.com/office/powerpoint/2010/main" val="270933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a:extLst>
              <a:ext uri="{FF2B5EF4-FFF2-40B4-BE49-F238E27FC236}">
                <a16:creationId xmlns:a16="http://schemas.microsoft.com/office/drawing/2014/main" id="{C0838F9B-9AC4-4B9F-B75C-3598A1CE3405}"/>
              </a:ext>
            </a:extLst>
          </p:cNvPr>
          <p:cNvSpPr>
            <a:spLocks noGrp="1"/>
          </p:cNvSpPr>
          <p:nvPr>
            <p:ph type="pic" sz="quarter" idx="21"/>
          </p:nvPr>
        </p:nvSpPr>
        <p:spPr>
          <a:xfrm>
            <a:off x="0" y="0"/>
            <a:ext cx="12192000" cy="6858000"/>
          </a:xfrm>
          <a:solidFill>
            <a:schemeClr val="accent1">
              <a:lumMod val="20000"/>
              <a:lumOff val="80000"/>
            </a:schemeClr>
          </a:solidFill>
        </p:spPr>
        <p:txBody>
          <a:bodyPr/>
          <a:lstStyle>
            <a:lvl1pPr marL="0" indent="0">
              <a:buNone/>
              <a:defRPr/>
            </a:lvl1pPr>
          </a:lstStyle>
          <a:p>
            <a:endParaRPr lang="de-DE"/>
          </a:p>
        </p:txBody>
      </p:sp>
      <p:sp>
        <p:nvSpPr>
          <p:cNvPr id="3" name="Untertitel 2">
            <a:extLst>
              <a:ext uri="{FF2B5EF4-FFF2-40B4-BE49-F238E27FC236}">
                <a16:creationId xmlns:a16="http://schemas.microsoft.com/office/drawing/2014/main" id="{F888B086-C83B-42E9-9F00-760DD2680177}"/>
              </a:ext>
            </a:extLst>
          </p:cNvPr>
          <p:cNvSpPr>
            <a:spLocks noGrp="1"/>
          </p:cNvSpPr>
          <p:nvPr>
            <p:ph type="subTitle" idx="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a:extLst>
              <a:ext uri="{FF2B5EF4-FFF2-40B4-BE49-F238E27FC236}">
                <a16:creationId xmlns:a16="http://schemas.microsoft.com/office/drawing/2014/main" id="{F153482C-77B3-40C5-ADC7-6EF2A1FA5AD3}"/>
              </a:ext>
            </a:extLst>
          </p:cNvPr>
          <p:cNvSpPr>
            <a:spLocks noGrp="1"/>
          </p:cNvSpPr>
          <p:nvPr>
            <p:ph type="ctrTitle"/>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a:extLst>
              <a:ext uri="{FF2B5EF4-FFF2-40B4-BE49-F238E27FC236}">
                <a16:creationId xmlns:a16="http://schemas.microsoft.com/office/drawing/2014/main" id="{D8668922-7D09-4DBB-8A0A-0493EE73B4D2}"/>
              </a:ext>
            </a:extLst>
          </p:cNvPr>
          <p:cNvSpPr>
            <a:spLocks noGrp="1"/>
          </p:cNvSpPr>
          <p:nvPr>
            <p:ph type="body" sz="quarter" idx="10"/>
          </p:nvPr>
        </p:nvSpPr>
        <p:spPr>
          <a:xfrm>
            <a:off x="9410400" y="622144"/>
            <a:ext cx="2228400" cy="553513"/>
          </a:xfrm>
        </p:spPr>
        <p:txBody>
          <a:bodyPr/>
          <a:lstStyle>
            <a:lvl1pPr marL="0" indent="0">
              <a:lnSpc>
                <a:spcPct val="94000"/>
              </a:lnSpc>
              <a:spcBef>
                <a:spcPts val="0"/>
              </a:spcBef>
              <a:spcAft>
                <a:spcPts val="0"/>
              </a:spcAft>
              <a:buNone/>
              <a:defRPr sz="1550" b="1">
                <a:solidFill>
                  <a:schemeClr val="bg1"/>
                </a:solidFill>
              </a:defRPr>
            </a:lvl1pPr>
            <a:lvl2pPr marL="0" indent="0">
              <a:lnSpc>
                <a:spcPct val="94000"/>
              </a:lnSpc>
              <a:spcBef>
                <a:spcPts val="0"/>
              </a:spcBef>
              <a:spcAft>
                <a:spcPts val="0"/>
              </a:spcAft>
              <a:buFont typeface="Arial" panose="020B0604020202020204" pitchFamily="34" charset="0"/>
              <a:buNone/>
              <a:defRPr sz="1550" b="1">
                <a:solidFill>
                  <a:schemeClr val="bg1"/>
                </a:solidFill>
              </a:defRPr>
            </a:lvl2pPr>
            <a:lvl3pPr marL="0" indent="0">
              <a:lnSpc>
                <a:spcPct val="94000"/>
              </a:lnSpc>
              <a:spcBef>
                <a:spcPts val="0"/>
              </a:spcBef>
              <a:spcAft>
                <a:spcPts val="0"/>
              </a:spcAft>
              <a:buFont typeface="Arial" panose="020B0604020202020204" pitchFamily="34" charset="0"/>
              <a:buNone/>
              <a:defRPr sz="1550" b="1">
                <a:solidFill>
                  <a:schemeClr val="bg1"/>
                </a:solidFill>
              </a:defRPr>
            </a:lvl3pPr>
            <a:lvl4pPr marL="0" indent="0">
              <a:lnSpc>
                <a:spcPct val="94000"/>
              </a:lnSpc>
              <a:spcBef>
                <a:spcPts val="0"/>
              </a:spcBef>
              <a:spcAft>
                <a:spcPts val="0"/>
              </a:spcAft>
              <a:buNone/>
              <a:defRPr sz="1550" b="1">
                <a:solidFill>
                  <a:schemeClr val="bg1"/>
                </a:solidFill>
              </a:defRPr>
            </a:lvl4pPr>
            <a:lvl5pPr marL="0" indent="0">
              <a:lnSpc>
                <a:spcPct val="94000"/>
              </a:lnSpc>
              <a:spcBef>
                <a:spcPts val="0"/>
              </a:spcBef>
              <a:spcAft>
                <a:spcPts val="0"/>
              </a:spcAft>
              <a:buNone/>
              <a:defRPr sz="1550" b="1">
                <a:solidFill>
                  <a:schemeClr val="bg1"/>
                </a:solidFill>
              </a:defRPr>
            </a:lvl5pPr>
            <a:lvl6pPr marL="0" indent="0">
              <a:lnSpc>
                <a:spcPct val="94000"/>
              </a:lnSpc>
              <a:spcBef>
                <a:spcPts val="0"/>
              </a:spcBef>
              <a:spcAft>
                <a:spcPts val="0"/>
              </a:spcAft>
              <a:buNone/>
              <a:defRPr sz="1550">
                <a:solidFill>
                  <a:schemeClr val="bg1"/>
                </a:solidFill>
              </a:defRPr>
            </a:lvl6pPr>
            <a:lvl7pPr marL="0" indent="0">
              <a:lnSpc>
                <a:spcPct val="94000"/>
              </a:lnSpc>
              <a:spcBef>
                <a:spcPts val="0"/>
              </a:spcBef>
              <a:spcAft>
                <a:spcPts val="0"/>
              </a:spcAft>
              <a:buNone/>
              <a:defRPr sz="1550">
                <a:solidFill>
                  <a:schemeClr val="bg1"/>
                </a:solidFill>
                <a:latin typeface="+mn-lt"/>
              </a:defRPr>
            </a:lvl7pPr>
            <a:lvl8pPr marL="0" indent="0">
              <a:lnSpc>
                <a:spcPct val="94000"/>
              </a:lnSpc>
              <a:spcBef>
                <a:spcPts val="0"/>
              </a:spcBef>
              <a:spcAft>
                <a:spcPts val="0"/>
              </a:spcAft>
              <a:buNone/>
              <a:defRPr sz="1550">
                <a:solidFill>
                  <a:schemeClr val="bg1"/>
                </a:solidFill>
                <a:latin typeface="+mn-lt"/>
              </a:defRPr>
            </a:lvl8pPr>
            <a:lvl9pPr marL="0" indent="0">
              <a:lnSpc>
                <a:spcPct val="94000"/>
              </a:lnSpc>
              <a:spcBef>
                <a:spcPts val="0"/>
              </a:spcBef>
              <a:spcAft>
                <a:spcPts val="0"/>
              </a:spcAft>
              <a:buNone/>
              <a:defRPr sz="1550" b="1">
                <a:solidFill>
                  <a:schemeClr val="bg1"/>
                </a:solidFill>
              </a:defRPr>
            </a:lvl9pPr>
          </a:lstStyle>
          <a:p>
            <a:pPr lvl="0"/>
            <a:r>
              <a:rPr lang="de-DE"/>
              <a:t>Mastertextformat bearbeiten</a:t>
            </a:r>
          </a:p>
        </p:txBody>
      </p:sp>
      <p:sp>
        <p:nvSpPr>
          <p:cNvPr id="8" name="srh Logo">
            <a:extLst>
              <a:ext uri="{FF2B5EF4-FFF2-40B4-BE49-F238E27FC236}">
                <a16:creationId xmlns:a16="http://schemas.microsoft.com/office/drawing/2014/main" id="{E2C8FFD0-489D-45A2-BC98-F4AC2B86D4D2}"/>
              </a:ext>
            </a:extLst>
          </p:cNvPr>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extLst>
      <p:ext uri="{BB962C8B-B14F-4D97-AF65-F5344CB8AC3E}">
        <p14:creationId xmlns:p14="http://schemas.microsoft.com/office/powerpoint/2010/main" val="2120683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24" name="Thema 1">
            <a:extLst>
              <a:ext uri="{FF2B5EF4-FFF2-40B4-BE49-F238E27FC236}">
                <a16:creationId xmlns:a16="http://schemas.microsoft.com/office/drawing/2014/main" id="{E0EF4533-96BB-8B62-CBCC-9ED61CC2892D}"/>
              </a:ext>
            </a:extLst>
          </p:cNvPr>
          <p:cNvSpPr>
            <a:spLocks noGrp="1"/>
          </p:cNvSpPr>
          <p:nvPr>
            <p:ph type="body" sz="quarter" idx="51" hasCustomPrompt="1"/>
          </p:nvPr>
        </p:nvSpPr>
        <p:spPr>
          <a:xfrm>
            <a:off x="6773463" y="4854251"/>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5" name="Zahl Thema 1">
            <a:extLst>
              <a:ext uri="{FF2B5EF4-FFF2-40B4-BE49-F238E27FC236}">
                <a16:creationId xmlns:a16="http://schemas.microsoft.com/office/drawing/2014/main" id="{417EAB38-43FF-1504-A030-6F3E61D1B8D8}"/>
              </a:ext>
            </a:extLst>
          </p:cNvPr>
          <p:cNvSpPr>
            <a:spLocks noGrp="1"/>
          </p:cNvSpPr>
          <p:nvPr>
            <p:ph type="body" sz="quarter" idx="42" hasCustomPrompt="1"/>
          </p:nvPr>
        </p:nvSpPr>
        <p:spPr>
          <a:xfrm>
            <a:off x="6276000" y="4854251"/>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3" name="Thema 1">
            <a:extLst>
              <a:ext uri="{FF2B5EF4-FFF2-40B4-BE49-F238E27FC236}">
                <a16:creationId xmlns:a16="http://schemas.microsoft.com/office/drawing/2014/main" id="{1A37B297-321D-8AE7-2F02-3D95027BE297}"/>
              </a:ext>
            </a:extLst>
          </p:cNvPr>
          <p:cNvSpPr>
            <a:spLocks noGrp="1"/>
          </p:cNvSpPr>
          <p:nvPr>
            <p:ph type="body" sz="quarter" idx="50" hasCustomPrompt="1"/>
          </p:nvPr>
        </p:nvSpPr>
        <p:spPr>
          <a:xfrm>
            <a:off x="6773465" y="4072689"/>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4" name="Zahl Thema 1">
            <a:extLst>
              <a:ext uri="{FF2B5EF4-FFF2-40B4-BE49-F238E27FC236}">
                <a16:creationId xmlns:a16="http://schemas.microsoft.com/office/drawing/2014/main" id="{E52E2AE4-CBDE-4AE7-3530-D1D265270C51}"/>
              </a:ext>
            </a:extLst>
          </p:cNvPr>
          <p:cNvSpPr>
            <a:spLocks noGrp="1"/>
          </p:cNvSpPr>
          <p:nvPr>
            <p:ph type="body" sz="quarter" idx="41" hasCustomPrompt="1"/>
          </p:nvPr>
        </p:nvSpPr>
        <p:spPr>
          <a:xfrm>
            <a:off x="6276000" y="4072689"/>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2" name="Thema 1">
            <a:extLst>
              <a:ext uri="{FF2B5EF4-FFF2-40B4-BE49-F238E27FC236}">
                <a16:creationId xmlns:a16="http://schemas.microsoft.com/office/drawing/2014/main" id="{BBC39FEE-F2AC-F800-A5A4-1D102C0399B0}"/>
              </a:ext>
            </a:extLst>
          </p:cNvPr>
          <p:cNvSpPr>
            <a:spLocks noGrp="1"/>
          </p:cNvSpPr>
          <p:nvPr>
            <p:ph type="body" sz="quarter" idx="49" hasCustomPrompt="1"/>
          </p:nvPr>
        </p:nvSpPr>
        <p:spPr>
          <a:xfrm>
            <a:off x="6773465" y="3291126"/>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3" name="Zahl Thema 1">
            <a:extLst>
              <a:ext uri="{FF2B5EF4-FFF2-40B4-BE49-F238E27FC236}">
                <a16:creationId xmlns:a16="http://schemas.microsoft.com/office/drawing/2014/main" id="{E4ABD6E5-5EF3-42A3-FCAD-69AE6FA9E536}"/>
              </a:ext>
            </a:extLst>
          </p:cNvPr>
          <p:cNvSpPr>
            <a:spLocks noGrp="1"/>
          </p:cNvSpPr>
          <p:nvPr>
            <p:ph type="body" sz="quarter" idx="40" hasCustomPrompt="1"/>
          </p:nvPr>
        </p:nvSpPr>
        <p:spPr>
          <a:xfrm>
            <a:off x="6276000" y="3291125"/>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1" name="Thema 1">
            <a:extLst>
              <a:ext uri="{FF2B5EF4-FFF2-40B4-BE49-F238E27FC236}">
                <a16:creationId xmlns:a16="http://schemas.microsoft.com/office/drawing/2014/main" id="{DED4AAE8-2649-8EBA-6B49-009E08A77C63}"/>
              </a:ext>
            </a:extLst>
          </p:cNvPr>
          <p:cNvSpPr>
            <a:spLocks noGrp="1"/>
          </p:cNvSpPr>
          <p:nvPr>
            <p:ph type="body" sz="quarter" idx="48" hasCustomPrompt="1"/>
          </p:nvPr>
        </p:nvSpPr>
        <p:spPr>
          <a:xfrm>
            <a:off x="6773465" y="2509563"/>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2" name="Zahl Thema 1">
            <a:extLst>
              <a:ext uri="{FF2B5EF4-FFF2-40B4-BE49-F238E27FC236}">
                <a16:creationId xmlns:a16="http://schemas.microsoft.com/office/drawing/2014/main" id="{81E0646A-4C7A-1F4A-3CD0-8C8A5B5C93F0}"/>
              </a:ext>
            </a:extLst>
          </p:cNvPr>
          <p:cNvSpPr>
            <a:spLocks noGrp="1"/>
          </p:cNvSpPr>
          <p:nvPr>
            <p:ph type="body" sz="quarter" idx="39" hasCustomPrompt="1"/>
          </p:nvPr>
        </p:nvSpPr>
        <p:spPr>
          <a:xfrm>
            <a:off x="6276000" y="2509563"/>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0" name="Thema 1">
            <a:extLst>
              <a:ext uri="{FF2B5EF4-FFF2-40B4-BE49-F238E27FC236}">
                <a16:creationId xmlns:a16="http://schemas.microsoft.com/office/drawing/2014/main" id="{654DC2AA-AF1C-462E-75CA-A7A1B5639F8D}"/>
              </a:ext>
            </a:extLst>
          </p:cNvPr>
          <p:cNvSpPr>
            <a:spLocks noGrp="1"/>
          </p:cNvSpPr>
          <p:nvPr>
            <p:ph type="body" sz="quarter" idx="47" hasCustomPrompt="1"/>
          </p:nvPr>
        </p:nvSpPr>
        <p:spPr>
          <a:xfrm>
            <a:off x="6773464" y="1728000"/>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1" name="Zahl Thema 1">
            <a:extLst>
              <a:ext uri="{FF2B5EF4-FFF2-40B4-BE49-F238E27FC236}">
                <a16:creationId xmlns:a16="http://schemas.microsoft.com/office/drawing/2014/main" id="{3EE8B63B-3115-A1BF-E6BC-7C3D2C269611}"/>
              </a:ext>
            </a:extLst>
          </p:cNvPr>
          <p:cNvSpPr>
            <a:spLocks noGrp="1"/>
          </p:cNvSpPr>
          <p:nvPr>
            <p:ph type="body" sz="quarter" idx="38" hasCustomPrompt="1"/>
          </p:nvPr>
        </p:nvSpPr>
        <p:spPr>
          <a:xfrm>
            <a:off x="6276000" y="1728000"/>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9" name="Thema 1">
            <a:extLst>
              <a:ext uri="{FF2B5EF4-FFF2-40B4-BE49-F238E27FC236}">
                <a16:creationId xmlns:a16="http://schemas.microsoft.com/office/drawing/2014/main" id="{60F31CC5-38C0-1D91-0890-082A693A67EB}"/>
              </a:ext>
            </a:extLst>
          </p:cNvPr>
          <p:cNvSpPr>
            <a:spLocks noGrp="1"/>
          </p:cNvSpPr>
          <p:nvPr>
            <p:ph type="body" sz="quarter" idx="46" hasCustomPrompt="1"/>
          </p:nvPr>
        </p:nvSpPr>
        <p:spPr>
          <a:xfrm>
            <a:off x="862642" y="4854251"/>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0" name="Zahl Thema 1">
            <a:extLst>
              <a:ext uri="{FF2B5EF4-FFF2-40B4-BE49-F238E27FC236}">
                <a16:creationId xmlns:a16="http://schemas.microsoft.com/office/drawing/2014/main" id="{73670FA5-0A72-C39B-31DD-960D04D8D94C}"/>
              </a:ext>
            </a:extLst>
          </p:cNvPr>
          <p:cNvSpPr>
            <a:spLocks noGrp="1"/>
          </p:cNvSpPr>
          <p:nvPr>
            <p:ph type="body" sz="quarter" idx="37" hasCustomPrompt="1"/>
          </p:nvPr>
        </p:nvSpPr>
        <p:spPr>
          <a:xfrm>
            <a:off x="359400" y="4854251"/>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8" name="Thema 1">
            <a:extLst>
              <a:ext uri="{FF2B5EF4-FFF2-40B4-BE49-F238E27FC236}">
                <a16:creationId xmlns:a16="http://schemas.microsoft.com/office/drawing/2014/main" id="{D23001DC-439B-F6A6-5F4F-B9BA15334968}"/>
              </a:ext>
            </a:extLst>
          </p:cNvPr>
          <p:cNvSpPr>
            <a:spLocks noGrp="1"/>
          </p:cNvSpPr>
          <p:nvPr>
            <p:ph type="body" sz="quarter" idx="45" hasCustomPrompt="1"/>
          </p:nvPr>
        </p:nvSpPr>
        <p:spPr>
          <a:xfrm>
            <a:off x="862642" y="4072689"/>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8" name="Zahl Thema 1">
            <a:extLst>
              <a:ext uri="{FF2B5EF4-FFF2-40B4-BE49-F238E27FC236}">
                <a16:creationId xmlns:a16="http://schemas.microsoft.com/office/drawing/2014/main" id="{904029B0-83F7-3EE9-EF6A-7A5BBFCA34A9}"/>
              </a:ext>
            </a:extLst>
          </p:cNvPr>
          <p:cNvSpPr>
            <a:spLocks noGrp="1"/>
          </p:cNvSpPr>
          <p:nvPr>
            <p:ph type="body" sz="quarter" idx="36" hasCustomPrompt="1"/>
          </p:nvPr>
        </p:nvSpPr>
        <p:spPr>
          <a:xfrm>
            <a:off x="359400" y="4072689"/>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7" name="Thema 1">
            <a:extLst>
              <a:ext uri="{FF2B5EF4-FFF2-40B4-BE49-F238E27FC236}">
                <a16:creationId xmlns:a16="http://schemas.microsoft.com/office/drawing/2014/main" id="{6CFFFF59-0383-2F7D-5A19-C21529AEE639}"/>
              </a:ext>
            </a:extLst>
          </p:cNvPr>
          <p:cNvSpPr>
            <a:spLocks noGrp="1"/>
          </p:cNvSpPr>
          <p:nvPr>
            <p:ph type="body" sz="quarter" idx="44" hasCustomPrompt="1"/>
          </p:nvPr>
        </p:nvSpPr>
        <p:spPr>
          <a:xfrm>
            <a:off x="862642" y="3291126"/>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7" name="Zahl Thema 1">
            <a:extLst>
              <a:ext uri="{FF2B5EF4-FFF2-40B4-BE49-F238E27FC236}">
                <a16:creationId xmlns:a16="http://schemas.microsoft.com/office/drawing/2014/main" id="{7AF88CBE-99FD-ECBA-E7E2-D0D5000EF295}"/>
              </a:ext>
            </a:extLst>
          </p:cNvPr>
          <p:cNvSpPr>
            <a:spLocks noGrp="1"/>
          </p:cNvSpPr>
          <p:nvPr>
            <p:ph type="body" sz="quarter" idx="35" hasCustomPrompt="1"/>
          </p:nvPr>
        </p:nvSpPr>
        <p:spPr>
          <a:xfrm>
            <a:off x="359400" y="3291126"/>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6" name="Thema 1">
            <a:extLst>
              <a:ext uri="{FF2B5EF4-FFF2-40B4-BE49-F238E27FC236}">
                <a16:creationId xmlns:a16="http://schemas.microsoft.com/office/drawing/2014/main" id="{10042594-2E0C-223F-20F4-629765AAF422}"/>
              </a:ext>
            </a:extLst>
          </p:cNvPr>
          <p:cNvSpPr>
            <a:spLocks noGrp="1"/>
          </p:cNvSpPr>
          <p:nvPr>
            <p:ph type="body" sz="quarter" idx="43" hasCustomPrompt="1"/>
          </p:nvPr>
        </p:nvSpPr>
        <p:spPr>
          <a:xfrm>
            <a:off x="862642" y="2509563"/>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3" name="Zahl Thema 1">
            <a:extLst>
              <a:ext uri="{FF2B5EF4-FFF2-40B4-BE49-F238E27FC236}">
                <a16:creationId xmlns:a16="http://schemas.microsoft.com/office/drawing/2014/main" id="{21289641-CFF9-EF51-ACBA-C1A6EEA6FF3D}"/>
              </a:ext>
            </a:extLst>
          </p:cNvPr>
          <p:cNvSpPr>
            <a:spLocks noGrp="1"/>
          </p:cNvSpPr>
          <p:nvPr>
            <p:ph type="body" sz="quarter" idx="34" hasCustomPrompt="1"/>
          </p:nvPr>
        </p:nvSpPr>
        <p:spPr>
          <a:xfrm>
            <a:off x="359400" y="2509563"/>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40" name="Thema 1">
            <a:extLst>
              <a:ext uri="{FF2B5EF4-FFF2-40B4-BE49-F238E27FC236}">
                <a16:creationId xmlns:a16="http://schemas.microsoft.com/office/drawing/2014/main" id="{41C038E3-A911-4FFC-8F4E-9A1653D7B45D}"/>
              </a:ext>
            </a:extLst>
          </p:cNvPr>
          <p:cNvSpPr>
            <a:spLocks noGrp="1"/>
          </p:cNvSpPr>
          <p:nvPr>
            <p:ph type="body" sz="quarter" idx="15" hasCustomPrompt="1"/>
          </p:nvPr>
        </p:nvSpPr>
        <p:spPr>
          <a:xfrm>
            <a:off x="862642" y="1728000"/>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9" name="Zahl Thema 1">
            <a:extLst>
              <a:ext uri="{FF2B5EF4-FFF2-40B4-BE49-F238E27FC236}">
                <a16:creationId xmlns:a16="http://schemas.microsoft.com/office/drawing/2014/main" id="{E2ADF3CF-F60D-4ECF-8E7F-2DD46C6380E6}"/>
              </a:ext>
            </a:extLst>
          </p:cNvPr>
          <p:cNvSpPr>
            <a:spLocks noGrp="1"/>
          </p:cNvSpPr>
          <p:nvPr>
            <p:ph type="body" sz="quarter" idx="13" hasCustomPrompt="1"/>
          </p:nvPr>
        </p:nvSpPr>
        <p:spPr>
          <a:xfrm>
            <a:off x="359400" y="1728000"/>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 name="Titel 1">
            <a:extLst>
              <a:ext uri="{FF2B5EF4-FFF2-40B4-BE49-F238E27FC236}">
                <a16:creationId xmlns:a16="http://schemas.microsoft.com/office/drawing/2014/main" id="{49591944-6061-4359-A642-BF8A239B2620}"/>
              </a:ext>
            </a:extLst>
          </p:cNvPr>
          <p:cNvSpPr>
            <a:spLocks noGrp="1"/>
          </p:cNvSpPr>
          <p:nvPr>
            <p:ph type="title" hasCustomPrompt="1"/>
          </p:nvPr>
        </p:nvSpPr>
        <p:spPr/>
        <p:txBody>
          <a:bodyPr/>
          <a:lstStyle>
            <a:lvl1pPr>
              <a:defRPr>
                <a:solidFill>
                  <a:schemeClr val="tx1"/>
                </a:solidFill>
              </a:defRPr>
            </a:lvl1pPr>
          </a:lstStyle>
          <a:p>
            <a:r>
              <a:rPr lang="de-DE"/>
              <a:t>Gliederung</a:t>
            </a:r>
          </a:p>
        </p:txBody>
      </p:sp>
    </p:spTree>
    <p:extLst>
      <p:ext uri="{BB962C8B-B14F-4D97-AF65-F5344CB8AC3E}">
        <p14:creationId xmlns:p14="http://schemas.microsoft.com/office/powerpoint/2010/main" val="162862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Gliederung">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40" name="Thema 1">
            <a:extLst>
              <a:ext uri="{FF2B5EF4-FFF2-40B4-BE49-F238E27FC236}">
                <a16:creationId xmlns:a16="http://schemas.microsoft.com/office/drawing/2014/main" id="{41C038E3-A911-4FFC-8F4E-9A1653D7B45D}"/>
              </a:ext>
            </a:extLst>
          </p:cNvPr>
          <p:cNvSpPr>
            <a:spLocks noGrp="1"/>
          </p:cNvSpPr>
          <p:nvPr>
            <p:ph type="body" sz="quarter" idx="15" hasCustomPrompt="1"/>
          </p:nvPr>
        </p:nvSpPr>
        <p:spPr>
          <a:xfrm>
            <a:off x="360000" y="1728000"/>
            <a:ext cx="11466823" cy="3826893"/>
          </a:xfrm>
        </p:spPr>
        <p:txBody>
          <a:bodyPr spcCol="360000"/>
          <a:lstStyle>
            <a:lvl1pPr marL="432000" indent="-432000">
              <a:lnSpc>
                <a:spcPct val="94000"/>
              </a:lnSpc>
              <a:spcBef>
                <a:spcPts val="2000"/>
              </a:spcBef>
              <a:spcAft>
                <a:spcPts val="0"/>
              </a:spcAft>
              <a:buClr>
                <a:schemeClr val="tx1"/>
              </a:buClr>
              <a:buFont typeface="+mj-lt"/>
              <a:buAutoNum type="arabicPeriod"/>
              <a:tabLst/>
              <a:defRPr sz="2000" b="0">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2000"/>
              </a:spcBef>
              <a:spcAft>
                <a:spcPts val="0"/>
              </a:spcAft>
              <a:buClr>
                <a:schemeClr val="tx1"/>
              </a:buClr>
              <a:buFont typeface="+mj-lt"/>
              <a:buNone/>
              <a:tabLst/>
              <a:defRPr sz="2000" b="0">
                <a:solidFill>
                  <a:schemeClr val="tx1"/>
                </a:solidFill>
                <a:latin typeface="+mn-lt"/>
                <a:ea typeface="SRH Text" panose="020B0503020204020204" pitchFamily="34" charset="0"/>
                <a:cs typeface="SRH Text" panose="020B0503020204020204" pitchFamily="34" charset="0"/>
              </a:defRPr>
            </a:lvl2pPr>
            <a:lvl3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3pPr>
            <a:lvl4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4pPr>
            <a:lvl5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5pPr>
            <a:lvl6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6pPr>
            <a:lvl7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7pPr>
            <a:lvl8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8pPr>
            <a:lvl9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9pPr>
          </a:lstStyle>
          <a:p>
            <a:pPr lvl="0"/>
            <a:r>
              <a:rPr lang="de-DE"/>
              <a:t>Thema / zweite Zeile optionale Beschreibung durch weiche Zeilenschaltung (Shift- + Entertaste klicken)</a:t>
            </a:r>
            <a:endParaRPr lang="de-DE" dirty="0"/>
          </a:p>
        </p:txBody>
      </p:sp>
      <p:sp>
        <p:nvSpPr>
          <p:cNvPr id="2" name="Titel 1">
            <a:extLst>
              <a:ext uri="{FF2B5EF4-FFF2-40B4-BE49-F238E27FC236}">
                <a16:creationId xmlns:a16="http://schemas.microsoft.com/office/drawing/2014/main" id="{49591944-6061-4359-A642-BF8A239B2620}"/>
              </a:ext>
            </a:extLst>
          </p:cNvPr>
          <p:cNvSpPr>
            <a:spLocks noGrp="1"/>
          </p:cNvSpPr>
          <p:nvPr>
            <p:ph type="title" hasCustomPrompt="1"/>
          </p:nvPr>
        </p:nvSpPr>
        <p:spPr/>
        <p:txBody>
          <a:bodyPr/>
          <a:lstStyle>
            <a:lvl1pPr>
              <a:defRPr>
                <a:solidFill>
                  <a:schemeClr val="tx1"/>
                </a:solidFill>
              </a:defRPr>
            </a:lvl1pPr>
          </a:lstStyle>
          <a:p>
            <a:r>
              <a:rPr lang="de-DE"/>
              <a:t>Gliederung</a:t>
            </a:r>
          </a:p>
        </p:txBody>
      </p:sp>
      <p:sp>
        <p:nvSpPr>
          <p:cNvPr id="10" name="Slide Number Placeholder 9">
            <a:extLst>
              <a:ext uri="{FF2B5EF4-FFF2-40B4-BE49-F238E27FC236}">
                <a16:creationId xmlns:a16="http://schemas.microsoft.com/office/drawing/2014/main" id="{FE6F6582-A096-CACB-F073-A3CA677333A6}"/>
              </a:ext>
            </a:extLst>
          </p:cNvPr>
          <p:cNvSpPr>
            <a:spLocks noGrp="1"/>
          </p:cNvSpPr>
          <p:nvPr>
            <p:ph type="sldNum" sz="quarter" idx="18"/>
          </p:nvPr>
        </p:nvSpPr>
        <p:spPr/>
        <p:txBody>
          <a:bodyPr/>
          <a:lstStyle/>
          <a:p>
            <a:fld id="{075B144D-941B-4DFC-AF5F-0416193D12EC}" type="slidenum">
              <a:rPr lang="de-DE" smtClean="0"/>
              <a:pPr/>
              <a:t>‹#›</a:t>
            </a:fld>
            <a:endParaRPr lang="de-DE" dirty="0"/>
          </a:p>
        </p:txBody>
      </p:sp>
    </p:spTree>
    <p:extLst>
      <p:ext uri="{BB962C8B-B14F-4D97-AF65-F5344CB8AC3E}">
        <p14:creationId xmlns:p14="http://schemas.microsoft.com/office/powerpoint/2010/main" val="81712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E9CD8CBF-B7AC-48B2-BDFF-74D2CFF5B6ED}"/>
              </a:ext>
            </a:extLst>
          </p:cNvPr>
          <p:cNvSpPr>
            <a:spLocks noGrp="1"/>
          </p:cNvSpPr>
          <p:nvPr>
            <p:ph idx="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Tree>
    <p:extLst>
      <p:ext uri="{BB962C8B-B14F-4D97-AF65-F5344CB8AC3E}">
        <p14:creationId xmlns:p14="http://schemas.microsoft.com/office/powerpoint/2010/main" val="2042231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wischenüberschrift + Inhalt">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E9CD8CBF-B7AC-48B2-BDFF-74D2CFF5B6ED}"/>
              </a:ext>
            </a:extLst>
          </p:cNvPr>
          <p:cNvSpPr>
            <a:spLocks noGrp="1"/>
          </p:cNvSpPr>
          <p:nvPr>
            <p:ph idx="1"/>
          </p:nvPr>
        </p:nvSpPr>
        <p:spPr>
          <a:xfrm>
            <a:off x="359400" y="2601908"/>
            <a:ext cx="9158400" cy="335609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9" name="Untertitel 6">
            <a:extLst>
              <a:ext uri="{FF2B5EF4-FFF2-40B4-BE49-F238E27FC236}">
                <a16:creationId xmlns:a16="http://schemas.microsoft.com/office/drawing/2014/main" id="{754254B2-0511-2CF9-4307-322035DE9299}"/>
              </a:ext>
            </a:extLst>
          </p:cNvPr>
          <p:cNvSpPr>
            <a:spLocks noGrp="1"/>
          </p:cNvSpPr>
          <p:nvPr>
            <p:ph type="subTitle" sz="quarter" idx="13"/>
          </p:nvPr>
        </p:nvSpPr>
        <p:spPr>
          <a:xfrm>
            <a:off x="359400" y="1728000"/>
            <a:ext cx="9158400" cy="873908"/>
          </a:xfrm>
          <a:prstGeom prst="rect">
            <a:avLst/>
          </a:prstGeom>
        </p:spPr>
        <p:txBody>
          <a:bodyPr lIns="0" tIns="0" rIns="0" bIns="0"/>
          <a:lstStyle>
            <a:lvl1pPr marL="0" indent="0" algn="l">
              <a:lnSpc>
                <a:spcPct val="98000"/>
              </a:lnSpc>
              <a:spcBef>
                <a:spcPts val="0"/>
              </a:spcBef>
              <a:spcAft>
                <a:spcPts val="0"/>
              </a:spcAft>
              <a:buNone/>
              <a:defRPr sz="2400">
                <a:latin typeface="+mj-lt"/>
              </a:defRPr>
            </a:lvl1pPr>
            <a:lvl2pPr marL="0" indent="0" algn="l">
              <a:lnSpc>
                <a:spcPct val="98000"/>
              </a:lnSpc>
              <a:spcBef>
                <a:spcPts val="0"/>
              </a:spcBef>
              <a:spcAft>
                <a:spcPts val="0"/>
              </a:spcAft>
              <a:buNone/>
              <a:defRPr sz="2400">
                <a:latin typeface="+mj-lt"/>
              </a:defRPr>
            </a:lvl2pPr>
            <a:lvl3pPr marL="0" indent="0" algn="l">
              <a:lnSpc>
                <a:spcPct val="98000"/>
              </a:lnSpc>
              <a:spcBef>
                <a:spcPts val="0"/>
              </a:spcBef>
              <a:spcAft>
                <a:spcPts val="0"/>
              </a:spcAft>
              <a:buNone/>
              <a:defRPr sz="2400">
                <a:latin typeface="+mj-lt"/>
              </a:defRPr>
            </a:lvl3pPr>
            <a:lvl4pPr marL="0" indent="0" algn="l">
              <a:lnSpc>
                <a:spcPct val="98000"/>
              </a:lnSpc>
              <a:spcBef>
                <a:spcPts val="0"/>
              </a:spcBef>
              <a:spcAft>
                <a:spcPts val="0"/>
              </a:spcAft>
              <a:buNone/>
              <a:defRPr sz="2400">
                <a:latin typeface="+mj-lt"/>
              </a:defRPr>
            </a:lvl4pPr>
            <a:lvl5pPr marL="0" indent="0" algn="l">
              <a:lnSpc>
                <a:spcPct val="98000"/>
              </a:lnSpc>
              <a:spcBef>
                <a:spcPts val="0"/>
              </a:spcBef>
              <a:spcAft>
                <a:spcPts val="0"/>
              </a:spcAft>
              <a:buNone/>
              <a:defRPr sz="2400">
                <a:latin typeface="+mj-lt"/>
              </a:defRPr>
            </a:lvl5pPr>
            <a:lvl6pPr marL="0" indent="0" algn="l">
              <a:lnSpc>
                <a:spcPct val="98000"/>
              </a:lnSpc>
              <a:spcBef>
                <a:spcPts val="0"/>
              </a:spcBef>
              <a:spcAft>
                <a:spcPts val="0"/>
              </a:spcAft>
              <a:buNone/>
              <a:defRPr sz="2400">
                <a:latin typeface="+mj-lt"/>
              </a:defRPr>
            </a:lvl6pPr>
            <a:lvl7pPr marL="0" indent="0" algn="l">
              <a:lnSpc>
                <a:spcPct val="98000"/>
              </a:lnSpc>
              <a:spcBef>
                <a:spcPts val="0"/>
              </a:spcBef>
              <a:spcAft>
                <a:spcPts val="0"/>
              </a:spcAft>
              <a:buNone/>
              <a:defRPr sz="2400">
                <a:latin typeface="+mj-lt"/>
              </a:defRPr>
            </a:lvl7pPr>
            <a:lvl8pPr marL="0" indent="0" algn="l">
              <a:lnSpc>
                <a:spcPct val="98000"/>
              </a:lnSpc>
              <a:spcBef>
                <a:spcPts val="0"/>
              </a:spcBef>
              <a:spcAft>
                <a:spcPts val="0"/>
              </a:spcAft>
              <a:buNone/>
              <a:defRPr sz="2400">
                <a:latin typeface="+mj-lt"/>
              </a:defRPr>
            </a:lvl8pPr>
            <a:lvl9pPr marL="0" indent="0" algn="l">
              <a:lnSpc>
                <a:spcPct val="98000"/>
              </a:lnSpc>
              <a:spcBef>
                <a:spcPts val="0"/>
              </a:spcBef>
              <a:spcAft>
                <a:spcPts val="0"/>
              </a:spcAft>
              <a:buNone/>
              <a:defRPr sz="2400">
                <a:latin typeface="+mj-lt"/>
              </a:defRPr>
            </a:lvl9pPr>
          </a:lstStyle>
          <a:p>
            <a:r>
              <a:rPr lang="de-DE"/>
              <a:t>Master-Untertitelformat bearbeiten</a:t>
            </a:r>
          </a:p>
        </p:txBody>
      </p:sp>
    </p:spTree>
    <p:extLst>
      <p:ext uri="{BB962C8B-B14F-4D97-AF65-F5344CB8AC3E}">
        <p14:creationId xmlns:p14="http://schemas.microsoft.com/office/powerpoint/2010/main" val="3909119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7CDE787C-B484-481E-84CF-7E94E81D5B04}"/>
              </a:ext>
            </a:extLst>
          </p:cNvPr>
          <p:cNvSpPr>
            <a:spLocks noGrp="1"/>
          </p:cNvSpPr>
          <p:nvPr>
            <p:ph type="pic" sz="quarter" idx="17"/>
          </p:nvPr>
        </p:nvSpPr>
        <p:spPr>
          <a:xfrm>
            <a:off x="-1" y="0"/>
            <a:ext cx="12192000" cy="6858000"/>
          </a:xfrm>
          <a:solidFill>
            <a:schemeClr val="accent1">
              <a:lumMod val="20000"/>
              <a:lumOff val="80000"/>
            </a:schemeClr>
          </a:solidFill>
        </p:spPr>
        <p:txBody>
          <a:bodyPr/>
          <a:lstStyle>
            <a:lvl1pPr marL="0" indent="0">
              <a:buNone/>
              <a:defRPr/>
            </a:lvl1pPr>
          </a:lstStyle>
          <a:p>
            <a:endParaRPr lang="de-DE"/>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7" name="Untertitel 6">
            <a:extLst>
              <a:ext uri="{FF2B5EF4-FFF2-40B4-BE49-F238E27FC236}">
                <a16:creationId xmlns:a16="http://schemas.microsoft.com/office/drawing/2014/main" id="{C78D04AA-A8FB-AAC0-749E-8C3BEEB26E86}"/>
              </a:ext>
            </a:extLst>
          </p:cNvPr>
          <p:cNvSpPr>
            <a:spLocks noGrp="1"/>
          </p:cNvSpPr>
          <p:nvPr>
            <p:ph type="subTitle" sz="quarter" idx="13"/>
          </p:nvPr>
        </p:nvSpPr>
        <p:spPr>
          <a:xfrm>
            <a:off x="360000" y="3124788"/>
            <a:ext cx="7642812" cy="2516885"/>
          </a:xfrm>
          <a:prstGeom prst="rect">
            <a:avLst/>
          </a:prstGeom>
        </p:spPr>
        <p:txBody>
          <a:bodyPr lIns="0" tIns="0" rIns="0" bIns="0"/>
          <a:lstStyle>
            <a:lvl1pPr marL="0" indent="0" algn="l">
              <a:lnSpc>
                <a:spcPct val="98000"/>
              </a:lnSpc>
              <a:spcBef>
                <a:spcPts val="0"/>
              </a:spcBef>
              <a:spcAft>
                <a:spcPts val="0"/>
              </a:spcAft>
              <a:buNone/>
              <a:defRPr sz="4800" b="1">
                <a:solidFill>
                  <a:schemeClr val="bg1"/>
                </a:solidFill>
                <a:latin typeface="+mj-lt"/>
              </a:defRPr>
            </a:lvl1pPr>
            <a:lvl2pPr marL="0" indent="0" algn="l">
              <a:lnSpc>
                <a:spcPct val="98000"/>
              </a:lnSpc>
              <a:spcBef>
                <a:spcPts val="0"/>
              </a:spcBef>
              <a:spcAft>
                <a:spcPts val="0"/>
              </a:spcAft>
              <a:buNone/>
              <a:defRPr sz="4800" b="1">
                <a:solidFill>
                  <a:schemeClr val="bg1"/>
                </a:solidFill>
                <a:latin typeface="+mj-lt"/>
              </a:defRPr>
            </a:lvl2pPr>
            <a:lvl3pPr marL="0" indent="0" algn="l">
              <a:lnSpc>
                <a:spcPct val="98000"/>
              </a:lnSpc>
              <a:spcBef>
                <a:spcPts val="0"/>
              </a:spcBef>
              <a:spcAft>
                <a:spcPts val="0"/>
              </a:spcAft>
              <a:buNone/>
              <a:defRPr sz="4800" b="1">
                <a:solidFill>
                  <a:schemeClr val="bg1"/>
                </a:solidFill>
                <a:latin typeface="+mj-lt"/>
              </a:defRPr>
            </a:lvl3pPr>
            <a:lvl4pPr marL="0" indent="0" algn="l">
              <a:lnSpc>
                <a:spcPct val="98000"/>
              </a:lnSpc>
              <a:spcBef>
                <a:spcPts val="0"/>
              </a:spcBef>
              <a:spcAft>
                <a:spcPts val="0"/>
              </a:spcAft>
              <a:buNone/>
              <a:defRPr sz="4800" b="1">
                <a:solidFill>
                  <a:schemeClr val="bg1"/>
                </a:solidFill>
                <a:latin typeface="+mj-lt"/>
              </a:defRPr>
            </a:lvl4pPr>
            <a:lvl5pPr marL="0" indent="0" algn="l">
              <a:lnSpc>
                <a:spcPct val="98000"/>
              </a:lnSpc>
              <a:spcBef>
                <a:spcPts val="0"/>
              </a:spcBef>
              <a:spcAft>
                <a:spcPts val="0"/>
              </a:spcAft>
              <a:buNone/>
              <a:defRPr sz="4800" b="1">
                <a:solidFill>
                  <a:schemeClr val="bg1"/>
                </a:solidFill>
                <a:latin typeface="+mj-lt"/>
              </a:defRPr>
            </a:lvl5pPr>
            <a:lvl6pPr marL="0" indent="0" algn="l">
              <a:lnSpc>
                <a:spcPct val="98000"/>
              </a:lnSpc>
              <a:spcBef>
                <a:spcPts val="0"/>
              </a:spcBef>
              <a:spcAft>
                <a:spcPts val="0"/>
              </a:spcAft>
              <a:buNone/>
              <a:defRPr sz="4800" b="1">
                <a:solidFill>
                  <a:schemeClr val="bg1"/>
                </a:solidFill>
                <a:latin typeface="+mj-lt"/>
              </a:defRPr>
            </a:lvl6pPr>
            <a:lvl7pPr marL="0" indent="0" algn="l">
              <a:lnSpc>
                <a:spcPct val="98000"/>
              </a:lnSpc>
              <a:spcBef>
                <a:spcPts val="0"/>
              </a:spcBef>
              <a:spcAft>
                <a:spcPts val="0"/>
              </a:spcAft>
              <a:buNone/>
              <a:defRPr sz="4800" b="1">
                <a:solidFill>
                  <a:schemeClr val="bg1"/>
                </a:solidFill>
                <a:latin typeface="+mj-lt"/>
              </a:defRPr>
            </a:lvl7pPr>
            <a:lvl8pPr marL="0" indent="0" algn="l">
              <a:lnSpc>
                <a:spcPct val="98000"/>
              </a:lnSpc>
              <a:spcBef>
                <a:spcPts val="0"/>
              </a:spcBef>
              <a:spcAft>
                <a:spcPts val="0"/>
              </a:spcAft>
              <a:buNone/>
              <a:defRPr sz="4800" b="1">
                <a:solidFill>
                  <a:schemeClr val="bg1"/>
                </a:solidFill>
                <a:latin typeface="+mj-lt"/>
              </a:defRPr>
            </a:lvl8pPr>
            <a:lvl9pPr marL="0" indent="0" algn="l">
              <a:lnSpc>
                <a:spcPct val="98000"/>
              </a:lnSpc>
              <a:spcBef>
                <a:spcPts val="0"/>
              </a:spcBef>
              <a:spcAft>
                <a:spcPts val="0"/>
              </a:spcAft>
              <a:buNone/>
              <a:defRPr sz="4800" b="1">
                <a:solidFill>
                  <a:schemeClr val="bg1"/>
                </a:solidFill>
                <a:latin typeface="+mj-lt"/>
              </a:defRPr>
            </a:lvl9pPr>
          </a:lstStyle>
          <a:p>
            <a:r>
              <a:rPr lang="de-DE"/>
              <a:t>Master-Untertitelformat bearbeiten</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chemeClr val="bg1"/>
                </a:solidFill>
                <a:latin typeface="+mn-lt"/>
              </a:defRPr>
            </a:lvl1pPr>
          </a:lstStyle>
          <a:p>
            <a:fld id="{075B144D-941B-4DFC-AF5F-0416193D12EC}" type="slidenum">
              <a:rPr lang="de-DE" smtClean="0"/>
              <a:pPr/>
              <a:t>‹#›</a:t>
            </a:fld>
            <a:endParaRPr lang="de-DE"/>
          </a:p>
        </p:txBody>
      </p:sp>
      <p:sp>
        <p:nvSpPr>
          <p:cNvPr id="10" name="SmartArt-Platzhalter 14">
            <a:extLst>
              <a:ext uri="{FF2B5EF4-FFF2-40B4-BE49-F238E27FC236}">
                <a16:creationId xmlns:a16="http://schemas.microsoft.com/office/drawing/2014/main" id="{861189CF-B82F-42F8-9B1E-3E5A50EC559C}"/>
              </a:ext>
            </a:extLst>
          </p:cNvPr>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extLst>
      <p:ext uri="{BB962C8B-B14F-4D97-AF65-F5344CB8AC3E}">
        <p14:creationId xmlns:p14="http://schemas.microsoft.com/office/powerpoint/2010/main" val="1499735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BC706C0E-3E99-43D1-A3F5-7E7AF3744A83}"/>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3C31F2D7-A605-4420-9965-A99A8E0A7437}"/>
              </a:ext>
            </a:extLst>
          </p:cNvPr>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mj-lt"/>
                <a:ea typeface="SRH Headline" panose="020B0603020204020204" pitchFamily="34" charset="0"/>
                <a:cs typeface="SRH Headline"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rgbClr val="6D7373"/>
                </a:solidFill>
                <a:latin typeface="+mn-lt"/>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132077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3C31F2D7-A605-4420-9965-A99A8E0A7437}"/>
              </a:ext>
            </a:extLst>
          </p:cNvPr>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mj-lt"/>
                <a:ea typeface="SRH Headline" panose="020B0603020204020204" pitchFamily="34" charset="0"/>
                <a:cs typeface="SRH Headline"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pPr/>
              <a:t>‹#›</a:t>
            </a:fld>
            <a:endParaRPr lang="de-DE"/>
          </a:p>
        </p:txBody>
      </p:sp>
      <p:pic>
        <p:nvPicPr>
          <p:cNvPr id="7" name="Grafik 6">
            <a:extLst>
              <a:ext uri="{FF2B5EF4-FFF2-40B4-BE49-F238E27FC236}">
                <a16:creationId xmlns:a16="http://schemas.microsoft.com/office/drawing/2014/main" id="{C0A000BE-D89F-4CF2-9153-4F676346A08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a:extLst>
              <a:ext uri="{FF2B5EF4-FFF2-40B4-BE49-F238E27FC236}">
                <a16:creationId xmlns:a16="http://schemas.microsoft.com/office/drawing/2014/main" id="{951B6F9D-DB24-44F1-8ACB-F1C8797BDAFF}"/>
              </a:ext>
            </a:extLst>
          </p:cNvPr>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dirty="0">
              <a:latin typeface="SRH Text" panose="020B0503020204020204" pitchFamily="34" charset="0"/>
            </a:endParaRPr>
          </a:p>
        </p:txBody>
      </p:sp>
    </p:spTree>
    <p:extLst>
      <p:ext uri="{BB962C8B-B14F-4D97-AF65-F5344CB8AC3E}">
        <p14:creationId xmlns:p14="http://schemas.microsoft.com/office/powerpoint/2010/main" val="3667981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BC706C0E-3E99-43D1-A3F5-7E7AF3744A83}"/>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3C31F2D7-A605-4420-9965-A99A8E0A7437}"/>
              </a:ext>
            </a:extLst>
          </p:cNvPr>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mj-lt"/>
                <a:ea typeface="SRH Headline" panose="020B0603020204020204" pitchFamily="34" charset="0"/>
                <a:cs typeface="SRH Headline"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383054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89DF183-E411-4BC5-A0BE-9BB3970575D4}"/>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1259107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89DF183-E411-4BC5-A0BE-9BB3970575D4}"/>
              </a:ext>
            </a:extLst>
          </p:cNvPr>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pPr/>
              <a:t>‹#›</a:t>
            </a:fld>
            <a:endParaRPr lang="de-DE"/>
          </a:p>
        </p:txBody>
      </p:sp>
      <p:pic>
        <p:nvPicPr>
          <p:cNvPr id="7" name="Grafik 6">
            <a:extLst>
              <a:ext uri="{FF2B5EF4-FFF2-40B4-BE49-F238E27FC236}">
                <a16:creationId xmlns:a16="http://schemas.microsoft.com/office/drawing/2014/main" id="{BBB8731D-4AC9-4D2E-9335-0D0C7773E29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extLst>
      <p:ext uri="{BB962C8B-B14F-4D97-AF65-F5344CB8AC3E}">
        <p14:creationId xmlns:p14="http://schemas.microsoft.com/office/powerpoint/2010/main" val="1637304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3210823F-C337-45F6-8F6B-044DECDD1A8A}"/>
              </a:ext>
            </a:extLst>
          </p:cNvPr>
          <p:cNvSpPr>
            <a:spLocks noGrp="1"/>
          </p:cNvSpPr>
          <p:nvPr>
            <p:ph type="pic" sz="quarter" idx="15"/>
          </p:nvPr>
        </p:nvSpPr>
        <p:spPr>
          <a:xfrm>
            <a:off x="6095999" y="0"/>
            <a:ext cx="6096000" cy="6858000"/>
          </a:xfrm>
          <a:solidFill>
            <a:schemeClr val="accent1">
              <a:lumMod val="20000"/>
              <a:lumOff val="80000"/>
            </a:schemeClr>
          </a:solidFill>
        </p:spPr>
        <p:txBody>
          <a:bodyPr/>
          <a:lstStyle>
            <a:lvl1pPr marL="0" indent="0">
              <a:buNone/>
              <a:tabLst>
                <a:tab pos="1168400" algn="l"/>
              </a:tabLst>
              <a:defRPr/>
            </a:lvl1pPr>
          </a:lstStyle>
          <a:p>
            <a:endParaRPr lang="de-DE"/>
          </a:p>
        </p:txBody>
      </p:sp>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5367600" cy="835093"/>
          </a:xfrm>
        </p:spPr>
        <p:txBody>
          <a:bodyPr/>
          <a:lstStyle/>
          <a:p>
            <a:r>
              <a:rPr lang="de-DE" dirty="0"/>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a:extLst>
              <a:ext uri="{FF2B5EF4-FFF2-40B4-BE49-F238E27FC236}">
                <a16:creationId xmlns:a16="http://schemas.microsoft.com/office/drawing/2014/main" id="{1542430D-7D46-45F4-82FB-B364BE702A78}"/>
              </a:ext>
            </a:extLst>
          </p:cNvPr>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extLst>
      <p:ext uri="{BB962C8B-B14F-4D97-AF65-F5344CB8AC3E}">
        <p14:creationId xmlns:p14="http://schemas.microsoft.com/office/powerpoint/2010/main" val="2712850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8248200" y="1728000"/>
            <a:ext cx="3584400" cy="4230000"/>
          </a:xfrm>
          <a:solidFill>
            <a:schemeClr val="accent1">
              <a:lumMod val="20000"/>
              <a:lumOff val="80000"/>
            </a:schemeClr>
          </a:solidFill>
        </p:spPr>
        <p:txBody>
          <a:bodyPr/>
          <a:lstStyle>
            <a:lvl1pPr marL="0" indent="0">
              <a:buNone/>
              <a:defRPr/>
            </a:lvl1pPr>
          </a:lstStyle>
          <a:p>
            <a:endParaRPr lang="de-DE"/>
          </a:p>
        </p:txBody>
      </p:sp>
    </p:spTree>
    <p:extLst>
      <p:ext uri="{BB962C8B-B14F-4D97-AF65-F5344CB8AC3E}">
        <p14:creationId xmlns:p14="http://schemas.microsoft.com/office/powerpoint/2010/main" val="340754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3 Text, 1/3 Bild im Anschnitt">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dirty="0"/>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8248200" y="1728000"/>
            <a:ext cx="3943800" cy="4230000"/>
          </a:xfrm>
          <a:solidFill>
            <a:schemeClr val="accent1">
              <a:lumMod val="20000"/>
              <a:lumOff val="80000"/>
            </a:schemeClr>
          </a:solidFill>
        </p:spPr>
        <p:txBody>
          <a:bodyPr/>
          <a:lstStyle>
            <a:lvl1pPr marL="0" indent="0">
              <a:buNone/>
              <a:defRPr/>
            </a:lvl1pPr>
          </a:lstStyle>
          <a:p>
            <a:endParaRPr lang="de-DE"/>
          </a:p>
        </p:txBody>
      </p:sp>
    </p:spTree>
    <p:extLst>
      <p:ext uri="{BB962C8B-B14F-4D97-AF65-F5344CB8AC3E}">
        <p14:creationId xmlns:p14="http://schemas.microsoft.com/office/powerpoint/2010/main" val="274528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ischenüberschrift, 2/3 Text, 1/3 Bild im Anschnitt">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dirty="0"/>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2601908"/>
            <a:ext cx="7520556" cy="335609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8248200" y="1728000"/>
            <a:ext cx="3943800" cy="4230000"/>
          </a:xfrm>
          <a:solidFill>
            <a:schemeClr val="accent1">
              <a:lumMod val="20000"/>
              <a:lumOff val="80000"/>
            </a:schemeClr>
          </a:solidFill>
        </p:spPr>
        <p:txBody>
          <a:bodyPr/>
          <a:lstStyle>
            <a:lvl1pPr marL="0" indent="0">
              <a:buNone/>
              <a:defRPr/>
            </a:lvl1pPr>
          </a:lstStyle>
          <a:p>
            <a:endParaRPr lang="de-DE"/>
          </a:p>
        </p:txBody>
      </p:sp>
      <p:sp>
        <p:nvSpPr>
          <p:cNvPr id="3" name="Untertitel 6">
            <a:extLst>
              <a:ext uri="{FF2B5EF4-FFF2-40B4-BE49-F238E27FC236}">
                <a16:creationId xmlns:a16="http://schemas.microsoft.com/office/drawing/2014/main" id="{432D4663-6ACC-110A-AB11-4FB06AC98892}"/>
              </a:ext>
            </a:extLst>
          </p:cNvPr>
          <p:cNvSpPr>
            <a:spLocks noGrp="1"/>
          </p:cNvSpPr>
          <p:nvPr>
            <p:ph type="subTitle" sz="quarter" idx="13"/>
          </p:nvPr>
        </p:nvSpPr>
        <p:spPr>
          <a:xfrm>
            <a:off x="359400" y="1728000"/>
            <a:ext cx="7528800" cy="873908"/>
          </a:xfrm>
          <a:prstGeom prst="rect">
            <a:avLst/>
          </a:prstGeom>
        </p:spPr>
        <p:txBody>
          <a:bodyPr lIns="0" tIns="0" rIns="0" bIns="0"/>
          <a:lstStyle>
            <a:lvl1pPr marL="0" indent="0" algn="l">
              <a:lnSpc>
                <a:spcPct val="98000"/>
              </a:lnSpc>
              <a:spcBef>
                <a:spcPts val="0"/>
              </a:spcBef>
              <a:spcAft>
                <a:spcPts val="0"/>
              </a:spcAft>
              <a:buNone/>
              <a:defRPr sz="2400">
                <a:latin typeface="+mj-lt"/>
              </a:defRPr>
            </a:lvl1pPr>
            <a:lvl2pPr marL="0" indent="0" algn="l">
              <a:lnSpc>
                <a:spcPct val="98000"/>
              </a:lnSpc>
              <a:spcBef>
                <a:spcPts val="0"/>
              </a:spcBef>
              <a:spcAft>
                <a:spcPts val="0"/>
              </a:spcAft>
              <a:buNone/>
              <a:defRPr sz="2400">
                <a:latin typeface="+mj-lt"/>
              </a:defRPr>
            </a:lvl2pPr>
            <a:lvl3pPr marL="0" indent="0" algn="l">
              <a:lnSpc>
                <a:spcPct val="98000"/>
              </a:lnSpc>
              <a:spcBef>
                <a:spcPts val="0"/>
              </a:spcBef>
              <a:spcAft>
                <a:spcPts val="0"/>
              </a:spcAft>
              <a:buNone/>
              <a:defRPr sz="2400">
                <a:latin typeface="+mj-lt"/>
              </a:defRPr>
            </a:lvl3pPr>
            <a:lvl4pPr marL="0" indent="0" algn="l">
              <a:lnSpc>
                <a:spcPct val="98000"/>
              </a:lnSpc>
              <a:spcBef>
                <a:spcPts val="0"/>
              </a:spcBef>
              <a:spcAft>
                <a:spcPts val="0"/>
              </a:spcAft>
              <a:buNone/>
              <a:defRPr sz="2400">
                <a:latin typeface="+mj-lt"/>
              </a:defRPr>
            </a:lvl4pPr>
            <a:lvl5pPr marL="0" indent="0" algn="l">
              <a:lnSpc>
                <a:spcPct val="98000"/>
              </a:lnSpc>
              <a:spcBef>
                <a:spcPts val="0"/>
              </a:spcBef>
              <a:spcAft>
                <a:spcPts val="0"/>
              </a:spcAft>
              <a:buNone/>
              <a:defRPr sz="2400">
                <a:latin typeface="+mj-lt"/>
              </a:defRPr>
            </a:lvl5pPr>
            <a:lvl6pPr marL="0" indent="0" algn="l">
              <a:lnSpc>
                <a:spcPct val="98000"/>
              </a:lnSpc>
              <a:spcBef>
                <a:spcPts val="0"/>
              </a:spcBef>
              <a:spcAft>
                <a:spcPts val="0"/>
              </a:spcAft>
              <a:buNone/>
              <a:defRPr sz="2400">
                <a:latin typeface="+mj-lt"/>
              </a:defRPr>
            </a:lvl6pPr>
            <a:lvl7pPr marL="0" indent="0" algn="l">
              <a:lnSpc>
                <a:spcPct val="98000"/>
              </a:lnSpc>
              <a:spcBef>
                <a:spcPts val="0"/>
              </a:spcBef>
              <a:spcAft>
                <a:spcPts val="0"/>
              </a:spcAft>
              <a:buNone/>
              <a:defRPr sz="2400">
                <a:latin typeface="+mj-lt"/>
              </a:defRPr>
            </a:lvl7pPr>
            <a:lvl8pPr marL="0" indent="0" algn="l">
              <a:lnSpc>
                <a:spcPct val="98000"/>
              </a:lnSpc>
              <a:spcBef>
                <a:spcPts val="0"/>
              </a:spcBef>
              <a:spcAft>
                <a:spcPts val="0"/>
              </a:spcAft>
              <a:buNone/>
              <a:defRPr sz="2400">
                <a:latin typeface="+mj-lt"/>
              </a:defRPr>
            </a:lvl8pPr>
            <a:lvl9pPr marL="0" indent="0" algn="l">
              <a:lnSpc>
                <a:spcPct val="98000"/>
              </a:lnSpc>
              <a:spcBef>
                <a:spcPts val="0"/>
              </a:spcBef>
              <a:spcAft>
                <a:spcPts val="0"/>
              </a:spcAft>
              <a:buNone/>
              <a:defRPr sz="2400">
                <a:latin typeface="+mj-lt"/>
              </a:defRPr>
            </a:lvl9pPr>
          </a:lstStyle>
          <a:p>
            <a:r>
              <a:rPr lang="de-DE"/>
              <a:t>Master-Untertitelformat bearbeiten</a:t>
            </a:r>
          </a:p>
        </p:txBody>
      </p:sp>
    </p:spTree>
    <p:extLst>
      <p:ext uri="{BB962C8B-B14F-4D97-AF65-F5344CB8AC3E}">
        <p14:creationId xmlns:p14="http://schemas.microsoft.com/office/powerpoint/2010/main" val="3043818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3 Bild, 1/3 Text">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a:t>Mastertitelformat bearbeiten</a:t>
            </a:r>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367644" y="1728000"/>
            <a:ext cx="7517808" cy="4230000"/>
          </a:xfrm>
          <a:solidFill>
            <a:schemeClr val="accent1">
              <a:lumMod val="20000"/>
              <a:lumOff val="80000"/>
            </a:schemeClr>
          </a:solidFill>
        </p:spPr>
        <p:txBody>
          <a:bodyPr/>
          <a:lstStyle>
            <a:lvl1pPr marL="0" indent="0">
              <a:buNone/>
              <a:defRPr/>
            </a:lvl1pPr>
          </a:lstStyle>
          <a:p>
            <a:endParaRPr lang="de-DE"/>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8245453" y="1728000"/>
            <a:ext cx="3581368"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841762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7269AF68-988A-4253-A129-3A4AAE090308}"/>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9" name="Freihandform: Form 28">
            <a:extLst>
              <a:ext uri="{FF2B5EF4-FFF2-40B4-BE49-F238E27FC236}">
                <a16:creationId xmlns:a16="http://schemas.microsoft.com/office/drawing/2014/main" id="{4E1C69AA-DE75-47AF-A9EE-1D16FC11535A}"/>
              </a:ext>
            </a:extLst>
          </p:cNvPr>
          <p:cNvSpPr/>
          <p:nvPr/>
        </p:nvSpPr>
        <p:spPr>
          <a:xfrm>
            <a:off x="8202787" y="2802037"/>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59999" y="358969"/>
            <a:ext cx="9158400" cy="835093"/>
          </a:xfrm>
        </p:spPr>
        <p:txBody>
          <a:bodyPr/>
          <a:lstStyle/>
          <a:p>
            <a:r>
              <a:rPr lang="de-DE"/>
              <a:t>Mastertitelformat bearbeiten</a:t>
            </a:r>
          </a:p>
        </p:txBody>
      </p:sp>
      <p:sp>
        <p:nvSpPr>
          <p:cNvPr id="8" name="Textplatzhalter 7">
            <a:extLst>
              <a:ext uri="{FF2B5EF4-FFF2-40B4-BE49-F238E27FC236}">
                <a16:creationId xmlns:a16="http://schemas.microsoft.com/office/drawing/2014/main" id="{111897A1-EA56-4E00-87BD-78D97639AC34}"/>
              </a:ext>
            </a:extLst>
          </p:cNvPr>
          <p:cNvSpPr>
            <a:spLocks noGrp="1"/>
          </p:cNvSpPr>
          <p:nvPr>
            <p:ph type="body" sz="quarter" idx="13"/>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Tree>
    <p:extLst>
      <p:ext uri="{BB962C8B-B14F-4D97-AF65-F5344CB8AC3E}">
        <p14:creationId xmlns:p14="http://schemas.microsoft.com/office/powerpoint/2010/main" val="40512226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17DB8FB4-2383-45B9-9AE6-EBC2F37106BB}"/>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9" name="Diagrammplatzhalter 8">
            <a:extLst>
              <a:ext uri="{FF2B5EF4-FFF2-40B4-BE49-F238E27FC236}">
                <a16:creationId xmlns:a16="http://schemas.microsoft.com/office/drawing/2014/main" id="{255DC5E6-3687-4930-935D-6959AEFDD585}"/>
              </a:ext>
            </a:extLst>
          </p:cNvPr>
          <p:cNvSpPr>
            <a:spLocks noGrp="1"/>
          </p:cNvSpPr>
          <p:nvPr>
            <p:ph type="chart" sz="quarter" idx="14"/>
          </p:nvPr>
        </p:nvSpPr>
        <p:spPr>
          <a:xfrm>
            <a:off x="2047627" y="1944000"/>
            <a:ext cx="3868373" cy="3204000"/>
          </a:xfrm>
        </p:spPr>
        <p:txBody>
          <a:bodyPr/>
          <a:lstStyle>
            <a:lvl1pPr marL="0" indent="0">
              <a:buNone/>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a:extLst>
              <a:ext uri="{FF2B5EF4-FFF2-40B4-BE49-F238E27FC236}">
                <a16:creationId xmlns:a16="http://schemas.microsoft.com/office/drawing/2014/main" id="{0DA6BB21-4596-46E1-A515-1F684F164C83}"/>
              </a:ext>
            </a:extLst>
          </p:cNvPr>
          <p:cNvSpPr>
            <a:spLocks noGrp="1"/>
          </p:cNvSpPr>
          <p:nvPr>
            <p:ph type="body" sz="quarter" idx="16"/>
          </p:nvPr>
        </p:nvSpPr>
        <p:spPr>
          <a:xfrm>
            <a:off x="2047627" y="5212773"/>
            <a:ext cx="3868373" cy="738842"/>
          </a:xfrm>
        </p:spPr>
        <p:txBody>
          <a:bodyPr/>
          <a:lstStyle>
            <a:lvl1pPr marL="0" indent="0" algn="ctr">
              <a:spcBef>
                <a:spcPts val="0"/>
              </a:spcBef>
              <a:spcAft>
                <a:spcPts val="0"/>
              </a:spcAft>
              <a:buNone/>
              <a:defRPr sz="1400" b="0">
                <a:solidFill>
                  <a:schemeClr val="tx1"/>
                </a:solidFill>
              </a:defRPr>
            </a:lvl1pPr>
            <a:lvl2pPr marL="0" indent="0" algn="ctr">
              <a:spcBef>
                <a:spcPts val="0"/>
              </a:spcBef>
              <a:spcAft>
                <a:spcPts val="0"/>
              </a:spcAft>
              <a:buNone/>
              <a:defRPr sz="1400" b="0"/>
            </a:lvl2pPr>
            <a:lvl3pPr marL="0" indent="0" algn="ctr">
              <a:spcBef>
                <a:spcPts val="0"/>
              </a:spcBef>
              <a:spcAft>
                <a:spcPts val="0"/>
              </a:spcAft>
              <a:buFont typeface="Arial" panose="020B0604020202020204" pitchFamily="34" charset="0"/>
              <a:buNone/>
              <a:defRPr sz="1400" b="0">
                <a:solidFill>
                  <a:srgbClr val="2C2E2E"/>
                </a:solidFill>
              </a:defRPr>
            </a:lvl3pPr>
            <a:lvl4pPr marL="0" indent="0" algn="ctr">
              <a:spcBef>
                <a:spcPts val="0"/>
              </a:spcBef>
              <a:spcAft>
                <a:spcPts val="0"/>
              </a:spcAft>
              <a:buNone/>
              <a:defRPr sz="1400" b="0">
                <a:solidFill>
                  <a:srgbClr val="2C2E2E"/>
                </a:solidFill>
              </a:defRPr>
            </a:lvl4pPr>
            <a:lvl5pPr marL="0" indent="0" algn="ctr">
              <a:spcBef>
                <a:spcPts val="0"/>
              </a:spcBef>
              <a:spcAft>
                <a:spcPts val="0"/>
              </a:spcAft>
              <a:buNone/>
              <a:defRPr sz="1400" b="0">
                <a:solidFill>
                  <a:srgbClr val="2C2E2E"/>
                </a:solidFill>
              </a:defRPr>
            </a:lvl5pPr>
            <a:lvl6pPr marL="0" indent="0" algn="ctr">
              <a:lnSpc>
                <a:spcPct val="110000"/>
              </a:lnSpc>
              <a:spcBef>
                <a:spcPts val="0"/>
              </a:spcBef>
              <a:spcAft>
                <a:spcPts val="0"/>
              </a:spcAft>
              <a:buNone/>
              <a:defRPr sz="1400" b="0">
                <a:solidFill>
                  <a:srgbClr val="2C2E2E"/>
                </a:solidFill>
              </a:defRPr>
            </a:lvl6pPr>
            <a:lvl7pPr marL="0" indent="0" algn="ctr">
              <a:lnSpc>
                <a:spcPct val="110000"/>
              </a:lnSpc>
              <a:spcBef>
                <a:spcPts val="0"/>
              </a:spcBef>
              <a:spcAft>
                <a:spcPts val="0"/>
              </a:spcAft>
              <a:buNone/>
              <a:defRPr sz="1400" b="0">
                <a:solidFill>
                  <a:srgbClr val="2C2E2E"/>
                </a:solidFill>
                <a:latin typeface="+mn-lt"/>
              </a:defRPr>
            </a:lvl7pPr>
            <a:lvl8pPr marL="0" indent="0" algn="ctr">
              <a:lnSpc>
                <a:spcPct val="110000"/>
              </a:lnSpc>
              <a:spcBef>
                <a:spcPts val="0"/>
              </a:spcBef>
              <a:spcAft>
                <a:spcPts val="0"/>
              </a:spcAft>
              <a:buNone/>
              <a:defRPr sz="1400" b="0">
                <a:solidFill>
                  <a:srgbClr val="2C2E2E"/>
                </a:solidFill>
                <a:latin typeface="+mn-lt"/>
              </a:defRPr>
            </a:lvl8pPr>
            <a:lvl9pPr marL="0" indent="0" algn="ctr">
              <a:spcBef>
                <a:spcPts val="0"/>
              </a:spcBef>
              <a:spcAft>
                <a:spcPts val="0"/>
              </a:spcAft>
              <a:buNone/>
              <a:defRPr sz="1400" b="0">
                <a:solidFill>
                  <a:srgbClr val="2C2E2E"/>
                </a:solidFill>
              </a:defRPr>
            </a:lvl9pPr>
          </a:lstStyle>
          <a:p>
            <a:pPr lvl="0"/>
            <a:r>
              <a:rPr lang="de-DE"/>
              <a:t>Mastertextformat bearbeiten</a:t>
            </a:r>
          </a:p>
        </p:txBody>
      </p:sp>
      <p:sp>
        <p:nvSpPr>
          <p:cNvPr id="3" name="Textplatzhalter 17">
            <a:extLst>
              <a:ext uri="{FF2B5EF4-FFF2-40B4-BE49-F238E27FC236}">
                <a16:creationId xmlns:a16="http://schemas.microsoft.com/office/drawing/2014/main" id="{E6E21690-ED2B-EF9B-A94B-3380AFBBAF78}"/>
              </a:ext>
            </a:extLst>
          </p:cNvPr>
          <p:cNvSpPr>
            <a:spLocks noGrp="1"/>
          </p:cNvSpPr>
          <p:nvPr>
            <p:ph type="body" sz="quarter" idx="20"/>
          </p:nvPr>
        </p:nvSpPr>
        <p:spPr>
          <a:xfrm>
            <a:off x="6276000" y="5212773"/>
            <a:ext cx="3868373" cy="738842"/>
          </a:xfrm>
        </p:spPr>
        <p:txBody>
          <a:bodyPr/>
          <a:lstStyle>
            <a:lvl1pPr marL="0" indent="0" algn="ctr">
              <a:spcBef>
                <a:spcPts val="0"/>
              </a:spcBef>
              <a:spcAft>
                <a:spcPts val="0"/>
              </a:spcAft>
              <a:buNone/>
              <a:defRPr sz="1400" b="0">
                <a:solidFill>
                  <a:schemeClr val="tx1"/>
                </a:solidFill>
              </a:defRPr>
            </a:lvl1pPr>
            <a:lvl2pPr marL="0" indent="0" algn="ctr">
              <a:spcBef>
                <a:spcPts val="0"/>
              </a:spcBef>
              <a:spcAft>
                <a:spcPts val="0"/>
              </a:spcAft>
              <a:buNone/>
              <a:defRPr sz="1400" b="0"/>
            </a:lvl2pPr>
            <a:lvl3pPr marL="0" indent="0" algn="ctr">
              <a:spcBef>
                <a:spcPts val="0"/>
              </a:spcBef>
              <a:spcAft>
                <a:spcPts val="0"/>
              </a:spcAft>
              <a:buFont typeface="Arial" panose="020B0604020202020204" pitchFamily="34" charset="0"/>
              <a:buNone/>
              <a:defRPr sz="1400" b="0">
                <a:solidFill>
                  <a:srgbClr val="2C2E2E"/>
                </a:solidFill>
              </a:defRPr>
            </a:lvl3pPr>
            <a:lvl4pPr marL="0" indent="0" algn="ctr">
              <a:spcBef>
                <a:spcPts val="0"/>
              </a:spcBef>
              <a:spcAft>
                <a:spcPts val="0"/>
              </a:spcAft>
              <a:buNone/>
              <a:defRPr sz="1400" b="0">
                <a:solidFill>
                  <a:srgbClr val="2C2E2E"/>
                </a:solidFill>
              </a:defRPr>
            </a:lvl4pPr>
            <a:lvl5pPr marL="0" indent="0" algn="ctr">
              <a:spcBef>
                <a:spcPts val="0"/>
              </a:spcBef>
              <a:spcAft>
                <a:spcPts val="0"/>
              </a:spcAft>
              <a:buNone/>
              <a:defRPr sz="1400" b="0">
                <a:solidFill>
                  <a:srgbClr val="2C2E2E"/>
                </a:solidFill>
              </a:defRPr>
            </a:lvl5pPr>
            <a:lvl6pPr marL="0" indent="0" algn="ctr">
              <a:lnSpc>
                <a:spcPct val="110000"/>
              </a:lnSpc>
              <a:spcBef>
                <a:spcPts val="0"/>
              </a:spcBef>
              <a:spcAft>
                <a:spcPts val="0"/>
              </a:spcAft>
              <a:buNone/>
              <a:defRPr sz="1400" b="0">
                <a:solidFill>
                  <a:srgbClr val="2C2E2E"/>
                </a:solidFill>
              </a:defRPr>
            </a:lvl6pPr>
            <a:lvl7pPr marL="0" indent="0" algn="ctr">
              <a:lnSpc>
                <a:spcPct val="110000"/>
              </a:lnSpc>
              <a:spcBef>
                <a:spcPts val="0"/>
              </a:spcBef>
              <a:spcAft>
                <a:spcPts val="0"/>
              </a:spcAft>
              <a:buNone/>
              <a:defRPr sz="1400" b="0">
                <a:solidFill>
                  <a:srgbClr val="2C2E2E"/>
                </a:solidFill>
                <a:latin typeface="+mn-lt"/>
              </a:defRPr>
            </a:lvl7pPr>
            <a:lvl8pPr marL="0" indent="0" algn="ctr">
              <a:lnSpc>
                <a:spcPct val="110000"/>
              </a:lnSpc>
              <a:spcBef>
                <a:spcPts val="0"/>
              </a:spcBef>
              <a:spcAft>
                <a:spcPts val="0"/>
              </a:spcAft>
              <a:buNone/>
              <a:defRPr sz="1400" b="0">
                <a:solidFill>
                  <a:srgbClr val="2C2E2E"/>
                </a:solidFill>
                <a:latin typeface="+mn-lt"/>
              </a:defRPr>
            </a:lvl8pPr>
            <a:lvl9pPr marL="0" indent="0" algn="ctr">
              <a:spcBef>
                <a:spcPts val="0"/>
              </a:spcBef>
              <a:spcAft>
                <a:spcPts val="0"/>
              </a:spcAft>
              <a:buNone/>
              <a:defRPr sz="1400" b="0">
                <a:solidFill>
                  <a:srgbClr val="2C2E2E"/>
                </a:solidFill>
              </a:defRPr>
            </a:lvl9pPr>
          </a:lstStyle>
          <a:p>
            <a:pPr lvl="0"/>
            <a:r>
              <a:rPr lang="de-DE"/>
              <a:t>Mastertextformat bearbeiten</a:t>
            </a:r>
          </a:p>
        </p:txBody>
      </p:sp>
      <p:sp>
        <p:nvSpPr>
          <p:cNvPr id="30" name="Diagrammplatzhalter 8">
            <a:extLst>
              <a:ext uri="{FF2B5EF4-FFF2-40B4-BE49-F238E27FC236}">
                <a16:creationId xmlns:a16="http://schemas.microsoft.com/office/drawing/2014/main" id="{82F84FDF-40D0-4981-B1F5-E20639CEDD2E}"/>
              </a:ext>
            </a:extLst>
          </p:cNvPr>
          <p:cNvSpPr>
            <a:spLocks noGrp="1"/>
          </p:cNvSpPr>
          <p:nvPr>
            <p:ph type="chart" sz="quarter" idx="19"/>
          </p:nvPr>
        </p:nvSpPr>
        <p:spPr>
          <a:xfrm>
            <a:off x="6276000" y="1944000"/>
            <a:ext cx="3868373" cy="3204000"/>
          </a:xfrm>
        </p:spPr>
        <p:txBody>
          <a:bodyPr/>
          <a:lstStyle>
            <a:lvl1pPr marL="0" indent="0">
              <a:buNone/>
              <a:defRPr/>
            </a:lvl1pPr>
          </a:lstStyle>
          <a:p>
            <a:endParaRPr lang="de-DE" dirty="0"/>
          </a:p>
        </p:txBody>
      </p:sp>
    </p:spTree>
    <p:extLst>
      <p:ext uri="{BB962C8B-B14F-4D97-AF65-F5344CB8AC3E}">
        <p14:creationId xmlns:p14="http://schemas.microsoft.com/office/powerpoint/2010/main" val="23075483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17DB8FB4-2383-45B9-9AE6-EBC2F37106BB}"/>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59999" y="2874044"/>
            <a:ext cx="9158400" cy="2325712"/>
          </a:xfrm>
        </p:spPr>
        <p:txBody>
          <a:bodyPr/>
          <a:lstStyle>
            <a:lvl1pPr marL="0" indent="0">
              <a:buNone/>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59999" y="1728000"/>
            <a:ext cx="9158400" cy="780950"/>
          </a:xfrm>
        </p:spPr>
        <p:txBody>
          <a:bodyPr/>
          <a:lstStyle>
            <a:lvl1pPr marL="0" indent="0">
              <a:buNone/>
              <a:defRPr/>
            </a:lvl1pPr>
          </a:lstStyle>
          <a:p>
            <a:endParaRPr lang="de-DE" dirty="0"/>
          </a:p>
        </p:txBody>
      </p:sp>
      <p:sp>
        <p:nvSpPr>
          <p:cNvPr id="12" name="Textplatzhalter 17">
            <a:extLst>
              <a:ext uri="{FF2B5EF4-FFF2-40B4-BE49-F238E27FC236}">
                <a16:creationId xmlns:a16="http://schemas.microsoft.com/office/drawing/2014/main" id="{5FF8A264-794E-45B1-A549-AD3AD03960DE}"/>
              </a:ext>
            </a:extLst>
          </p:cNvPr>
          <p:cNvSpPr>
            <a:spLocks noGrp="1"/>
          </p:cNvSpPr>
          <p:nvPr>
            <p:ph type="body" sz="quarter" idx="16"/>
          </p:nvPr>
        </p:nvSpPr>
        <p:spPr>
          <a:xfrm>
            <a:off x="359998" y="5463555"/>
            <a:ext cx="9158400"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4111989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59999" y="2874044"/>
            <a:ext cx="9158400" cy="2325712"/>
          </a:xfrm>
        </p:spPr>
        <p:txBody>
          <a:bodyPr/>
          <a:lstStyle>
            <a:lvl1pPr marL="0" indent="0">
              <a:buNone/>
              <a:tabLst>
                <a:tab pos="5118100" algn="l"/>
              </a:tabLst>
              <a:defRPr/>
            </a:lvl1pPr>
          </a:lstStyle>
          <a:p>
            <a:endParaRPr lang="de-DE" dirty="0"/>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59999" y="1728000"/>
            <a:ext cx="9158400" cy="780950"/>
          </a:xfrm>
        </p:spPr>
        <p:txBody>
          <a:bodyPr/>
          <a:lstStyle>
            <a:lvl1pPr marL="0" indent="0">
              <a:buNone/>
              <a:defRPr/>
            </a:lvl1pPr>
          </a:lstStyle>
          <a:p>
            <a:endParaRPr lang="de-DE" dirty="0"/>
          </a:p>
        </p:txBody>
      </p:sp>
      <p:sp>
        <p:nvSpPr>
          <p:cNvPr id="3" name="Textplatzhalter 17">
            <a:extLst>
              <a:ext uri="{FF2B5EF4-FFF2-40B4-BE49-F238E27FC236}">
                <a16:creationId xmlns:a16="http://schemas.microsoft.com/office/drawing/2014/main" id="{F58BA37D-D936-DFFC-012E-332DD1E77F13}"/>
              </a:ext>
            </a:extLst>
          </p:cNvPr>
          <p:cNvSpPr>
            <a:spLocks noGrp="1"/>
          </p:cNvSpPr>
          <p:nvPr>
            <p:ph type="body" sz="quarter" idx="16"/>
          </p:nvPr>
        </p:nvSpPr>
        <p:spPr>
          <a:xfrm>
            <a:off x="359998" y="5463555"/>
            <a:ext cx="9158400"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
        <p:nvSpPr>
          <p:cNvPr id="9" name="Slide Number Placeholder 8">
            <a:extLst>
              <a:ext uri="{FF2B5EF4-FFF2-40B4-BE49-F238E27FC236}">
                <a16:creationId xmlns:a16="http://schemas.microsoft.com/office/drawing/2014/main" id="{611D18D0-3C57-E2A5-99A6-73B8E60180ED}"/>
              </a:ext>
            </a:extLst>
          </p:cNvPr>
          <p:cNvSpPr>
            <a:spLocks noGrp="1"/>
          </p:cNvSpPr>
          <p:nvPr>
            <p:ph type="sldNum" sz="quarter" idx="19"/>
          </p:nvPr>
        </p:nvSpPr>
        <p:spPr/>
        <p:txBody>
          <a:bodyPr/>
          <a:lstStyle/>
          <a:p>
            <a:fld id="{075B144D-941B-4DFC-AF5F-0416193D12EC}" type="slidenum">
              <a:rPr lang="de-DE" smtClean="0"/>
              <a:pPr/>
              <a:t>‹#›</a:t>
            </a:fld>
            <a:endParaRPr lang="de-DE" dirty="0"/>
          </a:p>
        </p:txBody>
      </p:sp>
    </p:spTree>
    <p:extLst>
      <p:ext uri="{BB962C8B-B14F-4D97-AF65-F5344CB8AC3E}">
        <p14:creationId xmlns:p14="http://schemas.microsoft.com/office/powerpoint/2010/main" val="1917264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17DB8FB4-2383-45B9-9AE6-EBC2F37106BB}"/>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60000" y="2874044"/>
            <a:ext cx="7528801" cy="2325712"/>
          </a:xfrm>
        </p:spPr>
        <p:txBody>
          <a:bodyPr/>
          <a:lstStyle>
            <a:lvl1pPr marL="0" indent="0">
              <a:buNone/>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60000" y="1728000"/>
            <a:ext cx="7528801" cy="780950"/>
          </a:xfrm>
        </p:spPr>
        <p:txBody>
          <a:bodyPr/>
          <a:lstStyle>
            <a:lvl1pPr marL="0" indent="0">
              <a:buNone/>
              <a:defRPr/>
            </a:lvl1pPr>
          </a:lstStyle>
          <a:p>
            <a:endParaRPr lang="de-DE" dirty="0"/>
          </a:p>
        </p:txBody>
      </p:sp>
      <p:sp>
        <p:nvSpPr>
          <p:cNvPr id="10" name="Textplatzhalter 9">
            <a:extLst>
              <a:ext uri="{FF2B5EF4-FFF2-40B4-BE49-F238E27FC236}">
                <a16:creationId xmlns:a16="http://schemas.microsoft.com/office/drawing/2014/main" id="{C96CA32A-ADBA-47A3-8757-69DCD77F6EE5}"/>
              </a:ext>
            </a:extLst>
          </p:cNvPr>
          <p:cNvSpPr>
            <a:spLocks noGrp="1"/>
          </p:cNvSpPr>
          <p:nvPr>
            <p:ph type="body" sz="quarter" idx="19"/>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17">
            <a:extLst>
              <a:ext uri="{FF2B5EF4-FFF2-40B4-BE49-F238E27FC236}">
                <a16:creationId xmlns:a16="http://schemas.microsoft.com/office/drawing/2014/main" id="{46958A4A-7CCB-D30A-146E-1052A140D507}"/>
              </a:ext>
            </a:extLst>
          </p:cNvPr>
          <p:cNvSpPr>
            <a:spLocks noGrp="1"/>
          </p:cNvSpPr>
          <p:nvPr>
            <p:ph type="body" sz="quarter" idx="16"/>
          </p:nvPr>
        </p:nvSpPr>
        <p:spPr>
          <a:xfrm>
            <a:off x="359998" y="5463555"/>
            <a:ext cx="7528802"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34353983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60000" y="2874044"/>
            <a:ext cx="7528801" cy="2325712"/>
          </a:xfrm>
        </p:spPr>
        <p:txBody>
          <a:bodyPr/>
          <a:lstStyle>
            <a:lvl1pPr marL="0" indent="0">
              <a:buNone/>
              <a:defRPr>
                <a:latin typeface="SRH Text" panose="020B0503020204020204" pitchFamily="34" charset="0"/>
                <a:ea typeface="SRH Text" panose="020B0503020204020204" pitchFamily="34" charset="0"/>
                <a:cs typeface="SRH Text" panose="020B0503020204020204" pitchFamily="34" charset="0"/>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60000" y="1728000"/>
            <a:ext cx="7528801" cy="780950"/>
          </a:xfrm>
        </p:spPr>
        <p:txBody>
          <a:bodyPr/>
          <a:lstStyle>
            <a:lvl1pPr marL="0" indent="0">
              <a:buNone/>
              <a:defRPr>
                <a:latin typeface="SRH Text" panose="020B0503020204020204" pitchFamily="34" charset="0"/>
                <a:ea typeface="SRH Text" panose="020B0503020204020204" pitchFamily="34" charset="0"/>
                <a:cs typeface="SRH Text" panose="020B0503020204020204" pitchFamily="34" charset="0"/>
              </a:defRPr>
            </a:lvl1pPr>
          </a:lstStyle>
          <a:p>
            <a:endParaRPr lang="de-DE" dirty="0"/>
          </a:p>
        </p:txBody>
      </p:sp>
      <p:sp>
        <p:nvSpPr>
          <p:cNvPr id="10" name="Textplatzhalter 9">
            <a:extLst>
              <a:ext uri="{FF2B5EF4-FFF2-40B4-BE49-F238E27FC236}">
                <a16:creationId xmlns:a16="http://schemas.microsoft.com/office/drawing/2014/main" id="{C96CA32A-ADBA-47A3-8757-69DCD77F6EE5}"/>
              </a:ext>
            </a:extLst>
          </p:cNvPr>
          <p:cNvSpPr>
            <a:spLocks noGrp="1"/>
          </p:cNvSpPr>
          <p:nvPr>
            <p:ph type="body" sz="quarter" idx="19"/>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17">
            <a:extLst>
              <a:ext uri="{FF2B5EF4-FFF2-40B4-BE49-F238E27FC236}">
                <a16:creationId xmlns:a16="http://schemas.microsoft.com/office/drawing/2014/main" id="{48982CEE-C30D-F03B-1D0F-BC08A58C3802}"/>
              </a:ext>
            </a:extLst>
          </p:cNvPr>
          <p:cNvSpPr>
            <a:spLocks noGrp="1"/>
          </p:cNvSpPr>
          <p:nvPr>
            <p:ph type="body" sz="quarter" idx="16"/>
          </p:nvPr>
        </p:nvSpPr>
        <p:spPr>
          <a:xfrm>
            <a:off x="359998" y="5463555"/>
            <a:ext cx="7528802"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1464736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000F0B-E229-41CB-A4F2-F8C9A639788D}"/>
              </a:ext>
            </a:extLst>
          </p:cNvPr>
          <p:cNvSpPr>
            <a:spLocks noGrp="1"/>
          </p:cNvSpPr>
          <p:nvPr>
            <p:ph type="title"/>
          </p:nvPr>
        </p:nvSpPr>
        <p:spPr/>
        <p:txBody>
          <a:bodyPr/>
          <a:lstStyle/>
          <a:p>
            <a:r>
              <a:rPr lang="de-DE" dirty="0"/>
              <a:t>Mastertitelformat bearbeiten</a:t>
            </a:r>
          </a:p>
        </p:txBody>
      </p:sp>
      <p:sp>
        <p:nvSpPr>
          <p:cNvPr id="5" name="Foliennummernplatzhalter 4">
            <a:extLst>
              <a:ext uri="{FF2B5EF4-FFF2-40B4-BE49-F238E27FC236}">
                <a16:creationId xmlns:a16="http://schemas.microsoft.com/office/drawing/2014/main" id="{E5AD5931-23CA-4583-B798-7C917D232CB6}"/>
              </a:ext>
            </a:extLst>
          </p:cNvPr>
          <p:cNvSpPr>
            <a:spLocks noGrp="1"/>
          </p:cNvSpPr>
          <p:nvPr>
            <p:ph type="sldNum" sz="quarter" idx="12"/>
          </p:nvPr>
        </p:nvSpPr>
        <p:spPr/>
        <p:txBody>
          <a:bodyPr/>
          <a:lstStyle>
            <a:lvl1pPr>
              <a:defRPr>
                <a:latin typeface="+mn-lt"/>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145327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el + graue Fläch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2383B0DD-5DF7-8F73-9406-5100CC2666F8}"/>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25000F0B-E229-41CB-A4F2-F8C9A639788D}"/>
              </a:ext>
            </a:extLst>
          </p:cNvPr>
          <p:cNvSpPr>
            <a:spLocks noGrp="1"/>
          </p:cNvSpPr>
          <p:nvPr>
            <p:ph type="title"/>
          </p:nvPr>
        </p:nvSpPr>
        <p:spPr/>
        <p:txBody>
          <a:bodyPr/>
          <a:lstStyle/>
          <a:p>
            <a:r>
              <a:rPr lang="de-DE" dirty="0"/>
              <a:t>Mastertitelformat bearbeiten</a:t>
            </a:r>
          </a:p>
        </p:txBody>
      </p:sp>
      <p:sp>
        <p:nvSpPr>
          <p:cNvPr id="5" name="Foliennummernplatzhalter 4">
            <a:extLst>
              <a:ext uri="{FF2B5EF4-FFF2-40B4-BE49-F238E27FC236}">
                <a16:creationId xmlns:a16="http://schemas.microsoft.com/office/drawing/2014/main" id="{E5AD5931-23CA-4583-B798-7C917D232CB6}"/>
              </a:ext>
            </a:extLst>
          </p:cNvPr>
          <p:cNvSpPr>
            <a:spLocks noGrp="1"/>
          </p:cNvSpPr>
          <p:nvPr>
            <p:ph type="sldNum" sz="quarter" idx="12"/>
          </p:nvPr>
        </p:nvSpPr>
        <p:spPr/>
        <p:txBody>
          <a:bodyPr/>
          <a:lstStyle>
            <a:lvl1pPr>
              <a:defRPr>
                <a:latin typeface="+mn-lt"/>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241262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5FDE75B-FF1F-416F-A307-21032D7416B8}"/>
              </a:ext>
            </a:extLst>
          </p:cNvPr>
          <p:cNvSpPr>
            <a:spLocks noGrp="1"/>
          </p:cNvSpPr>
          <p:nvPr>
            <p:ph type="sldNum" sz="quarter" idx="12"/>
          </p:nvPr>
        </p:nvSpPr>
        <p:spPr/>
        <p:txBody>
          <a:bodyPr/>
          <a:lstStyle/>
          <a:p>
            <a:fld id="{075B144D-941B-4DFC-AF5F-0416193D12EC}" type="slidenum">
              <a:rPr lang="de-DE" smtClean="0"/>
              <a:t>‹#›</a:t>
            </a:fld>
            <a:endParaRPr lang="de-DE"/>
          </a:p>
        </p:txBody>
      </p:sp>
    </p:spTree>
    <p:extLst>
      <p:ext uri="{BB962C8B-B14F-4D97-AF65-F5344CB8AC3E}">
        <p14:creationId xmlns:p14="http://schemas.microsoft.com/office/powerpoint/2010/main" val="27005264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89DF183-E411-4BC5-A0BE-9BB3970575D4}"/>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12" name="Textfeld 11">
            <a:extLst>
              <a:ext uri="{FF2B5EF4-FFF2-40B4-BE49-F238E27FC236}">
                <a16:creationId xmlns:a16="http://schemas.microsoft.com/office/drawing/2014/main" id="{148E321B-0FFD-42B0-B89F-0A148F81F82A}"/>
              </a:ext>
            </a:extLst>
          </p:cNvPr>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SRH Headline" panose="020B0603020204020204" pitchFamily="34" charset="0"/>
                <a:ea typeface="SRH Headline" panose="020B0603020204020204" pitchFamily="34" charset="0"/>
                <a:cs typeface="SRH Headline" panose="020B0603020204020204" pitchFamily="34" charset="0"/>
              </a:rPr>
              <a:t>Any Questions?</a:t>
            </a:r>
          </a:p>
          <a:p>
            <a:r>
              <a:rPr lang="de-DE" sz="4800" b="1" dirty="0">
                <a:solidFill>
                  <a:srgbClr val="DF4807"/>
                </a:solidFill>
                <a:latin typeface="SRH Headline" panose="020B0603020204020204" pitchFamily="34" charset="0"/>
                <a:ea typeface="SRH Headline" panose="020B0603020204020204" pitchFamily="34" charset="0"/>
                <a:cs typeface="SRH Headline" panose="020B0603020204020204" pitchFamily="34" charset="0"/>
              </a:rPr>
              <a:t>See you next time </a:t>
            </a:r>
            <a:r>
              <a:rPr lang="de-DE" sz="4800" b="1" dirty="0">
                <a:solidFill>
                  <a:srgbClr val="DF4807"/>
                </a:solidFill>
                <a:latin typeface="SRH Headline" panose="020B0603020204020204" pitchFamily="34" charset="0"/>
                <a:ea typeface="SRH Headline" panose="020B0603020204020204" pitchFamily="34" charset="0"/>
                <a:cs typeface="SRH Headline" panose="020B0603020204020204" pitchFamily="34" charset="0"/>
                <a:sym typeface="Wingdings" panose="05000000000000000000" pitchFamily="2" charset="2"/>
              </a:rPr>
              <a:t></a:t>
            </a:r>
            <a:endParaRPr lang="de-DE" sz="4800" b="1" dirty="0">
              <a:solidFill>
                <a:srgbClr val="DF4807"/>
              </a:solidFill>
              <a:latin typeface="SRH Headline" panose="020B0603020204020204" pitchFamily="34" charset="0"/>
              <a:ea typeface="SRH Headline" panose="020B0603020204020204" pitchFamily="34" charset="0"/>
              <a:cs typeface="SRH Headline" panose="020B0603020204020204" pitchFamily="34" charset="0"/>
            </a:endParaRPr>
          </a:p>
        </p:txBody>
      </p:sp>
      <p:sp>
        <p:nvSpPr>
          <p:cNvPr id="9" name="Textplatzhalter 8">
            <a:extLst>
              <a:ext uri="{FF2B5EF4-FFF2-40B4-BE49-F238E27FC236}">
                <a16:creationId xmlns:a16="http://schemas.microsoft.com/office/drawing/2014/main" id="{4089409A-B58C-4672-A297-06D68AFA2FFD}"/>
              </a:ext>
            </a:extLst>
          </p:cNvPr>
          <p:cNvSpPr>
            <a:spLocks noGrp="1"/>
          </p:cNvSpPr>
          <p:nvPr>
            <p:ph type="body" sz="quarter" idx="13"/>
          </p:nvPr>
        </p:nvSpPr>
        <p:spPr>
          <a:xfrm>
            <a:off x="360000" y="4881435"/>
            <a:ext cx="4630928" cy="1272029"/>
          </a:xfrm>
        </p:spPr>
        <p:txBody>
          <a:bodyPr/>
          <a:lstStyle>
            <a:lvl1pPr marL="0" indent="0">
              <a:lnSpc>
                <a:spcPct val="110000"/>
              </a:lnSpc>
              <a:spcBef>
                <a:spcPts val="0"/>
              </a:spcBef>
              <a:spcAft>
                <a:spcPts val="0"/>
              </a:spcAft>
              <a:buNone/>
              <a:defRPr sz="1400" b="0">
                <a:solidFill>
                  <a:schemeClr val="tx1"/>
                </a:solidFill>
              </a:defRPr>
            </a:lvl1pPr>
            <a:lvl2pPr marL="0" indent="0">
              <a:lnSpc>
                <a:spcPct val="110000"/>
              </a:lnSpc>
              <a:spcBef>
                <a:spcPts val="0"/>
              </a:spcBef>
              <a:spcAft>
                <a:spcPts val="0"/>
              </a:spcAft>
              <a:buFont typeface="Arial" panose="020B0604020202020204" pitchFamily="34" charset="0"/>
              <a:buNone/>
              <a:defRPr sz="1400" b="0"/>
            </a:lvl2pPr>
            <a:lvl3pPr marL="0" indent="0">
              <a:lnSpc>
                <a:spcPct val="110000"/>
              </a:lnSpc>
              <a:spcBef>
                <a:spcPts val="0"/>
              </a:spcBef>
              <a:spcAft>
                <a:spcPts val="0"/>
              </a:spcAft>
              <a:buFont typeface="Arial" panose="020B0604020202020204" pitchFamily="34" charset="0"/>
              <a:buNone/>
              <a:defRPr sz="1400" b="0">
                <a:solidFill>
                  <a:srgbClr val="2C2E2E"/>
                </a:solidFill>
              </a:defRPr>
            </a:lvl3pPr>
            <a:lvl4pPr marL="0" indent="0">
              <a:lnSpc>
                <a:spcPct val="110000"/>
              </a:lnSpc>
              <a:spcBef>
                <a:spcPts val="0"/>
              </a:spcBef>
              <a:spcAft>
                <a:spcPts val="0"/>
              </a:spcAft>
              <a:buFont typeface="Arial" panose="020B0604020202020204" pitchFamily="34" charset="0"/>
              <a:buNone/>
              <a:defRPr sz="1400" b="0">
                <a:solidFill>
                  <a:srgbClr val="2C2E2E"/>
                </a:solidFill>
              </a:defRPr>
            </a:lvl4pPr>
            <a:lvl5pPr marL="0" indent="0">
              <a:lnSpc>
                <a:spcPct val="110000"/>
              </a:lnSpc>
              <a:spcBef>
                <a:spcPts val="0"/>
              </a:spcBef>
              <a:spcAft>
                <a:spcPts val="0"/>
              </a:spcAft>
              <a:buFont typeface="Arial" panose="020B0604020202020204" pitchFamily="34" charset="0"/>
              <a:buNone/>
              <a:defRPr sz="1400" b="0">
                <a:solidFill>
                  <a:srgbClr val="2C2E2E"/>
                </a:solidFill>
              </a:defRPr>
            </a:lvl5pPr>
            <a:lvl6pPr marL="0" indent="0">
              <a:lnSpc>
                <a:spcPct val="110000"/>
              </a:lnSpc>
              <a:spcBef>
                <a:spcPts val="0"/>
              </a:spcBef>
              <a:spcAft>
                <a:spcPts val="0"/>
              </a:spcAft>
              <a:buFont typeface="Arial" panose="020B0604020202020204" pitchFamily="34" charset="0"/>
              <a:buNone/>
              <a:defRPr sz="1400" b="0">
                <a:solidFill>
                  <a:srgbClr val="2C2E2E"/>
                </a:solidFill>
              </a:defRPr>
            </a:lvl6pPr>
            <a:lvl7pPr marL="0" indent="0">
              <a:lnSpc>
                <a:spcPct val="110000"/>
              </a:lnSpc>
              <a:spcBef>
                <a:spcPts val="0"/>
              </a:spcBef>
              <a:spcAft>
                <a:spcPts val="0"/>
              </a:spcAft>
              <a:buFont typeface="Arial" panose="020B0604020202020204" pitchFamily="34" charset="0"/>
              <a:buNone/>
              <a:defRPr sz="1400" b="0">
                <a:solidFill>
                  <a:srgbClr val="2C2E2E"/>
                </a:solidFill>
              </a:defRPr>
            </a:lvl7pPr>
            <a:lvl8pPr marL="0" indent="0">
              <a:lnSpc>
                <a:spcPct val="110000"/>
              </a:lnSpc>
              <a:spcBef>
                <a:spcPts val="0"/>
              </a:spcBef>
              <a:spcAft>
                <a:spcPts val="0"/>
              </a:spcAft>
              <a:buFont typeface="Arial" panose="020B0604020202020204" pitchFamily="34" charset="0"/>
              <a:buNone/>
              <a:defRPr sz="1400" b="0">
                <a:solidFill>
                  <a:srgbClr val="2C2E2E"/>
                </a:solidFill>
              </a:defRPr>
            </a:lvl8pPr>
            <a:lvl9pPr marL="0" indent="0">
              <a:lnSpc>
                <a:spcPct val="110000"/>
              </a:lnSpc>
              <a:spcBef>
                <a:spcPts val="0"/>
              </a:spcBef>
              <a:spcAft>
                <a:spcPts val="0"/>
              </a:spcAft>
              <a:buFont typeface="Arial" panose="020B0604020202020204" pitchFamily="34" charset="0"/>
              <a:buNone/>
              <a:defRPr sz="14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9776034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a:extLst>
              <a:ext uri="{FF2B5EF4-FFF2-40B4-BE49-F238E27FC236}">
                <a16:creationId xmlns:a16="http://schemas.microsoft.com/office/drawing/2014/main" id="{148E321B-0FFD-42B0-B89F-0A148F81F82A}"/>
              </a:ext>
            </a:extLst>
          </p:cNvPr>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SRH Headline" panose="020B0603020204020204" pitchFamily="34" charset="0"/>
                <a:ea typeface="SRH Headline" panose="020B0603020204020204" pitchFamily="34" charset="0"/>
                <a:cs typeface="SRH Headline" panose="020B0603020204020204" pitchFamily="34" charset="0"/>
              </a:rPr>
              <a:t>Vielen Dank für Ihre </a:t>
            </a:r>
            <a:br>
              <a:rPr lang="de-DE" sz="4800" b="1" dirty="0">
                <a:solidFill>
                  <a:schemeClr val="bg1"/>
                </a:solidFill>
                <a:latin typeface="SRH Headline" panose="020B0603020204020204" pitchFamily="34" charset="0"/>
                <a:ea typeface="SRH Headline" panose="020B0603020204020204" pitchFamily="34" charset="0"/>
                <a:cs typeface="SRH Headline" panose="020B0603020204020204" pitchFamily="34" charset="0"/>
              </a:rPr>
            </a:br>
            <a:r>
              <a:rPr lang="de-DE" sz="4800" b="1" dirty="0">
                <a:solidFill>
                  <a:schemeClr val="bg1"/>
                </a:solidFill>
                <a:latin typeface="SRH Headline" panose="020B0603020204020204" pitchFamily="34" charset="0"/>
                <a:ea typeface="SRH Headline" panose="020B0603020204020204" pitchFamily="34" charset="0"/>
                <a:cs typeface="SRH Headline" panose="020B0603020204020204" pitchFamily="34" charset="0"/>
              </a:rPr>
              <a:t>Aufmerksamkeit!</a:t>
            </a:r>
          </a:p>
        </p:txBody>
      </p:sp>
      <p:sp>
        <p:nvSpPr>
          <p:cNvPr id="6" name="Freihandform: Form 5">
            <a:extLst>
              <a:ext uri="{FF2B5EF4-FFF2-40B4-BE49-F238E27FC236}">
                <a16:creationId xmlns:a16="http://schemas.microsoft.com/office/drawing/2014/main" id="{AD93ACF1-E5AA-4FCA-9C8B-47AAB1BA68EF}"/>
              </a:ext>
            </a:extLst>
          </p:cNvPr>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dirty="0">
              <a:latin typeface="SRH Text" panose="020B0503020204020204" pitchFamily="34" charset="0"/>
            </a:endParaRPr>
          </a:p>
        </p:txBody>
      </p:sp>
      <p:pic>
        <p:nvPicPr>
          <p:cNvPr id="7" name="Grafik 6">
            <a:extLst>
              <a:ext uri="{FF2B5EF4-FFF2-40B4-BE49-F238E27FC236}">
                <a16:creationId xmlns:a16="http://schemas.microsoft.com/office/drawing/2014/main" id="{6E066742-228D-427F-905A-967890648B2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2" name="Textplatzhalter 8">
            <a:extLst>
              <a:ext uri="{FF2B5EF4-FFF2-40B4-BE49-F238E27FC236}">
                <a16:creationId xmlns:a16="http://schemas.microsoft.com/office/drawing/2014/main" id="{6971E219-B703-EDCC-A086-1CF2E0C20E5A}"/>
              </a:ext>
            </a:extLst>
          </p:cNvPr>
          <p:cNvSpPr>
            <a:spLocks noGrp="1"/>
          </p:cNvSpPr>
          <p:nvPr>
            <p:ph type="body" sz="quarter" idx="13"/>
          </p:nvPr>
        </p:nvSpPr>
        <p:spPr>
          <a:xfrm>
            <a:off x="360000" y="4881435"/>
            <a:ext cx="4630928" cy="1272029"/>
          </a:xfrm>
        </p:spPr>
        <p:txBody>
          <a:bodyPr/>
          <a:lstStyle>
            <a:lvl1pPr marL="0" indent="0">
              <a:lnSpc>
                <a:spcPct val="110000"/>
              </a:lnSpc>
              <a:spcBef>
                <a:spcPts val="0"/>
              </a:spcBef>
              <a:spcAft>
                <a:spcPts val="0"/>
              </a:spcAft>
              <a:buNone/>
              <a:defRPr sz="1200" b="1">
                <a:solidFill>
                  <a:schemeClr val="bg1"/>
                </a:solidFill>
              </a:defRPr>
            </a:lvl1pPr>
            <a:lvl2pPr marL="0" indent="0">
              <a:lnSpc>
                <a:spcPct val="110000"/>
              </a:lnSpc>
              <a:spcBef>
                <a:spcPts val="0"/>
              </a:spcBef>
              <a:spcAft>
                <a:spcPts val="0"/>
              </a:spcAft>
              <a:buFont typeface="Arial" panose="020B0604020202020204" pitchFamily="34" charset="0"/>
              <a:buNone/>
              <a:defRPr sz="1200" b="1">
                <a:solidFill>
                  <a:schemeClr val="bg1"/>
                </a:solidFill>
              </a:defRPr>
            </a:lvl2pPr>
            <a:lvl3pPr marL="0" indent="0">
              <a:lnSpc>
                <a:spcPct val="110000"/>
              </a:lnSpc>
              <a:spcBef>
                <a:spcPts val="0"/>
              </a:spcBef>
              <a:spcAft>
                <a:spcPts val="0"/>
              </a:spcAft>
              <a:buFont typeface="Arial" panose="020B0604020202020204" pitchFamily="34" charset="0"/>
              <a:buNone/>
              <a:defRPr sz="1200" b="1">
                <a:solidFill>
                  <a:schemeClr val="bg1"/>
                </a:solidFill>
              </a:defRPr>
            </a:lvl3pPr>
            <a:lvl4pPr marL="0" indent="0">
              <a:lnSpc>
                <a:spcPct val="110000"/>
              </a:lnSpc>
              <a:spcBef>
                <a:spcPts val="0"/>
              </a:spcBef>
              <a:spcAft>
                <a:spcPts val="0"/>
              </a:spcAft>
              <a:buFont typeface="Arial" panose="020B0604020202020204" pitchFamily="34" charset="0"/>
              <a:buNone/>
              <a:defRPr sz="1200" b="1">
                <a:solidFill>
                  <a:schemeClr val="bg1"/>
                </a:solidFill>
              </a:defRPr>
            </a:lvl4pPr>
            <a:lvl5pPr marL="0" indent="0">
              <a:lnSpc>
                <a:spcPct val="110000"/>
              </a:lnSpc>
              <a:spcBef>
                <a:spcPts val="0"/>
              </a:spcBef>
              <a:spcAft>
                <a:spcPts val="0"/>
              </a:spcAft>
              <a:buFont typeface="Arial" panose="020B0604020202020204" pitchFamily="34" charset="0"/>
              <a:buNone/>
              <a:defRPr sz="1200" b="1">
                <a:solidFill>
                  <a:schemeClr val="bg1"/>
                </a:solidFill>
              </a:defRPr>
            </a:lvl5pPr>
            <a:lvl6pPr marL="0" indent="0">
              <a:lnSpc>
                <a:spcPct val="110000"/>
              </a:lnSpc>
              <a:spcBef>
                <a:spcPts val="0"/>
              </a:spcBef>
              <a:spcAft>
                <a:spcPts val="0"/>
              </a:spcAft>
              <a:buFont typeface="Arial" panose="020B0604020202020204" pitchFamily="34" charset="0"/>
              <a:buNone/>
              <a:defRPr sz="1200" b="1">
                <a:solidFill>
                  <a:schemeClr val="bg1"/>
                </a:solidFill>
              </a:defRPr>
            </a:lvl6pPr>
            <a:lvl7pPr marL="0" indent="0">
              <a:lnSpc>
                <a:spcPct val="110000"/>
              </a:lnSpc>
              <a:spcBef>
                <a:spcPts val="0"/>
              </a:spcBef>
              <a:spcAft>
                <a:spcPts val="0"/>
              </a:spcAft>
              <a:buFont typeface="Arial" panose="020B0604020202020204" pitchFamily="34" charset="0"/>
              <a:buNone/>
              <a:defRPr sz="1200" b="1">
                <a:solidFill>
                  <a:schemeClr val="bg1"/>
                </a:solidFill>
              </a:defRPr>
            </a:lvl7pPr>
            <a:lvl8pPr marL="0" indent="0">
              <a:lnSpc>
                <a:spcPct val="110000"/>
              </a:lnSpc>
              <a:spcBef>
                <a:spcPts val="0"/>
              </a:spcBef>
              <a:spcAft>
                <a:spcPts val="0"/>
              </a:spcAft>
              <a:buFont typeface="Arial" panose="020B0604020202020204" pitchFamily="34" charset="0"/>
              <a:buNone/>
              <a:defRPr sz="1200" b="1">
                <a:solidFill>
                  <a:schemeClr val="bg1"/>
                </a:solidFill>
              </a:defRPr>
            </a:lvl8pPr>
            <a:lvl9pPr marL="0" indent="0">
              <a:lnSpc>
                <a:spcPct val="110000"/>
              </a:lnSpc>
              <a:spcBef>
                <a:spcPts val="0"/>
              </a:spcBef>
              <a:spcAft>
                <a:spcPts val="0"/>
              </a:spcAft>
              <a:buFont typeface="Arial" panose="020B0604020202020204" pitchFamily="34" charset="0"/>
              <a:buNone/>
              <a:defRPr sz="1200" b="1">
                <a:solidFill>
                  <a:schemeClr val="bg1"/>
                </a:solidFill>
              </a:defRPr>
            </a:lvl9pPr>
          </a:lstStyle>
          <a:p>
            <a:pPr lvl="0"/>
            <a:r>
              <a:rPr lang="de-DE"/>
              <a:t>Mastertextformat bearbeiten</a:t>
            </a:r>
          </a:p>
        </p:txBody>
      </p:sp>
    </p:spTree>
    <p:extLst>
      <p:ext uri="{BB962C8B-B14F-4D97-AF65-F5344CB8AC3E}">
        <p14:creationId xmlns:p14="http://schemas.microsoft.com/office/powerpoint/2010/main" val="2265778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0072B7B4-27E0-4F7C-BEF9-A2BE5E461AF3}"/>
              </a:ext>
            </a:extLst>
          </p:cNvPr>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mn-lt"/>
                <a:ea typeface="SRH Text" panose="020B0503020204020204" pitchFamily="34" charset="0"/>
                <a:cs typeface="SRH Text" panose="020B0503020204020204" pitchFamily="34" charset="0"/>
              </a:defRPr>
            </a:lvl1pPr>
          </a:lstStyle>
          <a:p>
            <a:fld id="{075B144D-941B-4DFC-AF5F-0416193D12EC}" type="slidenum">
              <a:rPr lang="de-DE" smtClean="0"/>
              <a:pPr/>
              <a:t>‹#›</a:t>
            </a:fld>
            <a:endParaRPr lang="de-DE" dirty="0"/>
          </a:p>
        </p:txBody>
      </p:sp>
      <p:sp>
        <p:nvSpPr>
          <p:cNvPr id="3" name="Textplatzhalter 2">
            <a:extLst>
              <a:ext uri="{FF2B5EF4-FFF2-40B4-BE49-F238E27FC236}">
                <a16:creationId xmlns:a16="http://schemas.microsoft.com/office/drawing/2014/main" id="{53CA1C0B-8B72-4C84-BAB1-FEBDDAC945E9}"/>
              </a:ext>
            </a:extLst>
          </p:cNvPr>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a:t>1Copy mit Bulletpoint </a:t>
            </a:r>
            <a:r>
              <a:rPr lang="de-DE" dirty="0"/>
              <a:t>18 Pt.</a:t>
            </a:r>
          </a:p>
          <a:p>
            <a:pPr lvl="1"/>
            <a:r>
              <a:rPr lang="de-DE"/>
              <a:t>2Copy mit Bulletpoint, eingerückt 16 Pt.</a:t>
            </a:r>
          </a:p>
          <a:p>
            <a:pPr lvl="2"/>
            <a:r>
              <a:rPr lang="de-DE"/>
              <a:t>3Copy mit Bulletpoint, eingerückt 16 Pt.</a:t>
            </a:r>
          </a:p>
          <a:p>
            <a:pPr lvl="3"/>
            <a:r>
              <a:rPr lang="de-DE"/>
              <a:t>4Copy mit Bulletpoint 18 Pt</a:t>
            </a:r>
          </a:p>
          <a:p>
            <a:pPr lvl="4"/>
            <a:r>
              <a:rPr lang="de-DE"/>
              <a:t>5Copy mit Bulletpoint 18 Pt.</a:t>
            </a:r>
            <a:endParaRPr lang="de-DE" dirty="0"/>
          </a:p>
          <a:p>
            <a:pPr lvl="5"/>
            <a:r>
              <a:rPr lang="de-DE"/>
              <a:t>6Copy mit Bulletpoint 18 Pt.</a:t>
            </a:r>
            <a:endParaRPr lang="de-DE" dirty="0"/>
          </a:p>
          <a:p>
            <a:pPr lvl="6"/>
            <a:r>
              <a:rPr lang="de-DE"/>
              <a:t>7Copy mit Bulletpoint 18 </a:t>
            </a:r>
            <a:r>
              <a:rPr lang="de-DE" dirty="0"/>
              <a:t>Pt.</a:t>
            </a:r>
          </a:p>
          <a:p>
            <a:pPr lvl="7"/>
            <a:r>
              <a:rPr lang="de-DE"/>
              <a:t>8Copy mit Bulletpoint 18 Pt.</a:t>
            </a:r>
            <a:endParaRPr lang="de-DE" dirty="0"/>
          </a:p>
          <a:p>
            <a:pPr lvl="8"/>
            <a:r>
              <a:rPr lang="de-DE"/>
              <a:t>9Copy mit Bulletpoint 18 Pt. </a:t>
            </a:r>
            <a:endParaRPr lang="de-DE" dirty="0"/>
          </a:p>
        </p:txBody>
      </p:sp>
      <p:sp>
        <p:nvSpPr>
          <p:cNvPr id="2" name="Titelplatzhalter 1">
            <a:extLst>
              <a:ext uri="{FF2B5EF4-FFF2-40B4-BE49-F238E27FC236}">
                <a16:creationId xmlns:a16="http://schemas.microsoft.com/office/drawing/2014/main" id="{92B4C745-B760-4320-98AD-BE2F6A54EBB9}"/>
              </a:ext>
            </a:extLst>
          </p:cNvPr>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a:extLst>
              <a:ext uri="{FF2B5EF4-FFF2-40B4-BE49-F238E27FC236}">
                <a16:creationId xmlns:a16="http://schemas.microsoft.com/office/drawing/2014/main" id="{E5453D28-3A12-4B40-BDC5-01A066B0461A}"/>
              </a:ext>
            </a:extLst>
          </p:cNvPr>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dirty="0">
              <a:latin typeface="SRH Text" panose="020B0503020204020204" pitchFamily="34" charset="0"/>
            </a:endParaRPr>
          </a:p>
        </p:txBody>
      </p:sp>
    </p:spTree>
    <p:extLst>
      <p:ext uri="{BB962C8B-B14F-4D97-AF65-F5344CB8AC3E}">
        <p14:creationId xmlns:p14="http://schemas.microsoft.com/office/powerpoint/2010/main" val="1098669299"/>
      </p:ext>
    </p:extLst>
  </p:cSld>
  <p:clrMap bg1="lt1" tx1="dk1" bg2="lt2" tx2="dk2" accent1="accent1" accent2="accent2" accent3="accent3" accent4="accent4" accent5="accent5" accent6="accent6" hlink="hlink" folHlink="folHlink"/>
  <p:sldLayoutIdLst>
    <p:sldLayoutId id="2147483679" r:id="rId1"/>
    <p:sldLayoutId id="2147483649" r:id="rId2"/>
    <p:sldLayoutId id="2147483676" r:id="rId3"/>
    <p:sldLayoutId id="2147483687" r:id="rId4"/>
    <p:sldLayoutId id="2147483650" r:id="rId5"/>
    <p:sldLayoutId id="2147483691" r:id="rId6"/>
    <p:sldLayoutId id="2147483651" r:id="rId7"/>
    <p:sldLayoutId id="2147483666" r:id="rId8"/>
    <p:sldLayoutId id="2147483686" r:id="rId9"/>
    <p:sldLayoutId id="2147483667" r:id="rId10"/>
    <p:sldLayoutId id="2147483664" r:id="rId11"/>
    <p:sldLayoutId id="2147483665" r:id="rId12"/>
    <p:sldLayoutId id="2147483661" r:id="rId13"/>
    <p:sldLayoutId id="2147483671" r:id="rId14"/>
    <p:sldLayoutId id="2147483672" r:id="rId15"/>
    <p:sldLayoutId id="2147483692" r:id="rId16"/>
    <p:sldLayoutId id="2147483694" r:id="rId17"/>
    <p:sldLayoutId id="2147483678" r:id="rId18"/>
    <p:sldLayoutId id="2147483673" r:id="rId19"/>
    <p:sldLayoutId id="2147483677" r:id="rId20"/>
    <p:sldLayoutId id="2147483683" r:id="rId21"/>
    <p:sldLayoutId id="2147483680" r:id="rId22"/>
    <p:sldLayoutId id="2147483684" r:id="rId23"/>
    <p:sldLayoutId id="2147483654" r:id="rId24"/>
    <p:sldLayoutId id="2147483693" r:id="rId25"/>
    <p:sldLayoutId id="2147483655" r:id="rId26"/>
    <p:sldLayoutId id="2147483681" r:id="rId27"/>
    <p:sldLayoutId id="2147483682" r:id="rId28"/>
  </p:sldLayoutIdLst>
  <p:hf hdr="0"/>
  <p:txStyles>
    <p:titleStyle>
      <a:lvl1pPr algn="l" defTabSz="914400" rtl="0" eaLnBrk="1" latinLnBrk="0" hangingPunct="1">
        <a:lnSpc>
          <a:spcPct val="100000"/>
        </a:lnSpc>
        <a:spcBef>
          <a:spcPct val="0"/>
        </a:spcBef>
        <a:buNone/>
        <a:defRPr sz="3000" b="1" kern="1200">
          <a:solidFill>
            <a:schemeClr val="tx1"/>
          </a:solidFill>
          <a:latin typeface="+mj-lt"/>
          <a:ea typeface="SRH Headline" panose="020B0603020204020204" pitchFamily="34" charset="0"/>
          <a:cs typeface="SRH Headline" panose="020B0603020204020204" pitchFamily="34" charset="0"/>
        </a:defRPr>
      </a:lvl1pPr>
    </p:titleStyle>
    <p:bodyStyle>
      <a:lvl1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1pPr>
      <a:lvl2pPr marL="720000" indent="-360000" algn="l" defTabSz="914400" rtl="0" eaLnBrk="1" latinLnBrk="0" hangingPunct="1">
        <a:lnSpc>
          <a:spcPct val="110000"/>
        </a:lnSpc>
        <a:spcBef>
          <a:spcPts val="300"/>
        </a:spcBef>
        <a:spcAft>
          <a:spcPts val="0"/>
        </a:spcAft>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2pPr>
      <a:lvl3pPr marL="1080000" indent="-360000" algn="l" defTabSz="914400" rtl="0" eaLnBrk="1" latinLnBrk="0" hangingPunct="1">
        <a:lnSpc>
          <a:spcPct val="110000"/>
        </a:lnSpc>
        <a:spcBef>
          <a:spcPts val="300"/>
        </a:spcBef>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3pPr>
      <a:lvl4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4pPr>
      <a:lvl5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5pPr>
      <a:lvl6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6pPr>
      <a:lvl7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Headline" panose="020B0603020204020204" pitchFamily="34" charset="0"/>
          <a:cs typeface="SRH Headline" panose="020B0603020204020204" pitchFamily="34" charset="0"/>
        </a:defRPr>
      </a:lvl7pPr>
      <a:lvl8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8pPr>
      <a:lvl9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26">
          <p15:clr>
            <a:srgbClr val="F26B43"/>
          </p15:clr>
        </p15:guide>
        <p15:guide id="4" pos="7453">
          <p15:clr>
            <a:srgbClr val="F26B43"/>
          </p15:clr>
        </p15:guide>
        <p15:guide id="5" orient="horz">
          <p15:clr>
            <a:srgbClr val="F26B43"/>
          </p15:clr>
        </p15:guide>
        <p15:guide id="6" orient="horz" pos="4320">
          <p15:clr>
            <a:srgbClr val="F26B43"/>
          </p15:clr>
        </p15:guide>
        <p15:guide id="7" orient="horz" pos="1088">
          <p15:clr>
            <a:srgbClr val="F26B43"/>
          </p15:clr>
        </p15:guide>
        <p15:guide id="8" orient="horz" pos="3753">
          <p15:clr>
            <a:srgbClr val="F26B43"/>
          </p15:clr>
        </p15:guide>
        <p15:guide id="9" orient="horz" pos="690">
          <p15:clr>
            <a:srgbClr val="F26B43"/>
          </p15:clr>
        </p15:guide>
        <p15:guide id="10" pos="59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7.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4.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mailto:ghadeer.mobasher@srh-hochschulen.de" TargetMode="External"/><Relationship Id="rId2" Type="http://schemas.openxmlformats.org/officeDocument/2006/relationships/notesSlide" Target="../notesSlides/notesSlide19.xml"/><Relationship Id="rId1" Type="http://schemas.openxmlformats.org/officeDocument/2006/relationships/slideLayout" Target="../slideLayouts/slideLayout27.xml"/><Relationship Id="rId5" Type="http://schemas.openxmlformats.org/officeDocument/2006/relationships/image" Target="../media/image26.png"/><Relationship Id="rId4" Type="http://schemas.openxmlformats.org/officeDocument/2006/relationships/hyperlink" Target="https://www.linkedin.com/in/ghadeermobash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C7B85632-E4AE-45C1-B77F-DC305DB7A4D9}"/>
              </a:ext>
            </a:extLst>
          </p:cNvPr>
          <p:cNvSpPr>
            <a:spLocks noGrp="1"/>
          </p:cNvSpPr>
          <p:nvPr>
            <p:ph type="title"/>
          </p:nvPr>
        </p:nvSpPr>
        <p:spPr>
          <a:xfrm>
            <a:off x="358775" y="1527379"/>
            <a:ext cx="12366538" cy="1406038"/>
          </a:xfrm>
        </p:spPr>
        <p:txBody>
          <a:bodyPr/>
          <a:lstStyle/>
          <a:p>
            <a:pPr algn="ctr"/>
            <a:r>
              <a:rPr lang="en-GB" sz="4500" dirty="0"/>
              <a:t>Python Foundations for Data Science</a:t>
            </a:r>
            <a:br>
              <a:rPr lang="en-GB" sz="4500" dirty="0"/>
            </a:br>
            <a:br>
              <a:rPr lang="en-GB" sz="4500" dirty="0"/>
            </a:br>
            <a:endParaRPr lang="de-DE" sz="4500" dirty="0"/>
          </a:p>
        </p:txBody>
      </p:sp>
      <p:sp>
        <p:nvSpPr>
          <p:cNvPr id="6" name="Fußzeilenplatzhalter 5">
            <a:extLst>
              <a:ext uri="{FF2B5EF4-FFF2-40B4-BE49-F238E27FC236}">
                <a16:creationId xmlns:a16="http://schemas.microsoft.com/office/drawing/2014/main" id="{1F6E6FC4-C5A8-42EB-8C76-017ABA498F4B}"/>
              </a:ext>
            </a:extLst>
          </p:cNvPr>
          <p:cNvSpPr>
            <a:spLocks noGrp="1"/>
          </p:cNvSpPr>
          <p:nvPr>
            <p:ph type="ftr" sz="quarter" idx="4294967295"/>
          </p:nvPr>
        </p:nvSpPr>
        <p:spPr>
          <a:xfrm>
            <a:off x="2710545" y="6153133"/>
            <a:ext cx="6495690" cy="365125"/>
          </a:xfrm>
          <a:prstGeom prst="rect">
            <a:avLst/>
          </a:prstGeom>
        </p:spPr>
        <p:txBody>
          <a:bodyPr/>
          <a:lstStyle/>
          <a:p>
            <a:pPr algn="ctr"/>
            <a:r>
              <a:rPr lang="de-DE" sz="2400" b="1" dirty="0">
                <a:solidFill>
                  <a:srgbClr val="2C2E2E"/>
                </a:solidFill>
              </a:rPr>
              <a:t>Dr. Ghadeer Mobasher</a:t>
            </a:r>
          </a:p>
        </p:txBody>
      </p:sp>
      <p:sp>
        <p:nvSpPr>
          <p:cNvPr id="8" name="TextBox 7">
            <a:extLst>
              <a:ext uri="{FF2B5EF4-FFF2-40B4-BE49-F238E27FC236}">
                <a16:creationId xmlns:a16="http://schemas.microsoft.com/office/drawing/2014/main" id="{D2C9CD85-AEC2-EA9F-A307-E9A335CBF91F}"/>
              </a:ext>
            </a:extLst>
          </p:cNvPr>
          <p:cNvSpPr txBox="1"/>
          <p:nvPr/>
        </p:nvSpPr>
        <p:spPr>
          <a:xfrm>
            <a:off x="1213745" y="2301863"/>
            <a:ext cx="9192451" cy="1015663"/>
          </a:xfrm>
          <a:prstGeom prst="rect">
            <a:avLst/>
          </a:prstGeom>
          <a:noFill/>
        </p:spPr>
        <p:txBody>
          <a:bodyPr wrap="square">
            <a:spAutoFit/>
          </a:bodyPr>
          <a:lstStyle/>
          <a:p>
            <a:pPr algn="ctr"/>
            <a:r>
              <a:rPr lang="en-GB" sz="2000" b="1" dirty="0">
                <a:solidFill>
                  <a:srgbClr val="2C2E2E"/>
                </a:solidFill>
                <a:effectLst>
                  <a:outerShdw blurRad="38100" dist="38100" dir="2700000" algn="tl">
                    <a:srgbClr val="000000">
                      <a:alpha val="43137"/>
                    </a:srgbClr>
                  </a:outerShdw>
                </a:effectLst>
              </a:rPr>
              <a:t>Week(5)</a:t>
            </a:r>
            <a:r>
              <a:rPr lang="en-GB" sz="2000" dirty="0">
                <a:solidFill>
                  <a:srgbClr val="2C2E2E"/>
                </a:solidFill>
              </a:rPr>
              <a:t>: Files &amp; Input/Output</a:t>
            </a:r>
            <a:endParaRPr lang="en-US" sz="2000" dirty="0">
              <a:solidFill>
                <a:srgbClr val="2C2E2E"/>
              </a:solidFill>
            </a:endParaRPr>
          </a:p>
          <a:p>
            <a:pPr algn="ctr"/>
            <a:endParaRPr lang="en-US" sz="2000" dirty="0">
              <a:solidFill>
                <a:schemeClr val="tx1">
                  <a:lumMod val="75000"/>
                </a:schemeClr>
              </a:solidFill>
            </a:endParaRPr>
          </a:p>
          <a:p>
            <a:pPr algn="ctr"/>
            <a:r>
              <a:rPr lang="en-GB" sz="2000" dirty="0">
                <a:solidFill>
                  <a:schemeClr val="accent1"/>
                </a:solidFill>
              </a:rPr>
              <a:t>Friday, 15</a:t>
            </a:r>
            <a:r>
              <a:rPr lang="en-GB" sz="2000" baseline="30000" dirty="0">
                <a:solidFill>
                  <a:schemeClr val="accent1"/>
                </a:solidFill>
              </a:rPr>
              <a:t>th</a:t>
            </a:r>
            <a:r>
              <a:rPr lang="en-GB" sz="2000" dirty="0">
                <a:solidFill>
                  <a:schemeClr val="accent1"/>
                </a:solidFill>
              </a:rPr>
              <a:t>  May 2026, 09:30–12:45</a:t>
            </a:r>
          </a:p>
        </p:txBody>
      </p:sp>
      <p:grpSp>
        <p:nvGrpSpPr>
          <p:cNvPr id="12" name="Group 11">
            <a:extLst>
              <a:ext uri="{FF2B5EF4-FFF2-40B4-BE49-F238E27FC236}">
                <a16:creationId xmlns:a16="http://schemas.microsoft.com/office/drawing/2014/main" id="{D0BD65E4-B395-5980-8154-BD4155463ACE}"/>
              </a:ext>
            </a:extLst>
          </p:cNvPr>
          <p:cNvGrpSpPr/>
          <p:nvPr/>
        </p:nvGrpSpPr>
        <p:grpSpPr>
          <a:xfrm>
            <a:off x="3428721" y="3289752"/>
            <a:ext cx="2529669" cy="2691712"/>
            <a:chOff x="3428721" y="3289752"/>
            <a:chExt cx="2529669" cy="2691712"/>
          </a:xfrm>
        </p:grpSpPr>
        <p:sp>
          <p:nvSpPr>
            <p:cNvPr id="5" name="TextBox 4">
              <a:extLst>
                <a:ext uri="{FF2B5EF4-FFF2-40B4-BE49-F238E27FC236}">
                  <a16:creationId xmlns:a16="http://schemas.microsoft.com/office/drawing/2014/main" id="{F78765C9-2CAF-4A8A-BDF3-D93841B2820D}"/>
                </a:ext>
              </a:extLst>
            </p:cNvPr>
            <p:cNvSpPr txBox="1"/>
            <p:nvPr/>
          </p:nvSpPr>
          <p:spPr>
            <a:xfrm>
              <a:off x="3428721" y="5612132"/>
              <a:ext cx="2381250" cy="369332"/>
            </a:xfrm>
            <a:prstGeom prst="rect">
              <a:avLst/>
            </a:prstGeom>
            <a:noFill/>
          </p:spPr>
          <p:txBody>
            <a:bodyPr wrap="square" rtlCol="0">
              <a:spAutoFit/>
            </a:bodyPr>
            <a:lstStyle/>
            <a:p>
              <a:pPr algn="ctr"/>
              <a:r>
                <a:rPr lang="en-GB" dirty="0">
                  <a:solidFill>
                    <a:srgbClr val="2C2E2E"/>
                  </a:solidFill>
                </a:rPr>
                <a:t>Week (5)- Hands-on</a:t>
              </a:r>
            </a:p>
          </p:txBody>
        </p:sp>
        <p:pic>
          <p:nvPicPr>
            <p:cNvPr id="3" name="Picture 2">
              <a:extLst>
                <a:ext uri="{FF2B5EF4-FFF2-40B4-BE49-F238E27FC236}">
                  <a16:creationId xmlns:a16="http://schemas.microsoft.com/office/drawing/2014/main" id="{CC4DD094-970A-FCDB-68CB-E3A596F5940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51344" y="3289752"/>
              <a:ext cx="2507046" cy="2507046"/>
            </a:xfrm>
            <a:prstGeom prst="rect">
              <a:avLst/>
            </a:prstGeom>
          </p:spPr>
        </p:pic>
      </p:grpSp>
      <p:grpSp>
        <p:nvGrpSpPr>
          <p:cNvPr id="16" name="Group 15">
            <a:extLst>
              <a:ext uri="{FF2B5EF4-FFF2-40B4-BE49-F238E27FC236}">
                <a16:creationId xmlns:a16="http://schemas.microsoft.com/office/drawing/2014/main" id="{AC469FF9-93FC-81E0-A038-7DC0E415A350}"/>
              </a:ext>
            </a:extLst>
          </p:cNvPr>
          <p:cNvGrpSpPr/>
          <p:nvPr/>
        </p:nvGrpSpPr>
        <p:grpSpPr>
          <a:xfrm>
            <a:off x="4142500" y="3428178"/>
            <a:ext cx="6185138" cy="2571604"/>
            <a:chOff x="4142500" y="3428178"/>
            <a:chExt cx="6185138" cy="2571604"/>
          </a:xfrm>
        </p:grpSpPr>
        <p:sp>
          <p:nvSpPr>
            <p:cNvPr id="13" name="TextBox 12">
              <a:extLst>
                <a:ext uri="{FF2B5EF4-FFF2-40B4-BE49-F238E27FC236}">
                  <a16:creationId xmlns:a16="http://schemas.microsoft.com/office/drawing/2014/main" id="{45030705-4EDF-A88E-DDC4-E7FA9D014BAD}"/>
                </a:ext>
              </a:extLst>
            </p:cNvPr>
            <p:cNvSpPr txBox="1"/>
            <p:nvPr/>
          </p:nvSpPr>
          <p:spPr>
            <a:xfrm>
              <a:off x="4142500" y="5630450"/>
              <a:ext cx="6185138" cy="369332"/>
            </a:xfrm>
            <a:prstGeom prst="rect">
              <a:avLst/>
            </a:prstGeom>
            <a:noFill/>
          </p:spPr>
          <p:txBody>
            <a:bodyPr wrap="square">
              <a:spAutoFit/>
            </a:bodyPr>
            <a:lstStyle/>
            <a:p>
              <a:pPr algn="ctr"/>
              <a:r>
                <a:rPr lang="en-GB" dirty="0">
                  <a:solidFill>
                    <a:srgbClr val="2C2E2E"/>
                  </a:solidFill>
                </a:rPr>
                <a:t>Week (5)- Attendance</a:t>
              </a:r>
            </a:p>
          </p:txBody>
        </p:sp>
        <p:pic>
          <p:nvPicPr>
            <p:cNvPr id="10" name="Picture 9">
              <a:extLst>
                <a:ext uri="{FF2B5EF4-FFF2-40B4-BE49-F238E27FC236}">
                  <a16:creationId xmlns:a16="http://schemas.microsoft.com/office/drawing/2014/main" id="{B7A36908-E292-6816-66C2-11FEED8022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9488" y="3428178"/>
              <a:ext cx="2215269" cy="2215269"/>
            </a:xfrm>
            <a:prstGeom prst="rect">
              <a:avLst/>
            </a:prstGeom>
          </p:spPr>
        </p:pic>
      </p:grpSp>
      <p:sp>
        <p:nvSpPr>
          <p:cNvPr id="4" name="TextBox 3">
            <a:extLst>
              <a:ext uri="{FF2B5EF4-FFF2-40B4-BE49-F238E27FC236}">
                <a16:creationId xmlns:a16="http://schemas.microsoft.com/office/drawing/2014/main" id="{3775558B-4CB1-8394-77B1-80CB14B48A12}"/>
              </a:ext>
            </a:extLst>
          </p:cNvPr>
          <p:cNvSpPr txBox="1"/>
          <p:nvPr/>
        </p:nvSpPr>
        <p:spPr>
          <a:xfrm>
            <a:off x="8467130" y="5588556"/>
            <a:ext cx="6361508" cy="369332"/>
          </a:xfrm>
          <a:prstGeom prst="rect">
            <a:avLst/>
          </a:prstGeom>
          <a:noFill/>
        </p:spPr>
        <p:txBody>
          <a:bodyPr wrap="square">
            <a:spAutoFit/>
          </a:bodyPr>
          <a:lstStyle/>
          <a:p>
            <a:r>
              <a:rPr lang="en-US" b="0" i="0" dirty="0">
                <a:solidFill>
                  <a:srgbClr val="FF0000"/>
                </a:solidFill>
                <a:effectLst/>
                <a:latin typeface="SRH Text" panose="020B0604020202020204" charset="0"/>
              </a:rPr>
              <a:t>sg96um</a:t>
            </a:r>
            <a:endParaRPr lang="en-GB" dirty="0">
              <a:solidFill>
                <a:srgbClr val="FF0000"/>
              </a:solidFill>
            </a:endParaRPr>
          </a:p>
        </p:txBody>
      </p:sp>
    </p:spTree>
    <p:extLst>
      <p:ext uri="{BB962C8B-B14F-4D97-AF65-F5344CB8AC3E}">
        <p14:creationId xmlns:p14="http://schemas.microsoft.com/office/powerpoint/2010/main" val="75617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E522-7224-BECF-F018-A81EDC123D9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ED9CBA9-491A-1691-88A6-A59D8E50269B}"/>
              </a:ext>
            </a:extLst>
          </p:cNvPr>
          <p:cNvSpPr>
            <a:spLocks noGrp="1"/>
          </p:cNvSpPr>
          <p:nvPr>
            <p:ph type="body" sz="quarter" idx="15"/>
          </p:nvPr>
        </p:nvSpPr>
        <p:spPr>
          <a:xfrm>
            <a:off x="358775" y="1308519"/>
            <a:ext cx="11466823" cy="5056405"/>
          </a:xfrm>
        </p:spPr>
        <p:txBody>
          <a:bodyPr/>
          <a:lstStyle/>
          <a:p>
            <a:pPr>
              <a:lnSpc>
                <a:spcPct val="100000"/>
              </a:lnSpc>
              <a:buClr>
                <a:srgbClr val="575756"/>
              </a:buClr>
              <a:defRPr/>
            </a:pPr>
            <a:r>
              <a:rPr lang="en-US" sz="1800" b="1" dirty="0">
                <a:solidFill>
                  <a:srgbClr val="D54407"/>
                </a:solidFill>
              </a:rPr>
              <a:t>Files Systems and Directory Structure</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kumimoji="0" lang="de-DE" sz="16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t>Hierarchical</a:t>
            </a:r>
            <a:r>
              <a:rPr kumimoji="0" lang="de-DE" sz="1600" b="0" i="0" u="none" strike="noStrike" kern="1200" cap="none" spc="0" normalizeH="0" noProof="0" dirty="0">
                <a:ln>
                  <a:noFill/>
                </a:ln>
                <a:solidFill>
                  <a:srgbClr val="575756"/>
                </a:solidFill>
                <a:effectLst/>
                <a:uLnTx/>
                <a:uFillTx/>
                <a:latin typeface="SRH Text"/>
                <a:ea typeface="SRH Text" panose="020B0503020204020204" pitchFamily="34" charset="0"/>
                <a:cs typeface="SRH Text" panose="020B0503020204020204" pitchFamily="34" charset="0"/>
              </a:rPr>
              <a:t> structure of directories / folders</a:t>
            </a:r>
            <a:endParaRPr kumimoji="0" lang="en-GB" sz="16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endParaRPr>
          </a:p>
          <a:p>
            <a:pPr lvl="0">
              <a:lnSpc>
                <a:spcPct val="100000"/>
              </a:lnSpc>
              <a:buClr>
                <a:srgbClr val="575756"/>
              </a:buClr>
              <a:defRPr/>
            </a:pPr>
            <a:r>
              <a:rPr lang="de-DE" sz="1800" b="1" dirty="0">
                <a:solidFill>
                  <a:srgbClr val="D54407"/>
                </a:solidFill>
              </a:rPr>
              <a:t>Reading and Writing Text Files</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lang="de-DE" sz="1600" dirty="0">
                <a:solidFill>
                  <a:srgbClr val="575756"/>
                </a:solidFill>
                <a:latin typeface="SRH Text"/>
              </a:rPr>
              <a:t>Text File</a:t>
            </a:r>
          </a:p>
          <a:p>
            <a:pPr>
              <a:lnSpc>
                <a:spcPct val="100000"/>
              </a:lnSpc>
              <a:buClr>
                <a:srgbClr val="575756"/>
              </a:buClr>
              <a:defRPr/>
            </a:pPr>
            <a:r>
              <a:rPr lang="de-DE" sz="1800" b="1" dirty="0">
                <a:solidFill>
                  <a:srgbClr val="D54407"/>
                </a:solidFill>
              </a:rPr>
              <a:t>Working with CSV Files</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lang="de-DE" sz="1600" dirty="0">
                <a:solidFill>
                  <a:srgbClr val="575756"/>
                </a:solidFill>
                <a:latin typeface="SRH Text"/>
              </a:rPr>
              <a:t>CSV File</a:t>
            </a:r>
          </a:p>
          <a:p>
            <a:pPr>
              <a:lnSpc>
                <a:spcPct val="100000"/>
              </a:lnSpc>
              <a:buClr>
                <a:srgbClr val="575756"/>
              </a:buClr>
              <a:defRPr/>
            </a:pPr>
            <a:r>
              <a:rPr lang="de-DE" sz="1800" b="1" dirty="0">
                <a:solidFill>
                  <a:srgbClr val="D54407"/>
                </a:solidFill>
              </a:rPr>
              <a:t>Structured Data Formats</a:t>
            </a:r>
            <a:br>
              <a:rPr lang="de-DE" dirty="0">
                <a:solidFill>
                  <a:srgbClr val="575756"/>
                </a:solidFill>
              </a:rPr>
            </a:br>
            <a:r>
              <a:rPr lang="de-DE" sz="1600" dirty="0">
                <a:solidFill>
                  <a:srgbClr val="575756"/>
                </a:solidFill>
                <a:latin typeface="SRH Text"/>
              </a:rPr>
              <a:t>JSON File</a:t>
            </a:r>
          </a:p>
          <a:p>
            <a:pPr marR="0" lvl="0" fontAlgn="auto">
              <a:lnSpc>
                <a:spcPct val="100000"/>
              </a:lnSpc>
              <a:buClr>
                <a:srgbClr val="575756"/>
              </a:buClr>
              <a:buSzTx/>
              <a:defRPr/>
            </a:pPr>
            <a:r>
              <a:rPr lang="de-DE" sz="1800" b="1" dirty="0">
                <a:solidFill>
                  <a:srgbClr val="D54407"/>
                </a:solidFill>
              </a:rPr>
              <a:t>Error Handling and Exception Concepts</a:t>
            </a:r>
            <a:br>
              <a:rPr lang="de-DE" sz="1800" b="1" dirty="0">
                <a:solidFill>
                  <a:srgbClr val="D54407"/>
                </a:solidFill>
              </a:rPr>
            </a:br>
            <a:r>
              <a:rPr lang="de-DE" sz="1600" dirty="0">
                <a:solidFill>
                  <a:srgbClr val="575756"/>
                </a:solidFill>
                <a:latin typeface="SRH Text"/>
              </a:rPr>
              <a:t>Error Handling</a:t>
            </a:r>
          </a:p>
          <a:p>
            <a:pPr>
              <a:lnSpc>
                <a:spcPct val="100000"/>
              </a:lnSpc>
              <a:buClr>
                <a:srgbClr val="575756"/>
              </a:buClr>
              <a:defRPr/>
            </a:pPr>
            <a:r>
              <a:rPr lang="de-DE" sz="1800" b="1" dirty="0">
                <a:solidFill>
                  <a:srgbClr val="D54407"/>
                </a:solidFill>
              </a:rPr>
              <a:t>Your Voice Matters!</a:t>
            </a:r>
            <a:br>
              <a:rPr lang="de-DE" dirty="0">
                <a:solidFill>
                  <a:srgbClr val="575756"/>
                </a:solidFill>
              </a:rPr>
            </a:br>
            <a:r>
              <a:rPr lang="de-DE" sz="1600" dirty="0">
                <a:solidFill>
                  <a:srgbClr val="575756"/>
                </a:solidFill>
                <a:latin typeface="SRH Text"/>
              </a:rPr>
              <a:t>Instant Honest Feedback</a:t>
            </a:r>
          </a:p>
          <a:p>
            <a:pPr marL="0" indent="0">
              <a:buNone/>
            </a:pPr>
            <a:endParaRPr lang="en-DE" dirty="0"/>
          </a:p>
        </p:txBody>
      </p:sp>
      <p:sp>
        <p:nvSpPr>
          <p:cNvPr id="3" name="Title 2">
            <a:extLst>
              <a:ext uri="{FF2B5EF4-FFF2-40B4-BE49-F238E27FC236}">
                <a16:creationId xmlns:a16="http://schemas.microsoft.com/office/drawing/2014/main" id="{8445C74B-4CA2-7DF3-9C1D-13F577F1FBD1}"/>
              </a:ext>
            </a:extLst>
          </p:cNvPr>
          <p:cNvSpPr>
            <a:spLocks noGrp="1"/>
          </p:cNvSpPr>
          <p:nvPr>
            <p:ph type="title"/>
          </p:nvPr>
        </p:nvSpPr>
        <p:spPr/>
        <p:txBody>
          <a:bodyPr/>
          <a:lstStyle/>
          <a:p>
            <a:r>
              <a:rPr lang="de-DE" dirty="0"/>
              <a:t>Agenda</a:t>
            </a:r>
            <a:endParaRPr lang="en-DE" dirty="0"/>
          </a:p>
        </p:txBody>
      </p:sp>
      <p:sp>
        <p:nvSpPr>
          <p:cNvPr id="4" name="Slide Number Placeholder 3">
            <a:extLst>
              <a:ext uri="{FF2B5EF4-FFF2-40B4-BE49-F238E27FC236}">
                <a16:creationId xmlns:a16="http://schemas.microsoft.com/office/drawing/2014/main" id="{581E7B26-AA72-FD52-ACB0-03F1BEFDD762}"/>
              </a:ext>
            </a:extLst>
          </p:cNvPr>
          <p:cNvSpPr>
            <a:spLocks noGrp="1"/>
          </p:cNvSpPr>
          <p:nvPr>
            <p:ph type="sldNum" sz="quarter" idx="18"/>
          </p:nvPr>
        </p:nvSpPr>
        <p:spPr/>
        <p:txBody>
          <a:bodyPr/>
          <a:lstStyle/>
          <a:p>
            <a:fld id="{075B144D-941B-4DFC-AF5F-0416193D12EC}" type="slidenum">
              <a:rPr lang="de-DE" smtClean="0"/>
              <a:pPr/>
              <a:t>2</a:t>
            </a:fld>
            <a:endParaRPr lang="de-DE" dirty="0"/>
          </a:p>
        </p:txBody>
      </p:sp>
    </p:spTree>
    <p:extLst>
      <p:ext uri="{BB962C8B-B14F-4D97-AF65-F5344CB8AC3E}">
        <p14:creationId xmlns:p14="http://schemas.microsoft.com/office/powerpoint/2010/main" val="257267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145C08-1257-73DB-64DB-B4D7C6DD1D8B}"/>
              </a:ext>
            </a:extLst>
          </p:cNvPr>
          <p:cNvSpPr>
            <a:spLocks noGrp="1"/>
          </p:cNvSpPr>
          <p:nvPr>
            <p:ph type="sldNum" sz="quarter" idx="12"/>
          </p:nvPr>
        </p:nvSpPr>
        <p:spPr/>
        <p:txBody>
          <a:bodyPr/>
          <a:lstStyle/>
          <a:p>
            <a:fld id="{075B144D-941B-4DFC-AF5F-0416193D12EC}" type="slidenum">
              <a:rPr lang="de-DE" smtClean="0"/>
              <a:t>3</a:t>
            </a:fld>
            <a:endParaRPr lang="de-DE"/>
          </a:p>
        </p:txBody>
      </p:sp>
      <p:sp>
        <p:nvSpPr>
          <p:cNvPr id="3" name="Rectangle 2">
            <a:extLst>
              <a:ext uri="{FF2B5EF4-FFF2-40B4-BE49-F238E27FC236}">
                <a16:creationId xmlns:a16="http://schemas.microsoft.com/office/drawing/2014/main" id="{F0FE40B1-5371-F92E-FE50-38B3F0071CC7}"/>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5"/>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E8F7FBB-7866-8722-63D5-D4CFF5880445}"/>
              </a:ext>
            </a:extLst>
          </p:cNvPr>
          <p:cNvSpPr/>
          <p:nvPr>
            <p:custDataLst>
              <p:tags r:id="rId3"/>
            </p:custDataLst>
          </p:nvPr>
        </p:nvSpPr>
        <p:spPr>
          <a:xfrm>
            <a:off x="3112851" y="1000897"/>
            <a:ext cx="8486226" cy="385530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b="1">
                <a:solidFill>
                  <a:srgbClr val="000000"/>
                </a:solidFill>
              </a:rPr>
              <a:t>How did you prepare for today's practical lecture? What did you do to prepare? How did you feel after the preparation? For those who missed the last practical lecture, how did you catch up? Were you lost, or was the material clear enough for you to catch up?</a:t>
            </a:r>
          </a:p>
        </p:txBody>
      </p:sp>
      <p:pic>
        <p:nvPicPr>
          <p:cNvPr id="7" name="Graphic 6">
            <a:extLst>
              <a:ext uri="{FF2B5EF4-FFF2-40B4-BE49-F238E27FC236}">
                <a16:creationId xmlns:a16="http://schemas.microsoft.com/office/drawing/2014/main" id="{EF2C8FB5-2E39-3763-1042-6D213667D3E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96462" y="6190785"/>
            <a:ext cx="296462" cy="296462"/>
          </a:xfrm>
          <a:prstGeom prst="rect">
            <a:avLst/>
          </a:prstGeom>
        </p:spPr>
      </p:pic>
      <p:pic>
        <p:nvPicPr>
          <p:cNvPr id="10" name="Graphic 9">
            <a:extLst>
              <a:ext uri="{FF2B5EF4-FFF2-40B4-BE49-F238E27FC236}">
                <a16:creationId xmlns:a16="http://schemas.microsoft.com/office/drawing/2014/main" id="{9A9DF296-71C1-0704-640C-F82CE543F17D}"/>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2779745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1595-8D82-B819-7FF1-370BB5556EFE}"/>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1BD28FD-CF05-625A-CE6F-E3C34DF25607}"/>
              </a:ext>
            </a:extLst>
          </p:cNvPr>
          <p:cNvSpPr>
            <a:spLocks noGrp="1"/>
          </p:cNvSpPr>
          <p:nvPr>
            <p:ph type="title"/>
          </p:nvPr>
        </p:nvSpPr>
        <p:spPr/>
        <p:txBody>
          <a:bodyPr/>
          <a:lstStyle/>
          <a:p>
            <a:r>
              <a:rPr lang="en-GB" dirty="0"/>
              <a:t>File Systems and Directory Structure</a:t>
            </a:r>
            <a:endParaRPr lang="de-DE" dirty="0"/>
          </a:p>
        </p:txBody>
      </p:sp>
      <p:sp>
        <p:nvSpPr>
          <p:cNvPr id="10" name="Foliennummernplatzhalter 9">
            <a:extLst>
              <a:ext uri="{FF2B5EF4-FFF2-40B4-BE49-F238E27FC236}">
                <a16:creationId xmlns:a16="http://schemas.microsoft.com/office/drawing/2014/main" id="{9542BD0A-01AA-10D1-84F7-66116096D79D}"/>
              </a:ext>
            </a:extLst>
          </p:cNvPr>
          <p:cNvSpPr>
            <a:spLocks noGrp="1"/>
          </p:cNvSpPr>
          <p:nvPr>
            <p:ph type="sldNum" sz="quarter" idx="12"/>
          </p:nvPr>
        </p:nvSpPr>
        <p:spPr/>
        <p:txBody>
          <a:bodyPr/>
          <a:lstStyle/>
          <a:p>
            <a:fld id="{075B144D-941B-4DFC-AF5F-0416193D12EC}" type="slidenum">
              <a:rPr lang="de-DE" smtClean="0"/>
              <a:t>4</a:t>
            </a:fld>
            <a:endParaRPr lang="de-DE"/>
          </a:p>
        </p:txBody>
      </p:sp>
      <p:pic>
        <p:nvPicPr>
          <p:cNvPr id="5" name="Picture 4">
            <a:extLst>
              <a:ext uri="{FF2B5EF4-FFF2-40B4-BE49-F238E27FC236}">
                <a16:creationId xmlns:a16="http://schemas.microsoft.com/office/drawing/2014/main" id="{A1C55558-EC45-8D8E-7A01-22EBC0545F84}"/>
              </a:ext>
            </a:extLst>
          </p:cNvPr>
          <p:cNvPicPr>
            <a:picLocks noChangeAspect="1"/>
          </p:cNvPicPr>
          <p:nvPr/>
        </p:nvPicPr>
        <p:blipFill>
          <a:blip r:embed="rId3"/>
          <a:srcRect t="11957" r="2777" b="13579"/>
          <a:stretch>
            <a:fillRect/>
          </a:stretch>
        </p:blipFill>
        <p:spPr>
          <a:xfrm>
            <a:off x="358775" y="1350168"/>
            <a:ext cx="8412041" cy="1301858"/>
          </a:xfrm>
          <a:prstGeom prst="rect">
            <a:avLst/>
          </a:prstGeom>
        </p:spPr>
      </p:pic>
      <p:pic>
        <p:nvPicPr>
          <p:cNvPr id="7" name="Picture 6">
            <a:extLst>
              <a:ext uri="{FF2B5EF4-FFF2-40B4-BE49-F238E27FC236}">
                <a16:creationId xmlns:a16="http://schemas.microsoft.com/office/drawing/2014/main" id="{346F8774-BDA0-DCC1-A71E-A1BD70DAC77C}"/>
              </a:ext>
            </a:extLst>
          </p:cNvPr>
          <p:cNvPicPr>
            <a:picLocks noChangeAspect="1"/>
          </p:cNvPicPr>
          <p:nvPr/>
        </p:nvPicPr>
        <p:blipFill>
          <a:blip r:embed="rId4"/>
          <a:srcRect l="3877" t="5003" r="24493" b="9247"/>
          <a:stretch>
            <a:fillRect/>
          </a:stretch>
        </p:blipFill>
        <p:spPr>
          <a:xfrm>
            <a:off x="358775" y="2995652"/>
            <a:ext cx="6114081" cy="2842729"/>
          </a:xfrm>
          <a:prstGeom prst="rect">
            <a:avLst/>
          </a:prstGeom>
        </p:spPr>
      </p:pic>
      <p:sp>
        <p:nvSpPr>
          <p:cNvPr id="17" name="Rectangle 16">
            <a:extLst>
              <a:ext uri="{FF2B5EF4-FFF2-40B4-BE49-F238E27FC236}">
                <a16:creationId xmlns:a16="http://schemas.microsoft.com/office/drawing/2014/main" id="{EB1323AD-0827-F55D-2ECF-12580B15614B}"/>
              </a:ext>
            </a:extLst>
          </p:cNvPr>
          <p:cNvSpPr/>
          <p:nvPr/>
        </p:nvSpPr>
        <p:spPr>
          <a:xfrm>
            <a:off x="6152827" y="2363492"/>
            <a:ext cx="263470" cy="283449"/>
          </a:xfrm>
          <a:prstGeom prst="rect">
            <a:avLst/>
          </a:prstGeom>
          <a:noFill/>
          <a:ln>
            <a:solidFill>
              <a:srgbClr val="DF48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80854633-6424-207A-81F9-FA5D690BA0EF}"/>
              </a:ext>
            </a:extLst>
          </p:cNvPr>
          <p:cNvSpPr/>
          <p:nvPr/>
        </p:nvSpPr>
        <p:spPr>
          <a:xfrm>
            <a:off x="6943919" y="2365389"/>
            <a:ext cx="874975" cy="283449"/>
          </a:xfrm>
          <a:prstGeom prst="rect">
            <a:avLst/>
          </a:prstGeom>
          <a:noFill/>
          <a:ln>
            <a:solidFill>
              <a:srgbClr val="DF48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0BDC61A2-EC32-A44E-D953-E2C018986380}"/>
              </a:ext>
            </a:extLst>
          </p:cNvPr>
          <p:cNvGrpSpPr/>
          <p:nvPr/>
        </p:nvGrpSpPr>
        <p:grpSpPr>
          <a:xfrm>
            <a:off x="6472856" y="3178968"/>
            <a:ext cx="5360369" cy="399082"/>
            <a:chOff x="6472856" y="3178968"/>
            <a:chExt cx="5360369" cy="399082"/>
          </a:xfrm>
        </p:grpSpPr>
        <p:sp>
          <p:nvSpPr>
            <p:cNvPr id="13" name="Arrow: Right 12">
              <a:extLst>
                <a:ext uri="{FF2B5EF4-FFF2-40B4-BE49-F238E27FC236}">
                  <a16:creationId xmlns:a16="http://schemas.microsoft.com/office/drawing/2014/main" id="{6E22D1A3-FE49-7F31-1059-A83F297D6674}"/>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6E139DB-E888-AE4E-E3A2-4331F89FB13B}"/>
                </a:ext>
              </a:extLst>
            </p:cNvPr>
            <p:cNvSpPr/>
            <p:nvPr/>
          </p:nvSpPr>
          <p:spPr>
            <a:xfrm>
              <a:off x="8074617" y="3178968"/>
              <a:ext cx="3758608" cy="399082"/>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GB" sz="1400" dirty="0"/>
                <a:t>Step 1: Get the current working Directory</a:t>
              </a:r>
            </a:p>
          </p:txBody>
        </p:sp>
      </p:grpSp>
      <p:grpSp>
        <p:nvGrpSpPr>
          <p:cNvPr id="24" name="Group 23">
            <a:extLst>
              <a:ext uri="{FF2B5EF4-FFF2-40B4-BE49-F238E27FC236}">
                <a16:creationId xmlns:a16="http://schemas.microsoft.com/office/drawing/2014/main" id="{03CAE669-5649-B5F0-1E6C-58C28A937FB7}"/>
              </a:ext>
            </a:extLst>
          </p:cNvPr>
          <p:cNvGrpSpPr/>
          <p:nvPr/>
        </p:nvGrpSpPr>
        <p:grpSpPr>
          <a:xfrm>
            <a:off x="6472856" y="3698405"/>
            <a:ext cx="5360369" cy="399082"/>
            <a:chOff x="6472856" y="3698405"/>
            <a:chExt cx="5360369" cy="399082"/>
          </a:xfrm>
        </p:grpSpPr>
        <p:sp>
          <p:nvSpPr>
            <p:cNvPr id="14" name="Arrow: Right 13">
              <a:extLst>
                <a:ext uri="{FF2B5EF4-FFF2-40B4-BE49-F238E27FC236}">
                  <a16:creationId xmlns:a16="http://schemas.microsoft.com/office/drawing/2014/main" id="{CC45A3F1-13FE-0040-538E-1C4E6A4A0888}"/>
                </a:ext>
              </a:extLst>
            </p:cNvPr>
            <p:cNvSpPr/>
            <p:nvPr/>
          </p:nvSpPr>
          <p:spPr>
            <a:xfrm>
              <a:off x="6472856" y="3760399"/>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2DB28BD8-DC36-0181-63A5-CFD0B425993D}"/>
                </a:ext>
              </a:extLst>
            </p:cNvPr>
            <p:cNvSpPr/>
            <p:nvPr/>
          </p:nvSpPr>
          <p:spPr>
            <a:xfrm>
              <a:off x="8074617" y="3698405"/>
              <a:ext cx="3758608" cy="399082"/>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200" dirty="0"/>
                <a:t>It returns the full path of the directory where the current Python script or notebook is running.</a:t>
              </a:r>
            </a:p>
            <a:p>
              <a:pPr algn="ctr"/>
              <a:endParaRPr lang="en-GB" sz="1400" dirty="0"/>
            </a:p>
          </p:txBody>
        </p:sp>
      </p:grpSp>
      <p:grpSp>
        <p:nvGrpSpPr>
          <p:cNvPr id="25" name="Group 24">
            <a:extLst>
              <a:ext uri="{FF2B5EF4-FFF2-40B4-BE49-F238E27FC236}">
                <a16:creationId xmlns:a16="http://schemas.microsoft.com/office/drawing/2014/main" id="{960D0DA7-AF4B-3BB3-0A9F-803C4B9EE662}"/>
              </a:ext>
            </a:extLst>
          </p:cNvPr>
          <p:cNvGrpSpPr/>
          <p:nvPr/>
        </p:nvGrpSpPr>
        <p:grpSpPr>
          <a:xfrm>
            <a:off x="6472856" y="4312686"/>
            <a:ext cx="5360369" cy="399082"/>
            <a:chOff x="6472856" y="4312686"/>
            <a:chExt cx="5360369" cy="399082"/>
          </a:xfrm>
        </p:grpSpPr>
        <p:sp>
          <p:nvSpPr>
            <p:cNvPr id="15" name="Arrow: Right 14">
              <a:extLst>
                <a:ext uri="{FF2B5EF4-FFF2-40B4-BE49-F238E27FC236}">
                  <a16:creationId xmlns:a16="http://schemas.microsoft.com/office/drawing/2014/main" id="{6CA07EC8-9386-89FF-1D71-35569B9AE08E}"/>
                </a:ext>
              </a:extLst>
            </p:cNvPr>
            <p:cNvSpPr/>
            <p:nvPr/>
          </p:nvSpPr>
          <p:spPr>
            <a:xfrm>
              <a:off x="6472856" y="4417016"/>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4C2589B-D45C-583F-23F9-FF626DCB5CF2}"/>
                </a:ext>
              </a:extLst>
            </p:cNvPr>
            <p:cNvSpPr/>
            <p:nvPr/>
          </p:nvSpPr>
          <p:spPr>
            <a:xfrm>
              <a:off x="8074617" y="4312686"/>
              <a:ext cx="3758608" cy="399082"/>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GB" sz="1400" dirty="0"/>
                <a:t>Step 2: List all files and folders inside the current </a:t>
              </a:r>
              <a:r>
                <a:rPr lang="en-GB" sz="1400" dirty="0" err="1"/>
                <a:t>directroy</a:t>
              </a:r>
              <a:endParaRPr lang="en-GB" sz="1400" dirty="0"/>
            </a:p>
          </p:txBody>
        </p:sp>
      </p:grpSp>
      <p:grpSp>
        <p:nvGrpSpPr>
          <p:cNvPr id="26" name="Group 25">
            <a:extLst>
              <a:ext uri="{FF2B5EF4-FFF2-40B4-BE49-F238E27FC236}">
                <a16:creationId xmlns:a16="http://schemas.microsoft.com/office/drawing/2014/main" id="{6AC67E26-A6DD-550A-77EA-307CA4254361}"/>
              </a:ext>
            </a:extLst>
          </p:cNvPr>
          <p:cNvGrpSpPr/>
          <p:nvPr/>
        </p:nvGrpSpPr>
        <p:grpSpPr>
          <a:xfrm>
            <a:off x="6472856" y="4978828"/>
            <a:ext cx="5360369" cy="399082"/>
            <a:chOff x="6472856" y="4978828"/>
            <a:chExt cx="5360369" cy="399082"/>
          </a:xfrm>
        </p:grpSpPr>
        <p:sp>
          <p:nvSpPr>
            <p:cNvPr id="16" name="Arrow: Right 15">
              <a:extLst>
                <a:ext uri="{FF2B5EF4-FFF2-40B4-BE49-F238E27FC236}">
                  <a16:creationId xmlns:a16="http://schemas.microsoft.com/office/drawing/2014/main" id="{7C9AB6E1-9245-3846-FCE7-714A13760922}"/>
                </a:ext>
              </a:extLst>
            </p:cNvPr>
            <p:cNvSpPr/>
            <p:nvPr/>
          </p:nvSpPr>
          <p:spPr>
            <a:xfrm>
              <a:off x="6472856" y="5040822"/>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39713825-7C76-4DEF-611C-D48EC3F0B333}"/>
                </a:ext>
              </a:extLst>
            </p:cNvPr>
            <p:cNvSpPr/>
            <p:nvPr/>
          </p:nvSpPr>
          <p:spPr>
            <a:xfrm>
              <a:off x="8074617" y="4978828"/>
              <a:ext cx="3758608" cy="399082"/>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GB" sz="1400" dirty="0"/>
                <a:t>Step 3: Create a new directory. </a:t>
              </a:r>
              <a:r>
                <a:rPr lang="en-GB" sz="1200" dirty="0" err="1">
                  <a:solidFill>
                    <a:srgbClr val="DF4807"/>
                  </a:solidFill>
                </a:rPr>
                <a:t>exit_ok</a:t>
              </a:r>
              <a:r>
                <a:rPr lang="en-GB" sz="1200" dirty="0">
                  <a:solidFill>
                    <a:srgbClr val="DF4807"/>
                  </a:solidFill>
                </a:rPr>
                <a:t> = True </a:t>
              </a:r>
              <a:r>
                <a:rPr lang="en-GB" sz="1200" dirty="0">
                  <a:solidFill>
                    <a:srgbClr val="DF4807"/>
                  </a:solidFill>
                  <a:sym typeface="Wingdings" panose="05000000000000000000" pitchFamily="2" charset="2"/>
                </a:rPr>
                <a:t> ignores the request if the folder exists</a:t>
              </a:r>
              <a:endParaRPr lang="en-GB" sz="1400" dirty="0">
                <a:solidFill>
                  <a:srgbClr val="DF4807"/>
                </a:solidFill>
              </a:endParaRPr>
            </a:p>
          </p:txBody>
        </p:sp>
      </p:grpSp>
    </p:spTree>
    <p:extLst>
      <p:ext uri="{BB962C8B-B14F-4D97-AF65-F5344CB8AC3E}">
        <p14:creationId xmlns:p14="http://schemas.microsoft.com/office/powerpoint/2010/main" val="137857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ppt_x"/>
                                          </p:val>
                                        </p:tav>
                                        <p:tav tm="100000">
                                          <p:val>
                                            <p:strVal val="#ppt_x"/>
                                          </p:val>
                                        </p:tav>
                                      </p:tavLst>
                                    </p:anim>
                                    <p:anim calcmode="lin" valueType="num">
                                      <p:cBhvr additive="base">
                                        <p:cTn id="1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additive="base">
                                        <p:cTn id="47" dur="500" fill="hold"/>
                                        <p:tgtEl>
                                          <p:spTgt spid="26"/>
                                        </p:tgtEl>
                                        <p:attrNameLst>
                                          <p:attrName>ppt_x</p:attrName>
                                        </p:attrNameLst>
                                      </p:cBhvr>
                                      <p:tavLst>
                                        <p:tav tm="0">
                                          <p:val>
                                            <p:strVal val="#ppt_x"/>
                                          </p:val>
                                        </p:tav>
                                        <p:tav tm="100000">
                                          <p:val>
                                            <p:strVal val="#ppt_x"/>
                                          </p:val>
                                        </p:tav>
                                      </p:tavLst>
                                    </p:anim>
                                    <p:anim calcmode="lin" valueType="num">
                                      <p:cBhvr additive="base">
                                        <p:cTn id="4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EC41-437F-0B37-EE59-3F55B527B30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0934582-70DD-A08B-CFB7-CCA87B614680}"/>
              </a:ext>
            </a:extLst>
          </p:cNvPr>
          <p:cNvSpPr>
            <a:spLocks noGrp="1"/>
          </p:cNvSpPr>
          <p:nvPr>
            <p:ph type="title"/>
          </p:nvPr>
        </p:nvSpPr>
        <p:spPr/>
        <p:txBody>
          <a:bodyPr/>
          <a:lstStyle/>
          <a:p>
            <a:r>
              <a:rPr lang="en-GB" dirty="0"/>
              <a:t>Reading and Writing Text Files</a:t>
            </a:r>
            <a:endParaRPr lang="de-DE" dirty="0"/>
          </a:p>
        </p:txBody>
      </p:sp>
      <p:sp>
        <p:nvSpPr>
          <p:cNvPr id="10" name="Foliennummernplatzhalter 9">
            <a:extLst>
              <a:ext uri="{FF2B5EF4-FFF2-40B4-BE49-F238E27FC236}">
                <a16:creationId xmlns:a16="http://schemas.microsoft.com/office/drawing/2014/main" id="{6791F069-3927-CC6E-F9AF-FE4429735985}"/>
              </a:ext>
            </a:extLst>
          </p:cNvPr>
          <p:cNvSpPr>
            <a:spLocks noGrp="1"/>
          </p:cNvSpPr>
          <p:nvPr>
            <p:ph type="sldNum" sz="quarter" idx="12"/>
          </p:nvPr>
        </p:nvSpPr>
        <p:spPr/>
        <p:txBody>
          <a:bodyPr/>
          <a:lstStyle/>
          <a:p>
            <a:fld id="{075B144D-941B-4DFC-AF5F-0416193D12EC}" type="slidenum">
              <a:rPr lang="de-DE" smtClean="0"/>
              <a:t>5</a:t>
            </a:fld>
            <a:endParaRPr lang="de-DE"/>
          </a:p>
        </p:txBody>
      </p:sp>
      <p:pic>
        <p:nvPicPr>
          <p:cNvPr id="5" name="Picture 4">
            <a:extLst>
              <a:ext uri="{FF2B5EF4-FFF2-40B4-BE49-F238E27FC236}">
                <a16:creationId xmlns:a16="http://schemas.microsoft.com/office/drawing/2014/main" id="{D25638C6-2ED5-2671-077C-784C0D09A796}"/>
              </a:ext>
            </a:extLst>
          </p:cNvPr>
          <p:cNvPicPr>
            <a:picLocks noChangeAspect="1"/>
          </p:cNvPicPr>
          <p:nvPr/>
        </p:nvPicPr>
        <p:blipFill>
          <a:blip r:embed="rId3"/>
          <a:stretch>
            <a:fillRect/>
          </a:stretch>
        </p:blipFill>
        <p:spPr>
          <a:xfrm>
            <a:off x="360000" y="1312843"/>
            <a:ext cx="4788548" cy="5234643"/>
          </a:xfrm>
          <a:prstGeom prst="rect">
            <a:avLst/>
          </a:prstGeom>
        </p:spPr>
      </p:pic>
      <p:grpSp>
        <p:nvGrpSpPr>
          <p:cNvPr id="7" name="Group 6">
            <a:extLst>
              <a:ext uri="{FF2B5EF4-FFF2-40B4-BE49-F238E27FC236}">
                <a16:creationId xmlns:a16="http://schemas.microsoft.com/office/drawing/2014/main" id="{520EA8CB-7CC7-FA82-39B8-A563611B8F71}"/>
              </a:ext>
            </a:extLst>
          </p:cNvPr>
          <p:cNvGrpSpPr/>
          <p:nvPr/>
        </p:nvGrpSpPr>
        <p:grpSpPr>
          <a:xfrm>
            <a:off x="3937471" y="2338426"/>
            <a:ext cx="7778280" cy="672118"/>
            <a:chOff x="6472856" y="3032885"/>
            <a:chExt cx="5277442" cy="672118"/>
          </a:xfrm>
        </p:grpSpPr>
        <p:sp>
          <p:nvSpPr>
            <p:cNvPr id="8" name="Arrow: Right 7">
              <a:extLst>
                <a:ext uri="{FF2B5EF4-FFF2-40B4-BE49-F238E27FC236}">
                  <a16:creationId xmlns:a16="http://schemas.microsoft.com/office/drawing/2014/main" id="{E47FC28B-BA1A-D07B-0EF3-BF8863C36E1F}"/>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85EA4925-A411-CE64-ECB8-15733914F258}"/>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Open the file "example.txt" in write mode ('w’).</a:t>
              </a:r>
              <a:br>
                <a:rPr lang="en-GB" sz="1400" dirty="0"/>
              </a:br>
              <a:r>
                <a:rPr lang="en-GB" sz="1400" dirty="0"/>
                <a:t>If the file does not exist, it will be created; if it exists, its content will be overwritten.</a:t>
              </a:r>
            </a:p>
          </p:txBody>
        </p:sp>
      </p:grpSp>
      <p:grpSp>
        <p:nvGrpSpPr>
          <p:cNvPr id="13" name="Group 12">
            <a:extLst>
              <a:ext uri="{FF2B5EF4-FFF2-40B4-BE49-F238E27FC236}">
                <a16:creationId xmlns:a16="http://schemas.microsoft.com/office/drawing/2014/main" id="{88C7DE6C-525D-9D2C-9017-C2DE44F5F6F5}"/>
              </a:ext>
            </a:extLst>
          </p:cNvPr>
          <p:cNvGrpSpPr/>
          <p:nvPr/>
        </p:nvGrpSpPr>
        <p:grpSpPr>
          <a:xfrm>
            <a:off x="3937471" y="4036128"/>
            <a:ext cx="7778280" cy="672118"/>
            <a:chOff x="6472856" y="3032885"/>
            <a:chExt cx="5277442" cy="672118"/>
          </a:xfrm>
        </p:grpSpPr>
        <p:sp>
          <p:nvSpPr>
            <p:cNvPr id="16" name="Arrow: Right 15">
              <a:extLst>
                <a:ext uri="{FF2B5EF4-FFF2-40B4-BE49-F238E27FC236}">
                  <a16:creationId xmlns:a16="http://schemas.microsoft.com/office/drawing/2014/main" id="{B3F8CD52-80D9-289A-D6B9-4026EBA0E3BF}"/>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BD94E0D8-E3C3-045D-0938-F6ED1BB87074}"/>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Open the file "example.txt" in read mode (‘r’), this allows reading the file content without modifying it. Read the entire content of the file as </a:t>
              </a:r>
              <a:r>
                <a:rPr lang="en-GB" sz="1400" dirty="0">
                  <a:solidFill>
                    <a:srgbClr val="DF4807"/>
                  </a:solidFill>
                </a:rPr>
                <a:t>a single string</a:t>
              </a:r>
              <a:r>
                <a:rPr lang="en-GB" sz="1400" dirty="0"/>
                <a:t>. Print the content to the console.</a:t>
              </a:r>
            </a:p>
          </p:txBody>
        </p:sp>
      </p:grpSp>
      <p:grpSp>
        <p:nvGrpSpPr>
          <p:cNvPr id="20" name="Group 19">
            <a:extLst>
              <a:ext uri="{FF2B5EF4-FFF2-40B4-BE49-F238E27FC236}">
                <a16:creationId xmlns:a16="http://schemas.microsoft.com/office/drawing/2014/main" id="{3CA0261F-0EB2-96B6-3CC8-51855639A52B}"/>
              </a:ext>
            </a:extLst>
          </p:cNvPr>
          <p:cNvGrpSpPr/>
          <p:nvPr/>
        </p:nvGrpSpPr>
        <p:grpSpPr>
          <a:xfrm>
            <a:off x="6059488" y="5540341"/>
            <a:ext cx="4487255" cy="835093"/>
            <a:chOff x="2157718" y="5571521"/>
            <a:chExt cx="6671671" cy="835093"/>
          </a:xfrm>
        </p:grpSpPr>
        <p:sp>
          <p:nvSpPr>
            <p:cNvPr id="21" name="Shape 4">
              <a:extLst>
                <a:ext uri="{FF2B5EF4-FFF2-40B4-BE49-F238E27FC236}">
                  <a16:creationId xmlns:a16="http://schemas.microsoft.com/office/drawing/2014/main" id="{15A66448-CB52-7D73-8BD0-ADEB4723E5D6}"/>
                </a:ext>
              </a:extLst>
            </p:cNvPr>
            <p:cNvSpPr/>
            <p:nvPr/>
          </p:nvSpPr>
          <p:spPr>
            <a:xfrm>
              <a:off x="2770675" y="5571521"/>
              <a:ext cx="6058714" cy="835093"/>
            </a:xfrm>
            <a:prstGeom prst="rect">
              <a:avLst/>
            </a:prstGeom>
            <a:solidFill>
              <a:schemeClr val="accent1">
                <a:lumMod val="40000"/>
                <a:lumOff val="60000"/>
              </a:schemeClr>
            </a:solidFill>
            <a:ln w="12700">
              <a:solidFill>
                <a:srgbClr val="00699A"/>
              </a:solidFill>
              <a:prstDash val="solid"/>
            </a:ln>
          </p:spPr>
          <p:txBody>
            <a:bodyPr/>
            <a:lstStyle/>
            <a:p>
              <a:pPr algn="ctr"/>
              <a:r>
                <a:rPr lang="de-DE" sz="1600" b="1" dirty="0"/>
                <a:t>What is the difference between “w“ and “a“ modes?</a:t>
              </a:r>
              <a:endParaRPr lang="en-GB" dirty="0"/>
            </a:p>
            <a:p>
              <a:pPr algn="ctr"/>
              <a:endParaRPr lang="en-GB" sz="1600" dirty="0"/>
            </a:p>
          </p:txBody>
        </p:sp>
        <p:pic>
          <p:nvPicPr>
            <p:cNvPr id="22" name="Grafik 208">
              <a:extLst>
                <a:ext uri="{FF2B5EF4-FFF2-40B4-BE49-F238E27FC236}">
                  <a16:creationId xmlns:a16="http://schemas.microsoft.com/office/drawing/2014/main" id="{31314CBF-A076-5537-4333-9029AC32B0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57718" y="5609406"/>
              <a:ext cx="436474" cy="436474"/>
            </a:xfrm>
            <a:prstGeom prst="rect">
              <a:avLst/>
            </a:prstGeom>
          </p:spPr>
        </p:pic>
      </p:grpSp>
    </p:spTree>
    <p:extLst>
      <p:ext uri="{BB962C8B-B14F-4D97-AF65-F5344CB8AC3E}">
        <p14:creationId xmlns:p14="http://schemas.microsoft.com/office/powerpoint/2010/main" val="307321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ppt_x"/>
                                          </p:val>
                                        </p:tav>
                                        <p:tav tm="100000">
                                          <p:val>
                                            <p:strVal val="#ppt_x"/>
                                          </p:val>
                                        </p:tav>
                                      </p:tavLst>
                                    </p:anim>
                                    <p:anim calcmode="lin" valueType="num">
                                      <p:cBhvr additive="base">
                                        <p:cTn id="2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1E6F4-E5C1-35A6-2C7D-DEF858EC5B2D}"/>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491920F-C8B3-4B2F-626C-769C862F0A8A}"/>
              </a:ext>
            </a:extLst>
          </p:cNvPr>
          <p:cNvSpPr>
            <a:spLocks noGrp="1"/>
          </p:cNvSpPr>
          <p:nvPr>
            <p:ph type="title"/>
          </p:nvPr>
        </p:nvSpPr>
        <p:spPr/>
        <p:txBody>
          <a:bodyPr/>
          <a:lstStyle/>
          <a:p>
            <a:r>
              <a:rPr lang="en-GB" dirty="0"/>
              <a:t>Update Text File</a:t>
            </a:r>
            <a:endParaRPr lang="de-DE" dirty="0"/>
          </a:p>
        </p:txBody>
      </p:sp>
      <p:sp>
        <p:nvSpPr>
          <p:cNvPr id="10" name="Foliennummernplatzhalter 9">
            <a:extLst>
              <a:ext uri="{FF2B5EF4-FFF2-40B4-BE49-F238E27FC236}">
                <a16:creationId xmlns:a16="http://schemas.microsoft.com/office/drawing/2014/main" id="{E867780E-5577-BE97-305A-E74A70583CED}"/>
              </a:ext>
            </a:extLst>
          </p:cNvPr>
          <p:cNvSpPr>
            <a:spLocks noGrp="1"/>
          </p:cNvSpPr>
          <p:nvPr>
            <p:ph type="sldNum" sz="quarter" idx="12"/>
          </p:nvPr>
        </p:nvSpPr>
        <p:spPr/>
        <p:txBody>
          <a:bodyPr/>
          <a:lstStyle/>
          <a:p>
            <a:fld id="{075B144D-941B-4DFC-AF5F-0416193D12EC}" type="slidenum">
              <a:rPr lang="de-DE" smtClean="0"/>
              <a:t>6</a:t>
            </a:fld>
            <a:endParaRPr lang="de-DE"/>
          </a:p>
        </p:txBody>
      </p:sp>
      <p:grpSp>
        <p:nvGrpSpPr>
          <p:cNvPr id="7" name="Group 6">
            <a:extLst>
              <a:ext uri="{FF2B5EF4-FFF2-40B4-BE49-F238E27FC236}">
                <a16:creationId xmlns:a16="http://schemas.microsoft.com/office/drawing/2014/main" id="{E483B0CF-4C11-62C0-98B6-4FC634FDDB9D}"/>
              </a:ext>
            </a:extLst>
          </p:cNvPr>
          <p:cNvGrpSpPr/>
          <p:nvPr/>
        </p:nvGrpSpPr>
        <p:grpSpPr>
          <a:xfrm>
            <a:off x="4009509" y="1829927"/>
            <a:ext cx="7778280" cy="672118"/>
            <a:chOff x="6472856" y="3032885"/>
            <a:chExt cx="5277442" cy="672118"/>
          </a:xfrm>
        </p:grpSpPr>
        <p:sp>
          <p:nvSpPr>
            <p:cNvPr id="8" name="Arrow: Right 7">
              <a:extLst>
                <a:ext uri="{FF2B5EF4-FFF2-40B4-BE49-F238E27FC236}">
                  <a16:creationId xmlns:a16="http://schemas.microsoft.com/office/drawing/2014/main" id="{D4386927-EBA7-6DC5-FD4C-FF9D443755C6}"/>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D1E4154B-E3CA-4179-6E8E-D6DA1C4B9940}"/>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GB" sz="1400" dirty="0"/>
            </a:p>
            <a:p>
              <a:endParaRPr lang="en-GB" sz="1400" dirty="0"/>
            </a:p>
            <a:p>
              <a:endParaRPr lang="en-GB" sz="1400" dirty="0"/>
            </a:p>
            <a:p>
              <a:pPr algn="ctr"/>
              <a:endParaRPr lang="en-GB" sz="1400" dirty="0"/>
            </a:p>
            <a:p>
              <a:pPr algn="ctr"/>
              <a:r>
                <a:rPr lang="en-GB" sz="1400" dirty="0"/>
                <a:t>Write the first line into the file. </a:t>
              </a:r>
              <a:r>
                <a:rPr lang="en-US" sz="1400" dirty="0"/>
                <a:t>Add a newline character. </a:t>
              </a:r>
              <a:r>
                <a:rPr lang="en-GB" sz="1400" dirty="0"/>
                <a:t>Write another line into the file</a:t>
              </a:r>
            </a:p>
            <a:p>
              <a:endParaRPr lang="en-US" sz="1400" dirty="0"/>
            </a:p>
            <a:p>
              <a:endParaRPr lang="en-GB" sz="1400" dirty="0"/>
            </a:p>
            <a:p>
              <a:endParaRPr lang="en-GB" sz="1400" dirty="0"/>
            </a:p>
          </p:txBody>
        </p:sp>
      </p:grpSp>
      <p:grpSp>
        <p:nvGrpSpPr>
          <p:cNvPr id="13" name="Group 12">
            <a:extLst>
              <a:ext uri="{FF2B5EF4-FFF2-40B4-BE49-F238E27FC236}">
                <a16:creationId xmlns:a16="http://schemas.microsoft.com/office/drawing/2014/main" id="{6AF1B006-736F-266B-2D33-7F89CF7CA948}"/>
              </a:ext>
            </a:extLst>
          </p:cNvPr>
          <p:cNvGrpSpPr/>
          <p:nvPr/>
        </p:nvGrpSpPr>
        <p:grpSpPr>
          <a:xfrm>
            <a:off x="4009509" y="4065223"/>
            <a:ext cx="7778280" cy="672118"/>
            <a:chOff x="6472856" y="3032885"/>
            <a:chExt cx="5277442" cy="672118"/>
          </a:xfrm>
        </p:grpSpPr>
        <p:sp>
          <p:nvSpPr>
            <p:cNvPr id="16" name="Arrow: Right 15">
              <a:extLst>
                <a:ext uri="{FF2B5EF4-FFF2-40B4-BE49-F238E27FC236}">
                  <a16:creationId xmlns:a16="http://schemas.microsoft.com/office/drawing/2014/main" id="{CC76EC6B-E0C6-B4BF-1B75-91A388235410}"/>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64A97D0A-30AB-7EDA-ED61-D35CA2B2C87F}"/>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Read the file and split it into lines. .read() reads the full content as one string. </a:t>
              </a:r>
              <a:r>
                <a:rPr lang="en-GB" sz="1400" b="1" dirty="0">
                  <a:solidFill>
                    <a:srgbClr val="DF4807"/>
                  </a:solidFill>
                </a:rPr>
                <a:t>.</a:t>
              </a:r>
              <a:r>
                <a:rPr lang="en-GB" sz="1400" b="1" dirty="0" err="1">
                  <a:solidFill>
                    <a:srgbClr val="DF4807"/>
                  </a:solidFill>
                </a:rPr>
                <a:t>splitlines</a:t>
              </a:r>
              <a:r>
                <a:rPr lang="en-GB" sz="1400" b="1" dirty="0">
                  <a:solidFill>
                    <a:srgbClr val="DF4807"/>
                  </a:solidFill>
                </a:rPr>
                <a:t>() splits the content into separate lines </a:t>
              </a:r>
              <a:r>
                <a:rPr lang="en-US" sz="1400" b="1" dirty="0">
                  <a:solidFill>
                    <a:srgbClr val="DF4807"/>
                  </a:solidFill>
                </a:rPr>
                <a:t>and removes newline characters.</a:t>
              </a:r>
            </a:p>
            <a:p>
              <a:endParaRPr lang="en-GB" dirty="0"/>
            </a:p>
            <a:p>
              <a:endParaRPr lang="en-GB" dirty="0"/>
            </a:p>
            <a:p>
              <a:endParaRPr lang="en-GB" sz="1400" dirty="0"/>
            </a:p>
          </p:txBody>
        </p:sp>
      </p:grpSp>
      <p:pic>
        <p:nvPicPr>
          <p:cNvPr id="3" name="Picture 2">
            <a:extLst>
              <a:ext uri="{FF2B5EF4-FFF2-40B4-BE49-F238E27FC236}">
                <a16:creationId xmlns:a16="http://schemas.microsoft.com/office/drawing/2014/main" id="{15EA01D8-27B1-DCF3-4D8D-F9337F3418A8}"/>
              </a:ext>
            </a:extLst>
          </p:cNvPr>
          <p:cNvPicPr>
            <a:picLocks noChangeAspect="1"/>
          </p:cNvPicPr>
          <p:nvPr/>
        </p:nvPicPr>
        <p:blipFill>
          <a:blip r:embed="rId3"/>
          <a:srcRect r="27893"/>
          <a:stretch>
            <a:fillRect/>
          </a:stretch>
        </p:blipFill>
        <p:spPr>
          <a:xfrm>
            <a:off x="358775" y="1243450"/>
            <a:ext cx="3650734" cy="5255581"/>
          </a:xfrm>
          <a:prstGeom prst="rect">
            <a:avLst/>
          </a:prstGeom>
        </p:spPr>
      </p:pic>
      <p:grpSp>
        <p:nvGrpSpPr>
          <p:cNvPr id="9" name="Group 8">
            <a:extLst>
              <a:ext uri="{FF2B5EF4-FFF2-40B4-BE49-F238E27FC236}">
                <a16:creationId xmlns:a16="http://schemas.microsoft.com/office/drawing/2014/main" id="{B86AB5D6-DE10-4EFC-56D0-2047A2B275B6}"/>
              </a:ext>
            </a:extLst>
          </p:cNvPr>
          <p:cNvGrpSpPr/>
          <p:nvPr/>
        </p:nvGrpSpPr>
        <p:grpSpPr>
          <a:xfrm>
            <a:off x="6059488" y="892107"/>
            <a:ext cx="4487255" cy="835093"/>
            <a:chOff x="2157718" y="5571521"/>
            <a:chExt cx="6671671" cy="835093"/>
          </a:xfrm>
        </p:grpSpPr>
        <p:sp>
          <p:nvSpPr>
            <p:cNvPr id="12" name="Shape 4">
              <a:extLst>
                <a:ext uri="{FF2B5EF4-FFF2-40B4-BE49-F238E27FC236}">
                  <a16:creationId xmlns:a16="http://schemas.microsoft.com/office/drawing/2014/main" id="{088AE393-D5CC-DBB7-B589-9A2E0ED5AD0C}"/>
                </a:ext>
              </a:extLst>
            </p:cNvPr>
            <p:cNvSpPr/>
            <p:nvPr/>
          </p:nvSpPr>
          <p:spPr>
            <a:xfrm>
              <a:off x="2770675" y="5571521"/>
              <a:ext cx="6058714" cy="835093"/>
            </a:xfrm>
            <a:prstGeom prst="rect">
              <a:avLst/>
            </a:prstGeom>
            <a:solidFill>
              <a:schemeClr val="accent1">
                <a:lumMod val="40000"/>
                <a:lumOff val="60000"/>
              </a:schemeClr>
            </a:solidFill>
            <a:ln w="12700">
              <a:solidFill>
                <a:srgbClr val="00699A"/>
              </a:solidFill>
              <a:prstDash val="solid"/>
            </a:ln>
          </p:spPr>
          <p:txBody>
            <a:bodyPr/>
            <a:lstStyle/>
            <a:p>
              <a:pPr algn="ctr"/>
              <a:r>
                <a:rPr lang="de-DE" sz="1600" b="1" dirty="0"/>
                <a:t>In this example, what if `new_reading_file.txt` doesn‘t exist?</a:t>
              </a:r>
              <a:endParaRPr lang="en-GB" dirty="0"/>
            </a:p>
            <a:p>
              <a:pPr algn="ctr"/>
              <a:endParaRPr lang="en-GB" sz="1600" dirty="0"/>
            </a:p>
          </p:txBody>
        </p:sp>
        <p:pic>
          <p:nvPicPr>
            <p:cNvPr id="14" name="Grafik 208">
              <a:extLst>
                <a:ext uri="{FF2B5EF4-FFF2-40B4-BE49-F238E27FC236}">
                  <a16:creationId xmlns:a16="http://schemas.microsoft.com/office/drawing/2014/main" id="{6CC43165-1AE3-E44B-9363-C9BE588500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57718" y="5609406"/>
              <a:ext cx="436474" cy="436474"/>
            </a:xfrm>
            <a:prstGeom prst="rect">
              <a:avLst/>
            </a:prstGeom>
          </p:spPr>
        </p:pic>
      </p:grpSp>
      <p:grpSp>
        <p:nvGrpSpPr>
          <p:cNvPr id="25" name="Group 24">
            <a:extLst>
              <a:ext uri="{FF2B5EF4-FFF2-40B4-BE49-F238E27FC236}">
                <a16:creationId xmlns:a16="http://schemas.microsoft.com/office/drawing/2014/main" id="{27959724-D2A7-631C-E85C-F8D6A76EF509}"/>
              </a:ext>
            </a:extLst>
          </p:cNvPr>
          <p:cNvGrpSpPr/>
          <p:nvPr/>
        </p:nvGrpSpPr>
        <p:grpSpPr>
          <a:xfrm>
            <a:off x="4093329" y="5798535"/>
            <a:ext cx="7922081" cy="501984"/>
            <a:chOff x="4009508" y="5994427"/>
            <a:chExt cx="7922081" cy="501984"/>
          </a:xfrm>
        </p:grpSpPr>
        <p:sp>
          <p:nvSpPr>
            <p:cNvPr id="17" name="TextBox 16">
              <a:extLst>
                <a:ext uri="{FF2B5EF4-FFF2-40B4-BE49-F238E27FC236}">
                  <a16:creationId xmlns:a16="http://schemas.microsoft.com/office/drawing/2014/main" id="{26023605-D74C-D7B6-CD56-0EF74D0CDF7E}"/>
                </a:ext>
              </a:extLst>
            </p:cNvPr>
            <p:cNvSpPr txBox="1"/>
            <p:nvPr/>
          </p:nvSpPr>
          <p:spPr>
            <a:xfrm>
              <a:off x="4859965" y="6030514"/>
              <a:ext cx="7071624" cy="465897"/>
            </a:xfrm>
            <a:prstGeom prst="rect">
              <a:avLst/>
            </a:prstGeom>
            <a:noFill/>
          </p:spPr>
          <p:txBody>
            <a:bodyPr wrap="square">
              <a:spAutoFit/>
            </a:bodyPr>
            <a:lstStyle/>
            <a:p>
              <a:pPr algn="ctr">
                <a:lnSpc>
                  <a:spcPts val="1425"/>
                </a:lnSpc>
                <a:buNone/>
              </a:pPr>
              <a:r>
                <a:rPr lang="en-GB" b="0" i="1" dirty="0">
                  <a:effectLst/>
                  <a:latin typeface="Consolas" panose="020B0609020204030204" pitchFamily="49" charset="0"/>
                </a:rPr>
                <a:t>['We have just created a new </a:t>
              </a:r>
              <a:r>
                <a:rPr lang="en-GB" b="0" i="1" dirty="0" err="1">
                  <a:effectLst/>
                  <a:latin typeface="Consolas" panose="020B0609020204030204" pitchFamily="49" charset="0"/>
                </a:rPr>
                <a:t>file.','A</a:t>
              </a:r>
              <a:r>
                <a:rPr lang="en-GB" b="0" i="1" dirty="0">
                  <a:effectLst/>
                  <a:latin typeface="Consolas" panose="020B0609020204030204" pitchFamily="49" charset="0"/>
                </a:rPr>
                <a:t> new line has been added.']</a:t>
              </a:r>
              <a:endParaRPr lang="en-GB" b="0" dirty="0">
                <a:effectLst/>
                <a:latin typeface="Consolas" panose="020B0609020204030204" pitchFamily="49" charset="0"/>
              </a:endParaRPr>
            </a:p>
          </p:txBody>
        </p:sp>
        <p:sp>
          <p:nvSpPr>
            <p:cNvPr id="24" name="Arrow: Right 23">
              <a:extLst>
                <a:ext uri="{FF2B5EF4-FFF2-40B4-BE49-F238E27FC236}">
                  <a16:creationId xmlns:a16="http://schemas.microsoft.com/office/drawing/2014/main" id="{29CE9C82-CDB6-026D-74A6-4147B12E8200}"/>
                </a:ext>
              </a:extLst>
            </p:cNvPr>
            <p:cNvSpPr/>
            <p:nvPr/>
          </p:nvSpPr>
          <p:spPr>
            <a:xfrm>
              <a:off x="4009508" y="5994427"/>
              <a:ext cx="961987"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408096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ppt_x"/>
                                          </p:val>
                                        </p:tav>
                                        <p:tav tm="100000">
                                          <p:val>
                                            <p:strVal val="#ppt_x"/>
                                          </p:val>
                                        </p:tav>
                                      </p:tavLst>
                                    </p:anim>
                                    <p:anim calcmode="lin" valueType="num">
                                      <p:cBhvr additive="base">
                                        <p:cTn id="3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AFF90-CDB7-0594-F5E6-180FC7C656F7}"/>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F1544E7B-BD2E-042B-DFE3-7620A29B3F37}"/>
              </a:ext>
            </a:extLst>
          </p:cNvPr>
          <p:cNvSpPr>
            <a:spLocks noGrp="1"/>
          </p:cNvSpPr>
          <p:nvPr>
            <p:ph type="title"/>
          </p:nvPr>
        </p:nvSpPr>
        <p:spPr/>
        <p:txBody>
          <a:bodyPr/>
          <a:lstStyle/>
          <a:p>
            <a:r>
              <a:rPr lang="en-GB" dirty="0"/>
              <a:t>Reading and Writing CSV Files</a:t>
            </a:r>
            <a:endParaRPr lang="de-DE" dirty="0"/>
          </a:p>
        </p:txBody>
      </p:sp>
      <p:sp>
        <p:nvSpPr>
          <p:cNvPr id="10" name="Foliennummernplatzhalter 9">
            <a:extLst>
              <a:ext uri="{FF2B5EF4-FFF2-40B4-BE49-F238E27FC236}">
                <a16:creationId xmlns:a16="http://schemas.microsoft.com/office/drawing/2014/main" id="{0C93222A-B06C-B6F2-3273-514AF2123ED9}"/>
              </a:ext>
            </a:extLst>
          </p:cNvPr>
          <p:cNvSpPr>
            <a:spLocks noGrp="1"/>
          </p:cNvSpPr>
          <p:nvPr>
            <p:ph type="sldNum" sz="quarter" idx="12"/>
          </p:nvPr>
        </p:nvSpPr>
        <p:spPr/>
        <p:txBody>
          <a:bodyPr/>
          <a:lstStyle/>
          <a:p>
            <a:fld id="{075B144D-941B-4DFC-AF5F-0416193D12EC}" type="slidenum">
              <a:rPr lang="de-DE" smtClean="0"/>
              <a:t>7</a:t>
            </a:fld>
            <a:endParaRPr lang="de-DE"/>
          </a:p>
        </p:txBody>
      </p:sp>
      <p:pic>
        <p:nvPicPr>
          <p:cNvPr id="3" name="Picture 2">
            <a:extLst>
              <a:ext uri="{FF2B5EF4-FFF2-40B4-BE49-F238E27FC236}">
                <a16:creationId xmlns:a16="http://schemas.microsoft.com/office/drawing/2014/main" id="{E3CB1515-56F4-8D99-BCFB-F22D05F5477B}"/>
              </a:ext>
            </a:extLst>
          </p:cNvPr>
          <p:cNvPicPr>
            <a:picLocks noChangeAspect="1"/>
          </p:cNvPicPr>
          <p:nvPr/>
        </p:nvPicPr>
        <p:blipFill>
          <a:blip r:embed="rId3"/>
          <a:srcRect l="5242" t="3217"/>
          <a:stretch>
            <a:fillRect/>
          </a:stretch>
        </p:blipFill>
        <p:spPr>
          <a:xfrm>
            <a:off x="360000" y="1194062"/>
            <a:ext cx="4995919" cy="5663938"/>
          </a:xfrm>
          <a:prstGeom prst="rect">
            <a:avLst/>
          </a:prstGeom>
        </p:spPr>
      </p:pic>
      <p:grpSp>
        <p:nvGrpSpPr>
          <p:cNvPr id="7" name="Group 6">
            <a:extLst>
              <a:ext uri="{FF2B5EF4-FFF2-40B4-BE49-F238E27FC236}">
                <a16:creationId xmlns:a16="http://schemas.microsoft.com/office/drawing/2014/main" id="{A3D3DBBA-F83E-72C7-01FA-6EDC412B94E5}"/>
              </a:ext>
            </a:extLst>
          </p:cNvPr>
          <p:cNvGrpSpPr/>
          <p:nvPr/>
        </p:nvGrpSpPr>
        <p:grpSpPr>
          <a:xfrm>
            <a:off x="3708499" y="2592961"/>
            <a:ext cx="7778280" cy="672118"/>
            <a:chOff x="6472856" y="3032885"/>
            <a:chExt cx="5277442" cy="672118"/>
          </a:xfrm>
        </p:grpSpPr>
        <p:sp>
          <p:nvSpPr>
            <p:cNvPr id="11" name="Rectangle 10">
              <a:extLst>
                <a:ext uri="{FF2B5EF4-FFF2-40B4-BE49-F238E27FC236}">
                  <a16:creationId xmlns:a16="http://schemas.microsoft.com/office/drawing/2014/main" id="{2457AAF7-5AFD-73A0-5AF2-75214D396723}"/>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Create </a:t>
              </a:r>
              <a:r>
                <a:rPr lang="en-GB" sz="1400" b="1" dirty="0"/>
                <a:t>a nested list </a:t>
              </a:r>
              <a:r>
                <a:rPr lang="en-GB" sz="1400" dirty="0"/>
                <a:t>containing the table data. </a:t>
              </a:r>
              <a:r>
                <a:rPr lang="en-GB" sz="1400" dirty="0">
                  <a:solidFill>
                    <a:srgbClr val="DF4807"/>
                  </a:solidFill>
                </a:rPr>
                <a:t>Each inner list represents one row in the CSV file.</a:t>
              </a:r>
            </a:p>
          </p:txBody>
        </p:sp>
        <p:sp>
          <p:nvSpPr>
            <p:cNvPr id="8" name="Arrow: Right 7">
              <a:extLst>
                <a:ext uri="{FF2B5EF4-FFF2-40B4-BE49-F238E27FC236}">
                  <a16:creationId xmlns:a16="http://schemas.microsoft.com/office/drawing/2014/main" id="{429BAC14-22EF-8BCA-FE74-AC3383DCC8D7}"/>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0292285F-8D2E-A63A-970B-0B11B1E77857}"/>
              </a:ext>
            </a:extLst>
          </p:cNvPr>
          <p:cNvGrpSpPr/>
          <p:nvPr/>
        </p:nvGrpSpPr>
        <p:grpSpPr>
          <a:xfrm>
            <a:off x="3708499" y="5875368"/>
            <a:ext cx="7778280" cy="672118"/>
            <a:chOff x="6472856" y="3032885"/>
            <a:chExt cx="5277442" cy="672118"/>
          </a:xfrm>
        </p:grpSpPr>
        <p:sp>
          <p:nvSpPr>
            <p:cNvPr id="16" name="Arrow: Right 15">
              <a:extLst>
                <a:ext uri="{FF2B5EF4-FFF2-40B4-BE49-F238E27FC236}">
                  <a16:creationId xmlns:a16="http://schemas.microsoft.com/office/drawing/2014/main" id="{B14CB51A-2182-50F8-028E-3057D4957887}"/>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9E9B8584-E899-A1CF-9007-82F4BA6EB4F1}"/>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Open the CSV file named "students.csv" in read mode ("r"). Create a CSV reader object to read the file content. </a:t>
              </a:r>
              <a:r>
                <a:rPr lang="en-GB" sz="1400" b="1" dirty="0"/>
                <a:t>Loop through each row in the CSV file. Print the current row as a list</a:t>
              </a:r>
              <a:br>
                <a:rPr lang="en-GB" sz="1400" dirty="0"/>
              </a:br>
              <a:br>
                <a:rPr lang="en-GB" sz="1400" dirty="0"/>
              </a:br>
              <a:br>
                <a:rPr lang="en-GB" sz="1400" dirty="0"/>
              </a:br>
              <a:br>
                <a:rPr lang="en-GB" sz="1400" dirty="0"/>
              </a:br>
              <a:endParaRPr lang="en-GB" sz="1400" dirty="0"/>
            </a:p>
          </p:txBody>
        </p:sp>
      </p:grpSp>
      <p:grpSp>
        <p:nvGrpSpPr>
          <p:cNvPr id="6" name="Group 5">
            <a:extLst>
              <a:ext uri="{FF2B5EF4-FFF2-40B4-BE49-F238E27FC236}">
                <a16:creationId xmlns:a16="http://schemas.microsoft.com/office/drawing/2014/main" id="{A266F9B4-2FAF-CD1C-3BA5-85E10575946C}"/>
              </a:ext>
            </a:extLst>
          </p:cNvPr>
          <p:cNvGrpSpPr/>
          <p:nvPr/>
        </p:nvGrpSpPr>
        <p:grpSpPr>
          <a:xfrm>
            <a:off x="3708499" y="4201374"/>
            <a:ext cx="7778280" cy="992238"/>
            <a:chOff x="6472856" y="3032885"/>
            <a:chExt cx="5277442" cy="992238"/>
          </a:xfrm>
        </p:grpSpPr>
        <p:sp>
          <p:nvSpPr>
            <p:cNvPr id="9" name="Rectangle 8">
              <a:extLst>
                <a:ext uri="{FF2B5EF4-FFF2-40B4-BE49-F238E27FC236}">
                  <a16:creationId xmlns:a16="http://schemas.microsoft.com/office/drawing/2014/main" id="{6D7259C4-DB40-C53D-8698-CF1B4BB8DDB4}"/>
                </a:ext>
              </a:extLst>
            </p:cNvPr>
            <p:cNvSpPr/>
            <p:nvPr/>
          </p:nvSpPr>
          <p:spPr>
            <a:xfrm>
              <a:off x="7991690" y="3032885"/>
              <a:ext cx="3758608" cy="99223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Open a file named "students.csv" in write mode ("w")</a:t>
              </a:r>
              <a:br>
                <a:rPr lang="en-GB" sz="1400" dirty="0"/>
              </a:br>
              <a:r>
                <a:rPr lang="en-GB" sz="1400" dirty="0"/>
                <a:t>newline=“ " prevents extra blank lines in some operating systems.  </a:t>
              </a:r>
            </a:p>
            <a:p>
              <a:r>
                <a:rPr lang="en-GB" sz="1400" b="1" dirty="0"/>
                <a:t>Create a CSV writer object linked to the file.  Write all rows from the 'data' list into the CSV file</a:t>
              </a:r>
            </a:p>
          </p:txBody>
        </p:sp>
        <p:sp>
          <p:nvSpPr>
            <p:cNvPr id="12" name="Arrow: Right 11">
              <a:extLst>
                <a:ext uri="{FF2B5EF4-FFF2-40B4-BE49-F238E27FC236}">
                  <a16:creationId xmlns:a16="http://schemas.microsoft.com/office/drawing/2014/main" id="{FECFF5B2-A003-8C74-8509-89CBD929A365}"/>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98694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56C3B-E07E-C554-2EC9-13DF19D98DBF}"/>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3F49B765-851A-ACCB-DE8B-3BDD2B3DCBFF}"/>
              </a:ext>
            </a:extLst>
          </p:cNvPr>
          <p:cNvSpPr>
            <a:spLocks noGrp="1"/>
          </p:cNvSpPr>
          <p:nvPr>
            <p:ph type="title"/>
          </p:nvPr>
        </p:nvSpPr>
        <p:spPr/>
        <p:txBody>
          <a:bodyPr/>
          <a:lstStyle/>
          <a:p>
            <a:r>
              <a:rPr lang="en-GB" dirty="0"/>
              <a:t>Creating a CSV file using dictionaries</a:t>
            </a:r>
            <a:endParaRPr lang="de-DE" dirty="0"/>
          </a:p>
        </p:txBody>
      </p:sp>
      <p:sp>
        <p:nvSpPr>
          <p:cNvPr id="10" name="Foliennummernplatzhalter 9">
            <a:extLst>
              <a:ext uri="{FF2B5EF4-FFF2-40B4-BE49-F238E27FC236}">
                <a16:creationId xmlns:a16="http://schemas.microsoft.com/office/drawing/2014/main" id="{47348B74-9950-413F-BC9A-A8D4E72A269B}"/>
              </a:ext>
            </a:extLst>
          </p:cNvPr>
          <p:cNvSpPr>
            <a:spLocks noGrp="1"/>
          </p:cNvSpPr>
          <p:nvPr>
            <p:ph type="sldNum" sz="quarter" idx="12"/>
          </p:nvPr>
        </p:nvSpPr>
        <p:spPr/>
        <p:txBody>
          <a:bodyPr/>
          <a:lstStyle/>
          <a:p>
            <a:fld id="{075B144D-941B-4DFC-AF5F-0416193D12EC}" type="slidenum">
              <a:rPr lang="de-DE" smtClean="0"/>
              <a:t>8</a:t>
            </a:fld>
            <a:endParaRPr lang="de-DE"/>
          </a:p>
        </p:txBody>
      </p:sp>
      <p:pic>
        <p:nvPicPr>
          <p:cNvPr id="5" name="Picture 4">
            <a:extLst>
              <a:ext uri="{FF2B5EF4-FFF2-40B4-BE49-F238E27FC236}">
                <a16:creationId xmlns:a16="http://schemas.microsoft.com/office/drawing/2014/main" id="{D149FC4C-31C0-1CEC-47DF-8DC5535477BF}"/>
              </a:ext>
            </a:extLst>
          </p:cNvPr>
          <p:cNvPicPr>
            <a:picLocks noChangeAspect="1"/>
          </p:cNvPicPr>
          <p:nvPr/>
        </p:nvPicPr>
        <p:blipFill>
          <a:blip r:embed="rId3"/>
          <a:stretch>
            <a:fillRect/>
          </a:stretch>
        </p:blipFill>
        <p:spPr>
          <a:xfrm>
            <a:off x="380419" y="1194062"/>
            <a:ext cx="5103517" cy="5559517"/>
          </a:xfrm>
          <a:prstGeom prst="rect">
            <a:avLst/>
          </a:prstGeom>
        </p:spPr>
      </p:pic>
      <p:grpSp>
        <p:nvGrpSpPr>
          <p:cNvPr id="7" name="Group 6">
            <a:extLst>
              <a:ext uri="{FF2B5EF4-FFF2-40B4-BE49-F238E27FC236}">
                <a16:creationId xmlns:a16="http://schemas.microsoft.com/office/drawing/2014/main" id="{346E2B6E-3F27-3D12-EB40-77B747AB4CB0}"/>
              </a:ext>
            </a:extLst>
          </p:cNvPr>
          <p:cNvGrpSpPr/>
          <p:nvPr/>
        </p:nvGrpSpPr>
        <p:grpSpPr>
          <a:xfrm>
            <a:off x="4774163" y="2040329"/>
            <a:ext cx="7082348" cy="672118"/>
            <a:chOff x="6472856" y="3032885"/>
            <a:chExt cx="5277442" cy="672118"/>
          </a:xfrm>
        </p:grpSpPr>
        <p:sp>
          <p:nvSpPr>
            <p:cNvPr id="11" name="Rectangle 10">
              <a:extLst>
                <a:ext uri="{FF2B5EF4-FFF2-40B4-BE49-F238E27FC236}">
                  <a16:creationId xmlns:a16="http://schemas.microsoft.com/office/drawing/2014/main" id="{40F5480D-05C2-763C-ECE8-2A3015353936}"/>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Defines a list of dictionaries called data, where each dictionary represents one actor record with the keys </a:t>
              </a:r>
              <a:r>
                <a:rPr lang="en-GB" sz="1400" dirty="0" err="1"/>
                <a:t>firstname</a:t>
              </a:r>
              <a:r>
                <a:rPr lang="en-GB" sz="1400" dirty="0"/>
                <a:t>, </a:t>
              </a:r>
              <a:r>
                <a:rPr lang="en-GB" sz="1400" dirty="0" err="1"/>
                <a:t>lastname</a:t>
              </a:r>
              <a:r>
                <a:rPr lang="en-GB" sz="1400" dirty="0"/>
                <a:t>, and country.</a:t>
              </a:r>
            </a:p>
          </p:txBody>
        </p:sp>
        <p:sp>
          <p:nvSpPr>
            <p:cNvPr id="8" name="Arrow: Right 7">
              <a:extLst>
                <a:ext uri="{FF2B5EF4-FFF2-40B4-BE49-F238E27FC236}">
                  <a16:creationId xmlns:a16="http://schemas.microsoft.com/office/drawing/2014/main" id="{EDDB06DF-24A9-B21D-DD7E-BC34C7A042EF}"/>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 name="Group 5">
            <a:extLst>
              <a:ext uri="{FF2B5EF4-FFF2-40B4-BE49-F238E27FC236}">
                <a16:creationId xmlns:a16="http://schemas.microsoft.com/office/drawing/2014/main" id="{9F93E571-4374-4DBA-5898-F63B77D2A627}"/>
              </a:ext>
            </a:extLst>
          </p:cNvPr>
          <p:cNvGrpSpPr/>
          <p:nvPr/>
        </p:nvGrpSpPr>
        <p:grpSpPr>
          <a:xfrm>
            <a:off x="4696290" y="3053708"/>
            <a:ext cx="7045464" cy="672118"/>
            <a:chOff x="6472856" y="3032885"/>
            <a:chExt cx="5277442" cy="672118"/>
          </a:xfrm>
        </p:grpSpPr>
        <p:sp>
          <p:nvSpPr>
            <p:cNvPr id="9" name="Rectangle 8">
              <a:extLst>
                <a:ext uri="{FF2B5EF4-FFF2-40B4-BE49-F238E27FC236}">
                  <a16:creationId xmlns:a16="http://schemas.microsoft.com/office/drawing/2014/main" id="{D0BF78C4-29CA-B34B-DECE-B361A9119AEF}"/>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The file male_actor_records.csv is opened in write mode using a </a:t>
              </a:r>
              <a:r>
                <a:rPr lang="en-GB" sz="1400" b="1" dirty="0"/>
                <a:t>context manager</a:t>
              </a:r>
              <a:r>
                <a:rPr lang="en-GB" sz="1400" dirty="0"/>
                <a:t>, which ensures automatic file closure after execution.</a:t>
              </a:r>
            </a:p>
          </p:txBody>
        </p:sp>
        <p:sp>
          <p:nvSpPr>
            <p:cNvPr id="12" name="Arrow: Right 11">
              <a:extLst>
                <a:ext uri="{FF2B5EF4-FFF2-40B4-BE49-F238E27FC236}">
                  <a16:creationId xmlns:a16="http://schemas.microsoft.com/office/drawing/2014/main" id="{90279B55-E495-D6E5-18FD-F255512DDFEE}"/>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BC2762B8-22B4-3ABE-E968-FED4B4BEFEF3}"/>
              </a:ext>
            </a:extLst>
          </p:cNvPr>
          <p:cNvGrpSpPr/>
          <p:nvPr/>
        </p:nvGrpSpPr>
        <p:grpSpPr>
          <a:xfrm>
            <a:off x="4665815" y="4803005"/>
            <a:ext cx="7165823" cy="672118"/>
            <a:chOff x="6472856" y="3032885"/>
            <a:chExt cx="5277442" cy="672118"/>
          </a:xfrm>
        </p:grpSpPr>
        <p:sp>
          <p:nvSpPr>
            <p:cNvPr id="16" name="Arrow: Right 15">
              <a:extLst>
                <a:ext uri="{FF2B5EF4-FFF2-40B4-BE49-F238E27FC236}">
                  <a16:creationId xmlns:a16="http://schemas.microsoft.com/office/drawing/2014/main" id="{75994767-3454-1D50-D378-89F8D3272E47}"/>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BA599898-6C55-E9A1-83A2-347ACDE47E02}"/>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A </a:t>
              </a:r>
              <a:r>
                <a:rPr lang="en-GB" sz="1400" b="1" dirty="0" err="1">
                  <a:solidFill>
                    <a:srgbClr val="DF4807"/>
                  </a:solidFill>
                </a:rPr>
                <a:t>csv.DictWriter</a:t>
              </a:r>
              <a:r>
                <a:rPr lang="en-GB" sz="1400" b="1" dirty="0">
                  <a:solidFill>
                    <a:srgbClr val="DF4807"/>
                  </a:solidFill>
                </a:rPr>
                <a:t> </a:t>
              </a:r>
              <a:r>
                <a:rPr lang="en-GB" sz="1400" dirty="0"/>
                <a:t>object is then created to map dictionary keys to CSV columns. The </a:t>
              </a:r>
              <a:r>
                <a:rPr lang="en-GB" sz="1400" dirty="0" err="1"/>
                <a:t>writeheader</a:t>
              </a:r>
              <a:r>
                <a:rPr lang="en-GB" sz="1400" dirty="0"/>
                <a:t>() method writes the column names as the first row in the file. </a:t>
              </a:r>
              <a:br>
                <a:rPr lang="en-GB" sz="1400" dirty="0"/>
              </a:br>
              <a:br>
                <a:rPr lang="en-GB" sz="1400" dirty="0"/>
              </a:br>
              <a:endParaRPr lang="en-GB" sz="1400" dirty="0"/>
            </a:p>
          </p:txBody>
        </p:sp>
      </p:grpSp>
      <p:grpSp>
        <p:nvGrpSpPr>
          <p:cNvPr id="17" name="Group 16">
            <a:extLst>
              <a:ext uri="{FF2B5EF4-FFF2-40B4-BE49-F238E27FC236}">
                <a16:creationId xmlns:a16="http://schemas.microsoft.com/office/drawing/2014/main" id="{1B2F599F-D615-1C46-C638-167950996E09}"/>
              </a:ext>
            </a:extLst>
          </p:cNvPr>
          <p:cNvGrpSpPr/>
          <p:nvPr/>
        </p:nvGrpSpPr>
        <p:grpSpPr>
          <a:xfrm>
            <a:off x="4665815" y="3959280"/>
            <a:ext cx="7165823" cy="473607"/>
            <a:chOff x="6472856" y="3096392"/>
            <a:chExt cx="5277442" cy="473607"/>
          </a:xfrm>
        </p:grpSpPr>
        <p:sp>
          <p:nvSpPr>
            <p:cNvPr id="18" name="Rectangle 17">
              <a:extLst>
                <a:ext uri="{FF2B5EF4-FFF2-40B4-BE49-F238E27FC236}">
                  <a16:creationId xmlns:a16="http://schemas.microsoft.com/office/drawing/2014/main" id="{A7E80CCC-F633-10EF-CBF4-20AB32C0EAC9}"/>
                </a:ext>
              </a:extLst>
            </p:cNvPr>
            <p:cNvSpPr/>
            <p:nvPr/>
          </p:nvSpPr>
          <p:spPr>
            <a:xfrm>
              <a:off x="8054820" y="3096392"/>
              <a:ext cx="3695478" cy="473607"/>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A list of column names is defined in fieldnames, specifying the structure and order of the CSV columns.</a:t>
              </a:r>
            </a:p>
          </p:txBody>
        </p:sp>
        <p:sp>
          <p:nvSpPr>
            <p:cNvPr id="20" name="Arrow: Right 19">
              <a:extLst>
                <a:ext uri="{FF2B5EF4-FFF2-40B4-BE49-F238E27FC236}">
                  <a16:creationId xmlns:a16="http://schemas.microsoft.com/office/drawing/2014/main" id="{057D6FDD-8E4A-689A-0C49-D30BCEFEA24D}"/>
                </a:ext>
              </a:extLst>
            </p:cNvPr>
            <p:cNvSpPr/>
            <p:nvPr/>
          </p:nvSpPr>
          <p:spPr>
            <a:xfrm>
              <a:off x="6472856" y="3231398"/>
              <a:ext cx="1567194" cy="26201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BD7F100A-14DF-4592-6923-76F97BBEBFB6}"/>
              </a:ext>
            </a:extLst>
          </p:cNvPr>
          <p:cNvGrpSpPr/>
          <p:nvPr/>
        </p:nvGrpSpPr>
        <p:grpSpPr>
          <a:xfrm>
            <a:off x="4660999" y="5953932"/>
            <a:ext cx="7165823" cy="473607"/>
            <a:chOff x="6472856" y="3032885"/>
            <a:chExt cx="5277442" cy="473607"/>
          </a:xfrm>
        </p:grpSpPr>
        <p:sp>
          <p:nvSpPr>
            <p:cNvPr id="24" name="Arrow: Right 23">
              <a:extLst>
                <a:ext uri="{FF2B5EF4-FFF2-40B4-BE49-F238E27FC236}">
                  <a16:creationId xmlns:a16="http://schemas.microsoft.com/office/drawing/2014/main" id="{3161C57E-082C-E27E-1DE3-E6DDAA2DC9A6}"/>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3DAC1A27-5F0D-0C7B-D05D-0A8655B16AC7}"/>
                </a:ext>
              </a:extLst>
            </p:cNvPr>
            <p:cNvSpPr/>
            <p:nvPr/>
          </p:nvSpPr>
          <p:spPr>
            <a:xfrm>
              <a:off x="7991690" y="3032885"/>
              <a:ext cx="3758608" cy="473607"/>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The </a:t>
              </a:r>
              <a:r>
                <a:rPr lang="en-GB" sz="1400" b="1" dirty="0" err="1">
                  <a:solidFill>
                    <a:srgbClr val="DF4807"/>
                  </a:solidFill>
                </a:rPr>
                <a:t>writerows</a:t>
              </a:r>
              <a:r>
                <a:rPr lang="en-GB" sz="1400" b="1" dirty="0">
                  <a:solidFill>
                    <a:srgbClr val="DF4807"/>
                  </a:solidFill>
                </a:rPr>
                <a:t>(data) </a:t>
              </a:r>
              <a:r>
                <a:rPr lang="en-GB" sz="1400" dirty="0"/>
                <a:t>method writes each dictionary in the list as a separate row in the CSV file.</a:t>
              </a:r>
              <a:br>
                <a:rPr lang="en-GB" sz="1400" dirty="0"/>
              </a:br>
              <a:endParaRPr lang="en-GB" sz="1400" dirty="0"/>
            </a:p>
            <a:p>
              <a:br>
                <a:rPr lang="en-GB" sz="1400" dirty="0"/>
              </a:br>
              <a:br>
                <a:rPr lang="en-GB" sz="1400" dirty="0"/>
              </a:br>
              <a:endParaRPr lang="en-GB" sz="1400" dirty="0"/>
            </a:p>
          </p:txBody>
        </p:sp>
      </p:grpSp>
    </p:spTree>
    <p:extLst>
      <p:ext uri="{BB962C8B-B14F-4D97-AF65-F5344CB8AC3E}">
        <p14:creationId xmlns:p14="http://schemas.microsoft.com/office/powerpoint/2010/main" val="16419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ppt_x"/>
                                          </p:val>
                                        </p:tav>
                                        <p:tav tm="100000">
                                          <p:val>
                                            <p:strVal val="#ppt_x"/>
                                          </p:val>
                                        </p:tav>
                                      </p:tavLst>
                                    </p:anim>
                                    <p:anim calcmode="lin" valueType="num">
                                      <p:cBhvr additive="base">
                                        <p:cTn id="3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819F-E1FE-9D47-4B48-7FBFF926E067}"/>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9126B06E-BA16-B32A-AE6A-A1CB3DC14867}"/>
              </a:ext>
            </a:extLst>
          </p:cNvPr>
          <p:cNvSpPr>
            <a:spLocks noGrp="1"/>
          </p:cNvSpPr>
          <p:nvPr>
            <p:ph type="title"/>
          </p:nvPr>
        </p:nvSpPr>
        <p:spPr/>
        <p:txBody>
          <a:bodyPr/>
          <a:lstStyle/>
          <a:p>
            <a:r>
              <a:rPr lang="de-DE" dirty="0"/>
              <a:t>Exercises</a:t>
            </a:r>
            <a:endParaRPr lang="de-DE" b="0" dirty="0"/>
          </a:p>
        </p:txBody>
      </p:sp>
      <p:sp>
        <p:nvSpPr>
          <p:cNvPr id="7" name="Foliennummernplatzhalter 6">
            <a:extLst>
              <a:ext uri="{FF2B5EF4-FFF2-40B4-BE49-F238E27FC236}">
                <a16:creationId xmlns:a16="http://schemas.microsoft.com/office/drawing/2014/main" id="{CB5FEBAD-8875-0AD7-6E14-C889529B1BD3}"/>
              </a:ext>
            </a:extLst>
          </p:cNvPr>
          <p:cNvSpPr>
            <a:spLocks noGrp="1"/>
          </p:cNvSpPr>
          <p:nvPr>
            <p:ph type="sldNum" sz="quarter" idx="12"/>
          </p:nvPr>
        </p:nvSpPr>
        <p:spPr/>
        <p:txBody>
          <a:bodyPr/>
          <a:lstStyle/>
          <a:p>
            <a:fld id="{075B144D-941B-4DFC-AF5F-0416193D12EC}" type="slidenum">
              <a:rPr lang="de-DE" smtClean="0"/>
              <a:pPr/>
              <a:t>9</a:t>
            </a:fld>
            <a:endParaRPr lang="de-DE"/>
          </a:p>
        </p:txBody>
      </p:sp>
      <p:sp>
        <p:nvSpPr>
          <p:cNvPr id="2" name="TextBox 1">
            <a:extLst>
              <a:ext uri="{FF2B5EF4-FFF2-40B4-BE49-F238E27FC236}">
                <a16:creationId xmlns:a16="http://schemas.microsoft.com/office/drawing/2014/main" id="{3F5ED25E-E24C-141E-250B-5118BE8ED556}"/>
              </a:ext>
            </a:extLst>
          </p:cNvPr>
          <p:cNvSpPr txBox="1"/>
          <p:nvPr/>
        </p:nvSpPr>
        <p:spPr>
          <a:xfrm>
            <a:off x="267833" y="1321959"/>
            <a:ext cx="11793493" cy="1477328"/>
          </a:xfrm>
          <a:prstGeom prst="rect">
            <a:avLst/>
          </a:prstGeom>
          <a:noFill/>
        </p:spPr>
        <p:txBody>
          <a:bodyPr wrap="square">
            <a:spAutoFit/>
          </a:bodyPr>
          <a:lstStyle/>
          <a:p>
            <a:r>
              <a:rPr lang="en-US" dirty="0">
                <a:solidFill>
                  <a:srgbClr val="2D3748"/>
                </a:solidFill>
                <a:ea typeface="Calibri" pitchFamily="34" charset="-122"/>
                <a:cs typeface="Calibri" pitchFamily="34" charset="-120"/>
              </a:rPr>
              <a:t>Solve Problems 1-7  in “</a:t>
            </a:r>
            <a:r>
              <a:rPr lang="en-GB" b="1" dirty="0"/>
              <a:t>Week5_Exercise.ipynb</a:t>
            </a:r>
            <a:r>
              <a:rPr lang="en-US" i="1" dirty="0"/>
              <a:t>“ and you have 40 minutes to finish all the problems. </a:t>
            </a:r>
            <a:r>
              <a:rPr lang="en-US" b="1" i="1" dirty="0">
                <a:solidFill>
                  <a:srgbClr val="DF4807"/>
                </a:solidFill>
              </a:rPr>
              <a:t>Don’t forget to split your screen.</a:t>
            </a:r>
            <a:endParaRPr lang="en-US" b="1" dirty="0">
              <a:solidFill>
                <a:srgbClr val="DF4807"/>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p>
          <a:p>
            <a:pPr marL="0" indent="0">
              <a:buNone/>
            </a:pPr>
            <a:endParaRPr lang="en-US" dirty="0">
              <a:solidFill>
                <a:srgbClr val="2D3748"/>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endParaRPr lang="de-DE" dirty="0"/>
          </a:p>
        </p:txBody>
      </p:sp>
      <p:pic>
        <p:nvPicPr>
          <p:cNvPr id="8" name="Picture 7">
            <a:extLst>
              <a:ext uri="{FF2B5EF4-FFF2-40B4-BE49-F238E27FC236}">
                <a16:creationId xmlns:a16="http://schemas.microsoft.com/office/drawing/2014/main" id="{1BFC56A5-A1F8-1F5A-B52F-4A818E2D3971}"/>
              </a:ext>
            </a:extLst>
          </p:cNvPr>
          <p:cNvPicPr>
            <a:picLocks noChangeAspect="1"/>
          </p:cNvPicPr>
          <p:nvPr/>
        </p:nvPicPr>
        <p:blipFill>
          <a:blip r:embed="rId3"/>
          <a:stretch>
            <a:fillRect/>
          </a:stretch>
        </p:blipFill>
        <p:spPr>
          <a:xfrm>
            <a:off x="1950939" y="1916606"/>
            <a:ext cx="8427279" cy="4941394"/>
          </a:xfrm>
          <a:prstGeom prst="rect">
            <a:avLst/>
          </a:prstGeom>
        </p:spPr>
      </p:pic>
    </p:spTree>
    <p:extLst>
      <p:ext uri="{BB962C8B-B14F-4D97-AF65-F5344CB8AC3E}">
        <p14:creationId xmlns:p14="http://schemas.microsoft.com/office/powerpoint/2010/main" val="199680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F8F9D-DFEB-C705-9087-AA0F8DFFB921}"/>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D665351A-FF32-A8D1-F970-46DA077CC3BE}"/>
              </a:ext>
            </a:extLst>
          </p:cNvPr>
          <p:cNvSpPr>
            <a:spLocks noGrp="1"/>
          </p:cNvSpPr>
          <p:nvPr>
            <p:ph type="title"/>
          </p:nvPr>
        </p:nvSpPr>
        <p:spPr>
          <a:xfrm>
            <a:off x="0" y="2337287"/>
            <a:ext cx="12366538" cy="1406038"/>
          </a:xfrm>
        </p:spPr>
        <p:txBody>
          <a:bodyPr/>
          <a:lstStyle/>
          <a:p>
            <a:pPr algn="ctr"/>
            <a:r>
              <a:rPr lang="en-GB" sz="4500" dirty="0"/>
              <a:t>Pause / Break</a:t>
            </a:r>
            <a:endParaRPr lang="de-DE" sz="4500" dirty="0"/>
          </a:p>
        </p:txBody>
      </p:sp>
      <p:sp>
        <p:nvSpPr>
          <p:cNvPr id="8" name="TextBox 7">
            <a:extLst>
              <a:ext uri="{FF2B5EF4-FFF2-40B4-BE49-F238E27FC236}">
                <a16:creationId xmlns:a16="http://schemas.microsoft.com/office/drawing/2014/main" id="{86BDF146-BFA3-10A2-A76C-02FAA122E830}"/>
              </a:ext>
            </a:extLst>
          </p:cNvPr>
          <p:cNvSpPr txBox="1"/>
          <p:nvPr/>
        </p:nvSpPr>
        <p:spPr>
          <a:xfrm>
            <a:off x="1499774" y="3921354"/>
            <a:ext cx="9192451" cy="1323439"/>
          </a:xfrm>
          <a:prstGeom prst="rect">
            <a:avLst/>
          </a:prstGeom>
          <a:noFill/>
        </p:spPr>
        <p:txBody>
          <a:bodyPr wrap="square">
            <a:spAutoFit/>
          </a:bodyPr>
          <a:lstStyle/>
          <a:p>
            <a:pPr algn="ctr"/>
            <a:r>
              <a:rPr lang="de-DE" sz="2000" b="1" dirty="0">
                <a:solidFill>
                  <a:schemeClr val="tx1">
                    <a:lumMod val="20000"/>
                    <a:lumOff val="80000"/>
                  </a:schemeClr>
                </a:solidFill>
                <a:effectLst>
                  <a:outerShdw blurRad="38100" dist="38100" dir="2700000" algn="tl">
                    <a:srgbClr val="000000">
                      <a:alpha val="43137"/>
                    </a:srgbClr>
                  </a:outerShdw>
                </a:effectLst>
              </a:rPr>
              <a:t>See you in 15 minutes </a:t>
            </a:r>
            <a:r>
              <a:rPr lang="de-DE" sz="2000" b="1" dirty="0">
                <a:solidFill>
                  <a:schemeClr val="tx1">
                    <a:lumMod val="20000"/>
                    <a:lumOff val="80000"/>
                  </a:schemeClr>
                </a:solidFill>
                <a:effectLst>
                  <a:outerShdw blurRad="38100" dist="38100" dir="2700000" algn="tl">
                    <a:srgbClr val="000000">
                      <a:alpha val="43137"/>
                    </a:srgbClr>
                  </a:outerShdw>
                </a:effectLst>
                <a:sym typeface="Wingdings" panose="05000000000000000000" pitchFamily="2" charset="2"/>
              </a:rPr>
              <a:t>!</a:t>
            </a:r>
          </a:p>
          <a:p>
            <a:pPr algn="ctr"/>
            <a:r>
              <a:rPr lang="de-DE" sz="2000" b="1" dirty="0">
                <a:solidFill>
                  <a:schemeClr val="tx1">
                    <a:lumMod val="20000"/>
                    <a:lumOff val="80000"/>
                  </a:schemeClr>
                </a:solidFill>
                <a:effectLst>
                  <a:outerShdw blurRad="38100" dist="38100" dir="2700000" algn="tl">
                    <a:srgbClr val="000000">
                      <a:alpha val="43137"/>
                    </a:srgbClr>
                  </a:outerShdw>
                </a:effectLst>
                <a:sym typeface="Wingdings" panose="05000000000000000000" pitchFamily="2" charset="2"/>
              </a:rPr>
              <a:t>Please be on time. </a:t>
            </a:r>
            <a:endParaRPr lang="en-US" sz="2000" dirty="0">
              <a:solidFill>
                <a:schemeClr val="tx1">
                  <a:lumMod val="20000"/>
                  <a:lumOff val="80000"/>
                </a:schemeClr>
              </a:solidFill>
            </a:endParaRPr>
          </a:p>
          <a:p>
            <a:pPr algn="ctr"/>
            <a:endParaRPr lang="en-US" sz="2000" dirty="0">
              <a:solidFill>
                <a:schemeClr val="tx1">
                  <a:lumMod val="75000"/>
                </a:schemeClr>
              </a:solidFill>
            </a:endParaRPr>
          </a:p>
          <a:p>
            <a:pPr algn="ctr"/>
            <a:r>
              <a:rPr lang="en-GB" sz="2000" dirty="0">
                <a:solidFill>
                  <a:schemeClr val="accent1"/>
                </a:solidFill>
              </a:rPr>
              <a:t>Wednesday, 15 April 2026, 14:00–17:15</a:t>
            </a:r>
          </a:p>
        </p:txBody>
      </p:sp>
    </p:spTree>
    <p:extLst>
      <p:ext uri="{BB962C8B-B14F-4D97-AF65-F5344CB8AC3E}">
        <p14:creationId xmlns:p14="http://schemas.microsoft.com/office/powerpoint/2010/main" val="1776145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E04A7-D787-4391-3E9D-8A55EDD4D00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BFB591E4-DC03-7179-B656-86A6E81D163B}"/>
              </a:ext>
            </a:extLst>
          </p:cNvPr>
          <p:cNvSpPr>
            <a:spLocks noGrp="1"/>
          </p:cNvSpPr>
          <p:nvPr>
            <p:ph type="title"/>
          </p:nvPr>
        </p:nvSpPr>
        <p:spPr/>
        <p:txBody>
          <a:bodyPr/>
          <a:lstStyle/>
          <a:p>
            <a:r>
              <a:rPr lang="en-GB" dirty="0"/>
              <a:t>Reading and Writing JSON Files</a:t>
            </a:r>
            <a:endParaRPr lang="en-GB" b="0" dirty="0"/>
          </a:p>
        </p:txBody>
      </p:sp>
      <p:sp>
        <p:nvSpPr>
          <p:cNvPr id="10" name="Foliennummernplatzhalter 9">
            <a:extLst>
              <a:ext uri="{FF2B5EF4-FFF2-40B4-BE49-F238E27FC236}">
                <a16:creationId xmlns:a16="http://schemas.microsoft.com/office/drawing/2014/main" id="{2A1B9198-2C53-AE85-9CF3-B9147C047602}"/>
              </a:ext>
            </a:extLst>
          </p:cNvPr>
          <p:cNvSpPr>
            <a:spLocks noGrp="1"/>
          </p:cNvSpPr>
          <p:nvPr>
            <p:ph type="sldNum" sz="quarter" idx="12"/>
          </p:nvPr>
        </p:nvSpPr>
        <p:spPr/>
        <p:txBody>
          <a:bodyPr/>
          <a:lstStyle/>
          <a:p>
            <a:fld id="{075B144D-941B-4DFC-AF5F-0416193D12EC}" type="slidenum">
              <a:rPr lang="de-DE" smtClean="0"/>
              <a:t>11</a:t>
            </a:fld>
            <a:endParaRPr lang="de-DE"/>
          </a:p>
        </p:txBody>
      </p:sp>
      <p:pic>
        <p:nvPicPr>
          <p:cNvPr id="8" name="Picture 7">
            <a:extLst>
              <a:ext uri="{FF2B5EF4-FFF2-40B4-BE49-F238E27FC236}">
                <a16:creationId xmlns:a16="http://schemas.microsoft.com/office/drawing/2014/main" id="{D869CA0B-4717-F590-6B5B-0BC9A0731A0B}"/>
              </a:ext>
            </a:extLst>
          </p:cNvPr>
          <p:cNvPicPr>
            <a:picLocks noChangeAspect="1"/>
          </p:cNvPicPr>
          <p:nvPr/>
        </p:nvPicPr>
        <p:blipFill>
          <a:blip r:embed="rId3"/>
          <a:stretch>
            <a:fillRect/>
          </a:stretch>
        </p:blipFill>
        <p:spPr>
          <a:xfrm>
            <a:off x="358775" y="1281716"/>
            <a:ext cx="4809366" cy="5448333"/>
          </a:xfrm>
          <a:prstGeom prst="rect">
            <a:avLst/>
          </a:prstGeom>
        </p:spPr>
      </p:pic>
      <p:grpSp>
        <p:nvGrpSpPr>
          <p:cNvPr id="9" name="Group 8">
            <a:extLst>
              <a:ext uri="{FF2B5EF4-FFF2-40B4-BE49-F238E27FC236}">
                <a16:creationId xmlns:a16="http://schemas.microsoft.com/office/drawing/2014/main" id="{185ABACF-FA14-2B5F-538D-2CE9D94BAC80}"/>
              </a:ext>
            </a:extLst>
          </p:cNvPr>
          <p:cNvGrpSpPr/>
          <p:nvPr/>
        </p:nvGrpSpPr>
        <p:grpSpPr>
          <a:xfrm>
            <a:off x="4728945" y="2817297"/>
            <a:ext cx="6757834" cy="992238"/>
            <a:chOff x="6472856" y="3032885"/>
            <a:chExt cx="4927014" cy="992238"/>
          </a:xfrm>
        </p:grpSpPr>
        <p:sp>
          <p:nvSpPr>
            <p:cNvPr id="11" name="Rectangle 10">
              <a:extLst>
                <a:ext uri="{FF2B5EF4-FFF2-40B4-BE49-F238E27FC236}">
                  <a16:creationId xmlns:a16="http://schemas.microsoft.com/office/drawing/2014/main" id="{D5537D81-E6EA-AB2E-1964-50157AB0D045}"/>
                </a:ext>
              </a:extLst>
            </p:cNvPr>
            <p:cNvSpPr/>
            <p:nvPr/>
          </p:nvSpPr>
          <p:spPr>
            <a:xfrm>
              <a:off x="7991690" y="3032885"/>
              <a:ext cx="3408180" cy="99223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Create a dictionary containing student information</a:t>
              </a:r>
              <a:br>
                <a:rPr lang="en-GB" sz="1400" dirty="0"/>
              </a:br>
              <a:r>
                <a:rPr lang="en-GB" sz="1400" b="1" u="sng" dirty="0"/>
                <a:t>Structure:</a:t>
              </a:r>
              <a:br>
                <a:rPr lang="en-GB" sz="1400" dirty="0"/>
              </a:br>
              <a:r>
                <a:rPr lang="en-GB" sz="1400" dirty="0"/>
                <a:t> </a:t>
              </a:r>
              <a:r>
                <a:rPr lang="en-GB" sz="1400" dirty="0">
                  <a:solidFill>
                    <a:srgbClr val="DF4807"/>
                  </a:solidFill>
                </a:rPr>
                <a:t>key</a:t>
              </a:r>
              <a:r>
                <a:rPr lang="en-GB" sz="1400" dirty="0"/>
                <a:t> → student name</a:t>
              </a:r>
              <a:br>
                <a:rPr lang="en-GB" sz="1400" dirty="0"/>
              </a:br>
              <a:r>
                <a:rPr lang="en-GB" sz="1400" dirty="0"/>
                <a:t> </a:t>
              </a:r>
              <a:r>
                <a:rPr lang="en-GB" sz="1400" dirty="0">
                  <a:solidFill>
                    <a:srgbClr val="DF4807"/>
                  </a:solidFill>
                </a:rPr>
                <a:t>value</a:t>
              </a:r>
              <a:r>
                <a:rPr lang="en-GB" sz="1400" dirty="0"/>
                <a:t> → </a:t>
              </a:r>
              <a:r>
                <a:rPr lang="en-GB" sz="1400" dirty="0">
                  <a:solidFill>
                    <a:srgbClr val="DF4807"/>
                  </a:solidFill>
                </a:rPr>
                <a:t>another dictionary containing student details</a:t>
              </a:r>
            </a:p>
          </p:txBody>
        </p:sp>
        <p:sp>
          <p:nvSpPr>
            <p:cNvPr id="12" name="Arrow: Right 11">
              <a:extLst>
                <a:ext uri="{FF2B5EF4-FFF2-40B4-BE49-F238E27FC236}">
                  <a16:creationId xmlns:a16="http://schemas.microsoft.com/office/drawing/2014/main" id="{12734E73-6778-0EDC-721B-ABF0B7D87233}"/>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2CDA037F-432C-5166-224D-49FBD829E1D6}"/>
              </a:ext>
            </a:extLst>
          </p:cNvPr>
          <p:cNvGrpSpPr/>
          <p:nvPr/>
        </p:nvGrpSpPr>
        <p:grpSpPr>
          <a:xfrm>
            <a:off x="4268299" y="5875368"/>
            <a:ext cx="7218480" cy="672118"/>
            <a:chOff x="6472856" y="3032885"/>
            <a:chExt cx="5277442" cy="672118"/>
          </a:xfrm>
        </p:grpSpPr>
        <p:sp>
          <p:nvSpPr>
            <p:cNvPr id="14" name="Arrow: Right 13">
              <a:extLst>
                <a:ext uri="{FF2B5EF4-FFF2-40B4-BE49-F238E27FC236}">
                  <a16:creationId xmlns:a16="http://schemas.microsoft.com/office/drawing/2014/main" id="{F85EBAD6-78C2-9E84-B09F-422BB2FC652B}"/>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FEB35085-8D27-8A22-7BA9-018C75A3AE54}"/>
                </a:ext>
              </a:extLst>
            </p:cNvPr>
            <p:cNvSpPr/>
            <p:nvPr/>
          </p:nvSpPr>
          <p:spPr>
            <a:xfrm>
              <a:off x="7991690" y="3032885"/>
              <a:ext cx="3758608" cy="67211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Load and convert the JSON content into a Python dictionary</a:t>
              </a:r>
              <a:br>
                <a:rPr lang="en-GB" sz="1400" dirty="0"/>
              </a:br>
              <a:br>
                <a:rPr lang="en-GB" sz="1400" dirty="0"/>
              </a:br>
              <a:br>
                <a:rPr lang="en-GB" sz="1400" dirty="0"/>
              </a:br>
              <a:br>
                <a:rPr lang="en-GB" sz="1400" dirty="0"/>
              </a:br>
              <a:endParaRPr lang="en-GB" sz="1400" dirty="0"/>
            </a:p>
          </p:txBody>
        </p:sp>
      </p:grpSp>
      <p:grpSp>
        <p:nvGrpSpPr>
          <p:cNvPr id="16" name="Group 15">
            <a:extLst>
              <a:ext uri="{FF2B5EF4-FFF2-40B4-BE49-F238E27FC236}">
                <a16:creationId xmlns:a16="http://schemas.microsoft.com/office/drawing/2014/main" id="{3DBD18E0-A6AA-DE02-4FAD-76825CB0321C}"/>
              </a:ext>
            </a:extLst>
          </p:cNvPr>
          <p:cNvGrpSpPr/>
          <p:nvPr/>
        </p:nvGrpSpPr>
        <p:grpSpPr>
          <a:xfrm>
            <a:off x="4728945" y="4131134"/>
            <a:ext cx="6963575" cy="1218048"/>
            <a:chOff x="6409465" y="3032885"/>
            <a:chExt cx="5266396" cy="1218048"/>
          </a:xfrm>
        </p:grpSpPr>
        <p:sp>
          <p:nvSpPr>
            <p:cNvPr id="17" name="Rectangle 16">
              <a:extLst>
                <a:ext uri="{FF2B5EF4-FFF2-40B4-BE49-F238E27FC236}">
                  <a16:creationId xmlns:a16="http://schemas.microsoft.com/office/drawing/2014/main" id="{DC37C0BA-A14F-E3E3-B359-E0873D43CD14}"/>
                </a:ext>
              </a:extLst>
            </p:cNvPr>
            <p:cNvSpPr/>
            <p:nvPr/>
          </p:nvSpPr>
          <p:spPr>
            <a:xfrm>
              <a:off x="7991690" y="3032885"/>
              <a:ext cx="3684171" cy="1218048"/>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400" dirty="0"/>
                <a:t>Write the Python dictionary into the JSON file. </a:t>
              </a:r>
            </a:p>
            <a:p>
              <a:r>
                <a:rPr lang="en-GB" sz="1400" b="1" u="sng" dirty="0"/>
                <a:t>Parameters:</a:t>
              </a:r>
              <a:br>
                <a:rPr lang="en-GB" sz="1400" dirty="0"/>
              </a:br>
              <a:r>
                <a:rPr lang="en-GB" sz="1400" dirty="0" err="1"/>
                <a:t>student_data</a:t>
              </a:r>
              <a:r>
                <a:rPr lang="en-GB" sz="1400" dirty="0"/>
                <a:t> → the data to save</a:t>
              </a:r>
              <a:br>
                <a:rPr lang="en-GB" sz="1400" dirty="0"/>
              </a:br>
              <a:r>
                <a:rPr lang="en-GB" sz="1400" dirty="0"/>
                <a:t>f → the opened file object</a:t>
              </a:r>
              <a:br>
                <a:rPr lang="en-GB" sz="1400" dirty="0"/>
              </a:br>
              <a:r>
                <a:rPr lang="en-GB" sz="1400" dirty="0"/>
                <a:t>indent=4 → formats the JSON with readable indentation</a:t>
              </a:r>
              <a:endParaRPr lang="en-GB" sz="1400" b="1" dirty="0"/>
            </a:p>
          </p:txBody>
        </p:sp>
        <p:sp>
          <p:nvSpPr>
            <p:cNvPr id="18" name="Arrow: Right 17">
              <a:extLst>
                <a:ext uri="{FF2B5EF4-FFF2-40B4-BE49-F238E27FC236}">
                  <a16:creationId xmlns:a16="http://schemas.microsoft.com/office/drawing/2014/main" id="{CD581E96-0246-B327-7339-9030659758F7}"/>
                </a:ext>
              </a:extLst>
            </p:cNvPr>
            <p:cNvSpPr/>
            <p:nvPr/>
          </p:nvSpPr>
          <p:spPr>
            <a:xfrm>
              <a:off x="6409465" y="3366814"/>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79845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B197-59AF-58F8-3339-3E7FBA61358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4B4FCD5-1516-A2E0-B908-2EC70E33205C}"/>
              </a:ext>
            </a:extLst>
          </p:cNvPr>
          <p:cNvSpPr>
            <a:spLocks noGrp="1"/>
          </p:cNvSpPr>
          <p:nvPr>
            <p:ph type="title"/>
          </p:nvPr>
        </p:nvSpPr>
        <p:spPr>
          <a:xfrm>
            <a:off x="358775" y="842034"/>
            <a:ext cx="9157663" cy="835093"/>
          </a:xfrm>
        </p:spPr>
        <p:txBody>
          <a:bodyPr/>
          <a:lstStyle/>
          <a:p>
            <a:br>
              <a:rPr lang="en-US" dirty="0"/>
            </a:br>
            <a:br>
              <a:rPr lang="en-US" dirty="0"/>
            </a:br>
            <a:br>
              <a:rPr lang="en-US" dirty="0"/>
            </a:br>
            <a:r>
              <a:rPr lang="en-US" dirty="0"/>
              <a:t>Access nested JSON data</a:t>
            </a:r>
            <a:br>
              <a:rPr lang="en-US" dirty="0"/>
            </a:br>
            <a:endParaRPr lang="en-GB" dirty="0"/>
          </a:p>
        </p:txBody>
      </p:sp>
      <p:sp>
        <p:nvSpPr>
          <p:cNvPr id="10" name="Foliennummernplatzhalter 9">
            <a:extLst>
              <a:ext uri="{FF2B5EF4-FFF2-40B4-BE49-F238E27FC236}">
                <a16:creationId xmlns:a16="http://schemas.microsoft.com/office/drawing/2014/main" id="{D444EB8D-F1B0-425B-7317-6CCD1FBBCFB4}"/>
              </a:ext>
            </a:extLst>
          </p:cNvPr>
          <p:cNvSpPr>
            <a:spLocks noGrp="1"/>
          </p:cNvSpPr>
          <p:nvPr>
            <p:ph type="sldNum" sz="quarter" idx="12"/>
          </p:nvPr>
        </p:nvSpPr>
        <p:spPr/>
        <p:txBody>
          <a:bodyPr/>
          <a:lstStyle/>
          <a:p>
            <a:fld id="{075B144D-941B-4DFC-AF5F-0416193D12EC}" type="slidenum">
              <a:rPr lang="de-DE" smtClean="0"/>
              <a:t>12</a:t>
            </a:fld>
            <a:endParaRPr lang="de-DE"/>
          </a:p>
        </p:txBody>
      </p:sp>
      <p:pic>
        <p:nvPicPr>
          <p:cNvPr id="3" name="Picture 2">
            <a:extLst>
              <a:ext uri="{FF2B5EF4-FFF2-40B4-BE49-F238E27FC236}">
                <a16:creationId xmlns:a16="http://schemas.microsoft.com/office/drawing/2014/main" id="{1F2A3835-CAD5-22FC-F3E1-14E3DDC3C802}"/>
              </a:ext>
            </a:extLst>
          </p:cNvPr>
          <p:cNvPicPr>
            <a:picLocks noChangeAspect="1"/>
          </p:cNvPicPr>
          <p:nvPr/>
        </p:nvPicPr>
        <p:blipFill>
          <a:blip r:embed="rId3"/>
          <a:stretch>
            <a:fillRect/>
          </a:stretch>
        </p:blipFill>
        <p:spPr>
          <a:xfrm>
            <a:off x="358775" y="1727200"/>
            <a:ext cx="5940607" cy="2850349"/>
          </a:xfrm>
          <a:prstGeom prst="rect">
            <a:avLst/>
          </a:prstGeom>
        </p:spPr>
      </p:pic>
      <p:grpSp>
        <p:nvGrpSpPr>
          <p:cNvPr id="20" name="Group 19">
            <a:extLst>
              <a:ext uri="{FF2B5EF4-FFF2-40B4-BE49-F238E27FC236}">
                <a16:creationId xmlns:a16="http://schemas.microsoft.com/office/drawing/2014/main" id="{5BF0AADE-4047-BA03-5FCA-1D5F9D162480}"/>
              </a:ext>
            </a:extLst>
          </p:cNvPr>
          <p:cNvGrpSpPr/>
          <p:nvPr/>
        </p:nvGrpSpPr>
        <p:grpSpPr>
          <a:xfrm>
            <a:off x="6299382" y="2506980"/>
            <a:ext cx="2721546" cy="922020"/>
            <a:chOff x="6299382" y="2506980"/>
            <a:chExt cx="2721546" cy="922020"/>
          </a:xfrm>
        </p:grpSpPr>
        <p:sp>
          <p:nvSpPr>
            <p:cNvPr id="18" name="Arrow: Right 17">
              <a:extLst>
                <a:ext uri="{FF2B5EF4-FFF2-40B4-BE49-F238E27FC236}">
                  <a16:creationId xmlns:a16="http://schemas.microsoft.com/office/drawing/2014/main" id="{93E9F327-1709-EEF0-6222-96A3D80C07D7}"/>
                </a:ext>
              </a:extLst>
            </p:cNvPr>
            <p:cNvSpPr/>
            <p:nvPr/>
          </p:nvSpPr>
          <p:spPr>
            <a:xfrm>
              <a:off x="6299382" y="2662439"/>
              <a:ext cx="1503498"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79A9B6CC-20C6-C195-08E8-D189D02037D5}"/>
                </a:ext>
              </a:extLst>
            </p:cNvPr>
            <p:cNvPicPr>
              <a:picLocks noChangeAspect="1"/>
            </p:cNvPicPr>
            <p:nvPr/>
          </p:nvPicPr>
          <p:blipFill>
            <a:blip r:embed="rId4"/>
            <a:srcRect t="14652" b="9651"/>
            <a:stretch>
              <a:fillRect/>
            </a:stretch>
          </p:blipFill>
          <p:spPr>
            <a:xfrm>
              <a:off x="7802880" y="2506980"/>
              <a:ext cx="1218048" cy="922020"/>
            </a:xfrm>
            <a:prstGeom prst="rect">
              <a:avLst/>
            </a:prstGeom>
          </p:spPr>
        </p:pic>
      </p:grpSp>
    </p:spTree>
    <p:extLst>
      <p:ext uri="{BB962C8B-B14F-4D97-AF65-F5344CB8AC3E}">
        <p14:creationId xmlns:p14="http://schemas.microsoft.com/office/powerpoint/2010/main" val="70234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3A6-7CAA-4116-8DB3-886B79442F14}"/>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AA673B7F-EB3C-4851-518E-40958402030B}"/>
              </a:ext>
            </a:extLst>
          </p:cNvPr>
          <p:cNvSpPr>
            <a:spLocks noGrp="1"/>
          </p:cNvSpPr>
          <p:nvPr>
            <p:ph type="title"/>
          </p:nvPr>
        </p:nvSpPr>
        <p:spPr>
          <a:xfrm>
            <a:off x="358775" y="842034"/>
            <a:ext cx="9157663" cy="835093"/>
          </a:xfrm>
        </p:spPr>
        <p:txBody>
          <a:bodyPr/>
          <a:lstStyle/>
          <a:p>
            <a:br>
              <a:rPr lang="en-US" dirty="0"/>
            </a:br>
            <a:br>
              <a:rPr lang="en-US" dirty="0"/>
            </a:br>
            <a:br>
              <a:rPr lang="en-US" dirty="0"/>
            </a:br>
            <a:r>
              <a:rPr lang="en-US" dirty="0"/>
              <a:t>Update JSON data</a:t>
            </a:r>
            <a:br>
              <a:rPr lang="en-US" dirty="0"/>
            </a:br>
            <a:endParaRPr lang="en-GB" dirty="0"/>
          </a:p>
        </p:txBody>
      </p:sp>
      <p:sp>
        <p:nvSpPr>
          <p:cNvPr id="10" name="Foliennummernplatzhalter 9">
            <a:extLst>
              <a:ext uri="{FF2B5EF4-FFF2-40B4-BE49-F238E27FC236}">
                <a16:creationId xmlns:a16="http://schemas.microsoft.com/office/drawing/2014/main" id="{69680084-0C7F-45CD-0A3F-E13EE6F3E080}"/>
              </a:ext>
            </a:extLst>
          </p:cNvPr>
          <p:cNvSpPr>
            <a:spLocks noGrp="1"/>
          </p:cNvSpPr>
          <p:nvPr>
            <p:ph type="sldNum" sz="quarter" idx="12"/>
          </p:nvPr>
        </p:nvSpPr>
        <p:spPr/>
        <p:txBody>
          <a:bodyPr/>
          <a:lstStyle/>
          <a:p>
            <a:fld id="{075B144D-941B-4DFC-AF5F-0416193D12EC}" type="slidenum">
              <a:rPr lang="de-DE" smtClean="0"/>
              <a:t>13</a:t>
            </a:fld>
            <a:endParaRPr lang="de-DE"/>
          </a:p>
        </p:txBody>
      </p:sp>
      <p:pic>
        <p:nvPicPr>
          <p:cNvPr id="5" name="Picture 4">
            <a:extLst>
              <a:ext uri="{FF2B5EF4-FFF2-40B4-BE49-F238E27FC236}">
                <a16:creationId xmlns:a16="http://schemas.microsoft.com/office/drawing/2014/main" id="{2BC2E504-CF1A-C3ED-19AB-6A331EF896C2}"/>
              </a:ext>
            </a:extLst>
          </p:cNvPr>
          <p:cNvPicPr>
            <a:picLocks noChangeAspect="1"/>
          </p:cNvPicPr>
          <p:nvPr/>
        </p:nvPicPr>
        <p:blipFill>
          <a:blip r:embed="rId3"/>
          <a:stretch>
            <a:fillRect/>
          </a:stretch>
        </p:blipFill>
        <p:spPr>
          <a:xfrm>
            <a:off x="358775" y="1727200"/>
            <a:ext cx="6504428" cy="2922279"/>
          </a:xfrm>
          <a:prstGeom prst="rect">
            <a:avLst/>
          </a:prstGeom>
        </p:spPr>
      </p:pic>
      <p:grpSp>
        <p:nvGrpSpPr>
          <p:cNvPr id="8" name="Group 7">
            <a:extLst>
              <a:ext uri="{FF2B5EF4-FFF2-40B4-BE49-F238E27FC236}">
                <a16:creationId xmlns:a16="http://schemas.microsoft.com/office/drawing/2014/main" id="{8CF1ACE7-72F9-9C63-9D93-F8C165E68A22}"/>
              </a:ext>
            </a:extLst>
          </p:cNvPr>
          <p:cNvGrpSpPr/>
          <p:nvPr/>
        </p:nvGrpSpPr>
        <p:grpSpPr>
          <a:xfrm>
            <a:off x="6863202" y="2910841"/>
            <a:ext cx="4970023" cy="1466376"/>
            <a:chOff x="6863202" y="2910841"/>
            <a:chExt cx="4970023" cy="1466376"/>
          </a:xfrm>
        </p:grpSpPr>
        <p:sp>
          <p:nvSpPr>
            <p:cNvPr id="18" name="Arrow: Right 17">
              <a:extLst>
                <a:ext uri="{FF2B5EF4-FFF2-40B4-BE49-F238E27FC236}">
                  <a16:creationId xmlns:a16="http://schemas.microsoft.com/office/drawing/2014/main" id="{D4246C49-6626-DE62-3922-17E45C0A8AC1}"/>
                </a:ext>
              </a:extLst>
            </p:cNvPr>
            <p:cNvSpPr/>
            <p:nvPr/>
          </p:nvSpPr>
          <p:spPr>
            <a:xfrm>
              <a:off x="6863202" y="3291453"/>
              <a:ext cx="1335917" cy="23660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DF3C11C4-6905-750E-614D-14DBEE9E76E2}"/>
                </a:ext>
              </a:extLst>
            </p:cNvPr>
            <p:cNvPicPr>
              <a:picLocks noChangeAspect="1"/>
            </p:cNvPicPr>
            <p:nvPr/>
          </p:nvPicPr>
          <p:blipFill>
            <a:blip r:embed="rId4"/>
            <a:srcRect r="30512"/>
            <a:stretch>
              <a:fillRect/>
            </a:stretch>
          </p:blipFill>
          <p:spPr>
            <a:xfrm>
              <a:off x="8199120" y="2910841"/>
              <a:ext cx="3634105" cy="1466376"/>
            </a:xfrm>
            <a:prstGeom prst="rect">
              <a:avLst/>
            </a:prstGeom>
          </p:spPr>
        </p:pic>
      </p:grpSp>
    </p:spTree>
    <p:extLst>
      <p:ext uri="{BB962C8B-B14F-4D97-AF65-F5344CB8AC3E}">
        <p14:creationId xmlns:p14="http://schemas.microsoft.com/office/powerpoint/2010/main" val="298458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D0FF-A20D-1059-14EE-40BE31DD83B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0236D72-C1AF-F0DD-72CC-2FA7C18A4F40}"/>
              </a:ext>
            </a:extLst>
          </p:cNvPr>
          <p:cNvSpPr>
            <a:spLocks noGrp="1"/>
          </p:cNvSpPr>
          <p:nvPr>
            <p:ph type="title"/>
          </p:nvPr>
        </p:nvSpPr>
        <p:spPr/>
        <p:txBody>
          <a:bodyPr/>
          <a:lstStyle/>
          <a:p>
            <a:r>
              <a:rPr lang="en-GB" dirty="0"/>
              <a:t>Error Handling and Exception Concepts</a:t>
            </a:r>
            <a:endParaRPr lang="en-GB" b="0" dirty="0"/>
          </a:p>
        </p:txBody>
      </p:sp>
      <p:sp>
        <p:nvSpPr>
          <p:cNvPr id="10" name="Foliennummernplatzhalter 9">
            <a:extLst>
              <a:ext uri="{FF2B5EF4-FFF2-40B4-BE49-F238E27FC236}">
                <a16:creationId xmlns:a16="http://schemas.microsoft.com/office/drawing/2014/main" id="{1A4C11DB-D0ED-8781-EDA9-D40C99418270}"/>
              </a:ext>
            </a:extLst>
          </p:cNvPr>
          <p:cNvSpPr>
            <a:spLocks noGrp="1"/>
          </p:cNvSpPr>
          <p:nvPr>
            <p:ph type="sldNum" sz="quarter" idx="12"/>
          </p:nvPr>
        </p:nvSpPr>
        <p:spPr/>
        <p:txBody>
          <a:bodyPr/>
          <a:lstStyle/>
          <a:p>
            <a:fld id="{075B144D-941B-4DFC-AF5F-0416193D12EC}" type="slidenum">
              <a:rPr lang="de-DE" smtClean="0"/>
              <a:t>14</a:t>
            </a:fld>
            <a:endParaRPr lang="de-DE"/>
          </a:p>
        </p:txBody>
      </p:sp>
      <p:pic>
        <p:nvPicPr>
          <p:cNvPr id="11" name="Picture 10">
            <a:extLst>
              <a:ext uri="{FF2B5EF4-FFF2-40B4-BE49-F238E27FC236}">
                <a16:creationId xmlns:a16="http://schemas.microsoft.com/office/drawing/2014/main" id="{2501E165-C586-E8CF-B767-35B395AD8832}"/>
              </a:ext>
            </a:extLst>
          </p:cNvPr>
          <p:cNvPicPr>
            <a:picLocks noChangeAspect="1"/>
          </p:cNvPicPr>
          <p:nvPr/>
        </p:nvPicPr>
        <p:blipFill>
          <a:blip r:embed="rId3"/>
          <a:srcRect l="6666" t="34778" r="50333" b="49222"/>
          <a:stretch>
            <a:fillRect/>
          </a:stretch>
        </p:blipFill>
        <p:spPr>
          <a:xfrm>
            <a:off x="360000" y="1712527"/>
            <a:ext cx="7055708" cy="1640840"/>
          </a:xfrm>
          <a:prstGeom prst="rect">
            <a:avLst/>
          </a:prstGeom>
        </p:spPr>
      </p:pic>
      <p:pic>
        <p:nvPicPr>
          <p:cNvPr id="14" name="Picture 13">
            <a:extLst>
              <a:ext uri="{FF2B5EF4-FFF2-40B4-BE49-F238E27FC236}">
                <a16:creationId xmlns:a16="http://schemas.microsoft.com/office/drawing/2014/main" id="{7E700AC0-1C73-AA04-8A66-82DD408C54E0}"/>
              </a:ext>
            </a:extLst>
          </p:cNvPr>
          <p:cNvPicPr>
            <a:picLocks noChangeAspect="1"/>
          </p:cNvPicPr>
          <p:nvPr/>
        </p:nvPicPr>
        <p:blipFill>
          <a:blip r:embed="rId4"/>
          <a:srcRect l="6165" t="50763" r="55988" b="15245"/>
          <a:stretch>
            <a:fillRect/>
          </a:stretch>
        </p:blipFill>
        <p:spPr>
          <a:xfrm>
            <a:off x="358775" y="3551879"/>
            <a:ext cx="5385480" cy="3023039"/>
          </a:xfrm>
          <a:prstGeom prst="rect">
            <a:avLst/>
          </a:prstGeom>
        </p:spPr>
      </p:pic>
      <p:grpSp>
        <p:nvGrpSpPr>
          <p:cNvPr id="15" name="Group 14">
            <a:extLst>
              <a:ext uri="{FF2B5EF4-FFF2-40B4-BE49-F238E27FC236}">
                <a16:creationId xmlns:a16="http://schemas.microsoft.com/office/drawing/2014/main" id="{DBDAEF10-4FCC-BEA6-301D-E77E077B872E}"/>
              </a:ext>
            </a:extLst>
          </p:cNvPr>
          <p:cNvGrpSpPr/>
          <p:nvPr/>
        </p:nvGrpSpPr>
        <p:grpSpPr>
          <a:xfrm>
            <a:off x="4938831" y="4109951"/>
            <a:ext cx="6757834" cy="726003"/>
            <a:chOff x="6472856" y="3032885"/>
            <a:chExt cx="4927014" cy="726003"/>
          </a:xfrm>
        </p:grpSpPr>
        <p:sp>
          <p:nvSpPr>
            <p:cNvPr id="16" name="Rectangle 15">
              <a:extLst>
                <a:ext uri="{FF2B5EF4-FFF2-40B4-BE49-F238E27FC236}">
                  <a16:creationId xmlns:a16="http://schemas.microsoft.com/office/drawing/2014/main" id="{583E46D0-F982-F6A4-56FA-D433D09D61BB}"/>
                </a:ext>
              </a:extLst>
            </p:cNvPr>
            <p:cNvSpPr/>
            <p:nvPr/>
          </p:nvSpPr>
          <p:spPr>
            <a:xfrm>
              <a:off x="7991690" y="3032885"/>
              <a:ext cx="3408180" cy="726003"/>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Prompt the user to enter a number and convert it to an integer. Compute and print the reciprocal of the number</a:t>
              </a:r>
              <a:endParaRPr lang="en-GB" sz="1400" dirty="0">
                <a:solidFill>
                  <a:srgbClr val="DF4807"/>
                </a:solidFill>
              </a:endParaRPr>
            </a:p>
          </p:txBody>
        </p:sp>
        <p:sp>
          <p:nvSpPr>
            <p:cNvPr id="17" name="Arrow: Right 16">
              <a:extLst>
                <a:ext uri="{FF2B5EF4-FFF2-40B4-BE49-F238E27FC236}">
                  <a16:creationId xmlns:a16="http://schemas.microsoft.com/office/drawing/2014/main" id="{1E82AA30-0E6C-40C1-ECD4-B2D6A50C7FC2}"/>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 name="TextBox 18">
            <a:extLst>
              <a:ext uri="{FF2B5EF4-FFF2-40B4-BE49-F238E27FC236}">
                <a16:creationId xmlns:a16="http://schemas.microsoft.com/office/drawing/2014/main" id="{EBCDA49C-7303-3D66-90DB-50064CF20508}"/>
              </a:ext>
            </a:extLst>
          </p:cNvPr>
          <p:cNvSpPr txBox="1"/>
          <p:nvPr/>
        </p:nvSpPr>
        <p:spPr>
          <a:xfrm>
            <a:off x="338478" y="3940043"/>
            <a:ext cx="6122670" cy="584775"/>
          </a:xfrm>
          <a:prstGeom prst="rect">
            <a:avLst/>
          </a:prstGeom>
          <a:noFill/>
        </p:spPr>
        <p:txBody>
          <a:bodyPr wrap="square">
            <a:spAutoFit/>
          </a:bodyPr>
          <a:lstStyle/>
          <a:p>
            <a:r>
              <a:rPr lang="en-GB" sz="1400" dirty="0"/>
              <a:t># Attempt to execute the main program logic</a:t>
            </a:r>
            <a:br>
              <a:rPr lang="en-GB" dirty="0"/>
            </a:br>
            <a:endParaRPr lang="en-GB" dirty="0"/>
          </a:p>
        </p:txBody>
      </p:sp>
      <p:grpSp>
        <p:nvGrpSpPr>
          <p:cNvPr id="20" name="Group 19">
            <a:extLst>
              <a:ext uri="{FF2B5EF4-FFF2-40B4-BE49-F238E27FC236}">
                <a16:creationId xmlns:a16="http://schemas.microsoft.com/office/drawing/2014/main" id="{0BBD67A7-B664-B281-D8AA-4DA627F0CE26}"/>
              </a:ext>
            </a:extLst>
          </p:cNvPr>
          <p:cNvGrpSpPr/>
          <p:nvPr/>
        </p:nvGrpSpPr>
        <p:grpSpPr>
          <a:xfrm>
            <a:off x="4938831" y="5065047"/>
            <a:ext cx="6757834" cy="726003"/>
            <a:chOff x="6472856" y="3032885"/>
            <a:chExt cx="4927014" cy="726003"/>
          </a:xfrm>
        </p:grpSpPr>
        <p:sp>
          <p:nvSpPr>
            <p:cNvPr id="22" name="Rectangle 21">
              <a:extLst>
                <a:ext uri="{FF2B5EF4-FFF2-40B4-BE49-F238E27FC236}">
                  <a16:creationId xmlns:a16="http://schemas.microsoft.com/office/drawing/2014/main" id="{820DE6CB-8C6F-C3DC-CE92-56728427C78A}"/>
                </a:ext>
              </a:extLst>
            </p:cNvPr>
            <p:cNvSpPr/>
            <p:nvPr/>
          </p:nvSpPr>
          <p:spPr>
            <a:xfrm>
              <a:off x="7991690" y="3032885"/>
              <a:ext cx="3408180" cy="726003"/>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GB" sz="1400" dirty="0"/>
                <a:t>Handle the case where input cannot be converted to an integer.</a:t>
              </a:r>
            </a:p>
            <a:p>
              <a:pPr marL="285750" indent="-285750">
                <a:buFont typeface="Arial" panose="020B0604020202020204" pitchFamily="34" charset="0"/>
                <a:buChar char="•"/>
              </a:pPr>
              <a:r>
                <a:rPr lang="en-GB" sz="1400" dirty="0"/>
                <a:t>Handle the case where division by zero occurs.</a:t>
              </a:r>
              <a:endParaRPr lang="en-GB" sz="1400" dirty="0">
                <a:solidFill>
                  <a:srgbClr val="DF4807"/>
                </a:solidFill>
              </a:endParaRPr>
            </a:p>
          </p:txBody>
        </p:sp>
        <p:sp>
          <p:nvSpPr>
            <p:cNvPr id="23" name="Arrow: Right 22">
              <a:extLst>
                <a:ext uri="{FF2B5EF4-FFF2-40B4-BE49-F238E27FC236}">
                  <a16:creationId xmlns:a16="http://schemas.microsoft.com/office/drawing/2014/main" id="{84F6A4F7-08BF-B485-A1C0-1B5473F905A6}"/>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24" name="Group 23">
            <a:extLst>
              <a:ext uri="{FF2B5EF4-FFF2-40B4-BE49-F238E27FC236}">
                <a16:creationId xmlns:a16="http://schemas.microsoft.com/office/drawing/2014/main" id="{EB64E254-669D-93B8-FBCB-525C21D08CCE}"/>
              </a:ext>
            </a:extLst>
          </p:cNvPr>
          <p:cNvGrpSpPr/>
          <p:nvPr/>
        </p:nvGrpSpPr>
        <p:grpSpPr>
          <a:xfrm>
            <a:off x="4938831" y="6020143"/>
            <a:ext cx="6757834" cy="726003"/>
            <a:chOff x="6472856" y="3032885"/>
            <a:chExt cx="4927014" cy="726003"/>
          </a:xfrm>
        </p:grpSpPr>
        <p:sp>
          <p:nvSpPr>
            <p:cNvPr id="25" name="Rectangle 24">
              <a:extLst>
                <a:ext uri="{FF2B5EF4-FFF2-40B4-BE49-F238E27FC236}">
                  <a16:creationId xmlns:a16="http://schemas.microsoft.com/office/drawing/2014/main" id="{17E86953-A4D6-3471-2972-505B3D277BEA}"/>
                </a:ext>
              </a:extLst>
            </p:cNvPr>
            <p:cNvSpPr/>
            <p:nvPr/>
          </p:nvSpPr>
          <p:spPr>
            <a:xfrm>
              <a:off x="7991690" y="3032885"/>
              <a:ext cx="3408180" cy="726003"/>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GB" sz="1400" dirty="0"/>
                <a:t>This block always executes, regardless of whether an exception occurred</a:t>
              </a:r>
              <a:endParaRPr lang="en-GB" sz="1400" dirty="0">
                <a:solidFill>
                  <a:srgbClr val="DF4807"/>
                </a:solidFill>
              </a:endParaRPr>
            </a:p>
          </p:txBody>
        </p:sp>
        <p:sp>
          <p:nvSpPr>
            <p:cNvPr id="26" name="Arrow: Right 25">
              <a:extLst>
                <a:ext uri="{FF2B5EF4-FFF2-40B4-BE49-F238E27FC236}">
                  <a16:creationId xmlns:a16="http://schemas.microsoft.com/office/drawing/2014/main" id="{E9C6E1E6-5A9C-11FA-51C1-3AC5122E7592}"/>
                </a:ext>
              </a:extLst>
            </p:cNvPr>
            <p:cNvSpPr/>
            <p:nvPr/>
          </p:nvSpPr>
          <p:spPr>
            <a:xfrm>
              <a:off x="6472856" y="3231397"/>
              <a:ext cx="1518834" cy="27509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TextBox 2">
            <a:extLst>
              <a:ext uri="{FF2B5EF4-FFF2-40B4-BE49-F238E27FC236}">
                <a16:creationId xmlns:a16="http://schemas.microsoft.com/office/drawing/2014/main" id="{13B7D844-DD63-642E-C7FE-DD2A395CE691}"/>
              </a:ext>
            </a:extLst>
          </p:cNvPr>
          <p:cNvSpPr txBox="1"/>
          <p:nvPr/>
        </p:nvSpPr>
        <p:spPr>
          <a:xfrm>
            <a:off x="3961588" y="4670414"/>
            <a:ext cx="2780009" cy="307777"/>
          </a:xfrm>
          <a:prstGeom prst="rect">
            <a:avLst/>
          </a:prstGeom>
          <a:noFill/>
        </p:spPr>
        <p:txBody>
          <a:bodyPr wrap="square">
            <a:spAutoFit/>
          </a:bodyPr>
          <a:lstStyle/>
          <a:p>
            <a:r>
              <a:rPr lang="en-GB" sz="1400" dirty="0"/>
              <a:t># Multiplicative Inverse</a:t>
            </a:r>
          </a:p>
        </p:txBody>
      </p:sp>
    </p:spTree>
    <p:extLst>
      <p:ext uri="{BB962C8B-B14F-4D97-AF65-F5344CB8AC3E}">
        <p14:creationId xmlns:p14="http://schemas.microsoft.com/office/powerpoint/2010/main" val="10044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70257-92BA-018B-5076-56F09D702C3F}"/>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1D0E242F-3E39-6EFE-DA6E-F81A8AEEB1C3}"/>
              </a:ext>
            </a:extLst>
          </p:cNvPr>
          <p:cNvSpPr>
            <a:spLocks noGrp="1"/>
          </p:cNvSpPr>
          <p:nvPr>
            <p:ph type="title"/>
          </p:nvPr>
        </p:nvSpPr>
        <p:spPr/>
        <p:txBody>
          <a:bodyPr/>
          <a:lstStyle/>
          <a:p>
            <a:r>
              <a:rPr lang="de-DE" dirty="0"/>
              <a:t>Exercises</a:t>
            </a:r>
            <a:endParaRPr lang="de-DE" b="0" dirty="0"/>
          </a:p>
        </p:txBody>
      </p:sp>
      <p:sp>
        <p:nvSpPr>
          <p:cNvPr id="7" name="Foliennummernplatzhalter 6">
            <a:extLst>
              <a:ext uri="{FF2B5EF4-FFF2-40B4-BE49-F238E27FC236}">
                <a16:creationId xmlns:a16="http://schemas.microsoft.com/office/drawing/2014/main" id="{05B010CA-477A-C96A-DF8D-B25F3AA71221}"/>
              </a:ext>
            </a:extLst>
          </p:cNvPr>
          <p:cNvSpPr>
            <a:spLocks noGrp="1"/>
          </p:cNvSpPr>
          <p:nvPr>
            <p:ph type="sldNum" sz="quarter" idx="12"/>
          </p:nvPr>
        </p:nvSpPr>
        <p:spPr/>
        <p:txBody>
          <a:bodyPr/>
          <a:lstStyle/>
          <a:p>
            <a:fld id="{075B144D-941B-4DFC-AF5F-0416193D12EC}" type="slidenum">
              <a:rPr lang="de-DE" smtClean="0"/>
              <a:pPr/>
              <a:t>15</a:t>
            </a:fld>
            <a:endParaRPr lang="de-DE"/>
          </a:p>
        </p:txBody>
      </p:sp>
      <p:sp>
        <p:nvSpPr>
          <p:cNvPr id="2" name="TextBox 1">
            <a:extLst>
              <a:ext uri="{FF2B5EF4-FFF2-40B4-BE49-F238E27FC236}">
                <a16:creationId xmlns:a16="http://schemas.microsoft.com/office/drawing/2014/main" id="{4695031F-C8BF-C494-CF33-8A672B468975}"/>
              </a:ext>
            </a:extLst>
          </p:cNvPr>
          <p:cNvSpPr txBox="1"/>
          <p:nvPr/>
        </p:nvSpPr>
        <p:spPr>
          <a:xfrm>
            <a:off x="267833" y="1321959"/>
            <a:ext cx="11793493" cy="1477328"/>
          </a:xfrm>
          <a:prstGeom prst="rect">
            <a:avLst/>
          </a:prstGeom>
          <a:noFill/>
        </p:spPr>
        <p:txBody>
          <a:bodyPr wrap="square">
            <a:spAutoFit/>
          </a:bodyPr>
          <a:lstStyle/>
          <a:p>
            <a:r>
              <a:rPr lang="en-US" dirty="0">
                <a:solidFill>
                  <a:srgbClr val="2D3748"/>
                </a:solidFill>
                <a:ea typeface="Calibri" pitchFamily="34" charset="-122"/>
                <a:cs typeface="Calibri" pitchFamily="34" charset="-120"/>
              </a:rPr>
              <a:t>Solve Problems 8-9  in “</a:t>
            </a:r>
            <a:r>
              <a:rPr lang="en-GB" b="1" dirty="0"/>
              <a:t>Week5_Exercise.ipynb</a:t>
            </a:r>
            <a:r>
              <a:rPr lang="en-US" i="1" dirty="0"/>
              <a:t>“ and you have 40 minutes to finish all the problems. </a:t>
            </a:r>
            <a:r>
              <a:rPr lang="en-US" b="1" i="1" dirty="0">
                <a:solidFill>
                  <a:srgbClr val="DF4807"/>
                </a:solidFill>
              </a:rPr>
              <a:t>Don’t forget to split your screen.</a:t>
            </a:r>
            <a:endParaRPr lang="en-US" b="1" dirty="0">
              <a:solidFill>
                <a:srgbClr val="DF4807"/>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p>
          <a:p>
            <a:pPr marL="0" indent="0">
              <a:buNone/>
            </a:pPr>
            <a:endParaRPr lang="en-US" dirty="0">
              <a:solidFill>
                <a:srgbClr val="2D3748"/>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endParaRPr lang="de-DE" dirty="0"/>
          </a:p>
        </p:txBody>
      </p:sp>
      <p:pic>
        <p:nvPicPr>
          <p:cNvPr id="4" name="Picture 3">
            <a:extLst>
              <a:ext uri="{FF2B5EF4-FFF2-40B4-BE49-F238E27FC236}">
                <a16:creationId xmlns:a16="http://schemas.microsoft.com/office/drawing/2014/main" id="{29862377-867B-8F72-0E51-102CE147C0BC}"/>
              </a:ext>
            </a:extLst>
          </p:cNvPr>
          <p:cNvPicPr>
            <a:picLocks noChangeAspect="1"/>
          </p:cNvPicPr>
          <p:nvPr/>
        </p:nvPicPr>
        <p:blipFill>
          <a:blip r:embed="rId3"/>
          <a:srcRect l="6389" t="15972" r="871" b="6222"/>
          <a:stretch>
            <a:fillRect/>
          </a:stretch>
        </p:blipFill>
        <p:spPr>
          <a:xfrm>
            <a:off x="1714500" y="1986915"/>
            <a:ext cx="9045660" cy="4743134"/>
          </a:xfrm>
          <a:prstGeom prst="rect">
            <a:avLst/>
          </a:prstGeom>
        </p:spPr>
      </p:pic>
    </p:spTree>
    <p:extLst>
      <p:ext uri="{BB962C8B-B14F-4D97-AF65-F5344CB8AC3E}">
        <p14:creationId xmlns:p14="http://schemas.microsoft.com/office/powerpoint/2010/main" val="327400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4AFA-B101-A27E-BACC-F95F4CA977E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19A80083-9392-293E-B063-CD3BAE2DF072}"/>
              </a:ext>
            </a:extLst>
          </p:cNvPr>
          <p:cNvSpPr>
            <a:spLocks noGrp="1"/>
          </p:cNvSpPr>
          <p:nvPr>
            <p:ph type="title"/>
          </p:nvPr>
        </p:nvSpPr>
        <p:spPr/>
        <p:txBody>
          <a:bodyPr/>
          <a:lstStyle/>
          <a:p>
            <a:r>
              <a:rPr lang="de-DE" dirty="0"/>
              <a:t>What did we learn today?</a:t>
            </a:r>
            <a:endParaRPr lang="de-DE" b="0" dirty="0"/>
          </a:p>
        </p:txBody>
      </p:sp>
      <p:sp>
        <p:nvSpPr>
          <p:cNvPr id="7" name="Foliennummernplatzhalter 6">
            <a:extLst>
              <a:ext uri="{FF2B5EF4-FFF2-40B4-BE49-F238E27FC236}">
                <a16:creationId xmlns:a16="http://schemas.microsoft.com/office/drawing/2014/main" id="{915864AB-1277-269D-B5ED-A463D27DA72D}"/>
              </a:ext>
            </a:extLst>
          </p:cNvPr>
          <p:cNvSpPr>
            <a:spLocks noGrp="1"/>
          </p:cNvSpPr>
          <p:nvPr>
            <p:ph type="sldNum" sz="quarter" idx="12"/>
          </p:nvPr>
        </p:nvSpPr>
        <p:spPr/>
        <p:txBody>
          <a:bodyPr/>
          <a:lstStyle/>
          <a:p>
            <a:fld id="{075B144D-941B-4DFC-AF5F-0416193D12EC}" type="slidenum">
              <a:rPr lang="de-DE" smtClean="0"/>
              <a:pPr/>
              <a:t>16</a:t>
            </a:fld>
            <a:endParaRPr lang="de-DE"/>
          </a:p>
        </p:txBody>
      </p:sp>
      <p:sp>
        <p:nvSpPr>
          <p:cNvPr id="3" name="Textplatzhalter 2">
            <a:extLst>
              <a:ext uri="{FF2B5EF4-FFF2-40B4-BE49-F238E27FC236}">
                <a16:creationId xmlns:a16="http://schemas.microsoft.com/office/drawing/2014/main" id="{4008C89A-A611-32D1-049D-B1B2C4B8F0E6}"/>
              </a:ext>
            </a:extLst>
          </p:cNvPr>
          <p:cNvSpPr txBox="1">
            <a:spLocks/>
          </p:cNvSpPr>
          <p:nvPr/>
        </p:nvSpPr>
        <p:spPr>
          <a:xfrm>
            <a:off x="236830" y="1456095"/>
            <a:ext cx="11718339" cy="4230000"/>
          </a:xfrm>
          <a:prstGeom prst="rect">
            <a:avLst/>
          </a:prstGeom>
        </p:spPr>
        <p:txBody>
          <a:bodyPr/>
          <a:lstStyle>
            <a:lvl1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1pPr>
            <a:lvl2pPr marL="720000" indent="-360000" algn="l" defTabSz="914400" rtl="0" eaLnBrk="1" latinLnBrk="0" hangingPunct="1">
              <a:lnSpc>
                <a:spcPct val="110000"/>
              </a:lnSpc>
              <a:spcBef>
                <a:spcPts val="300"/>
              </a:spcBef>
              <a:spcAft>
                <a:spcPts val="0"/>
              </a:spcAft>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2pPr>
            <a:lvl3pPr marL="1080000" indent="-360000" algn="l" defTabSz="914400" rtl="0" eaLnBrk="1" latinLnBrk="0" hangingPunct="1">
              <a:lnSpc>
                <a:spcPct val="110000"/>
              </a:lnSpc>
              <a:spcBef>
                <a:spcPts val="300"/>
              </a:spcBef>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3pPr>
            <a:lvl4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4pPr>
            <a:lvl5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5pPr>
            <a:lvl6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6pPr>
            <a:lvl7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Headline" panose="020B0603020204020204" pitchFamily="34" charset="0"/>
                <a:cs typeface="SRH Headline" panose="020B0603020204020204" pitchFamily="34" charset="0"/>
              </a:defRPr>
            </a:lvl7pPr>
            <a:lvl8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8pPr>
            <a:lvl9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9pPr>
          </a:lstStyle>
          <a:p>
            <a:pPr marL="0" indent="0">
              <a:buNone/>
            </a:pPr>
            <a:endParaRPr lang="de-DE" dirty="0"/>
          </a:p>
          <a:p>
            <a:pPr marL="0" indent="0">
              <a:buFont typeface="SRH Text" panose="020B0503020204020204" pitchFamily="34" charset="0"/>
              <a:buNone/>
            </a:pPr>
            <a:endParaRPr lang="de-DE" dirty="0"/>
          </a:p>
        </p:txBody>
      </p:sp>
      <p:sp>
        <p:nvSpPr>
          <p:cNvPr id="14" name="Text 8">
            <a:extLst>
              <a:ext uri="{FF2B5EF4-FFF2-40B4-BE49-F238E27FC236}">
                <a16:creationId xmlns:a16="http://schemas.microsoft.com/office/drawing/2014/main" id="{9397A670-EEB7-FB90-2895-A2F0C5B68FC5}"/>
              </a:ext>
            </a:extLst>
          </p:cNvPr>
          <p:cNvSpPr/>
          <p:nvPr/>
        </p:nvSpPr>
        <p:spPr>
          <a:xfrm>
            <a:off x="6085378" y="3109598"/>
            <a:ext cx="3017520" cy="2011680"/>
          </a:xfrm>
          <a:prstGeom prst="rect">
            <a:avLst/>
          </a:prstGeom>
          <a:noFill/>
          <a:ln/>
        </p:spPr>
        <p:txBody>
          <a:bodyPr wrap="square" rtlCol="0" anchor="t"/>
          <a:lstStyle/>
          <a:p>
            <a:pPr marL="0" indent="0">
              <a:buNone/>
            </a:pPr>
            <a:r>
              <a:rPr lang="en-US" sz="1000" dirty="0">
                <a:solidFill>
                  <a:srgbClr val="FFFFFF"/>
                </a:solidFill>
                <a:latin typeface="Consolas" pitchFamily="34" charset="0"/>
                <a:ea typeface="Consolas" pitchFamily="34" charset="-122"/>
                <a:cs typeface="Consolas" pitchFamily="34" charset="-120"/>
              </a:rPr>
              <a:t>62.0</a:t>
            </a:r>
            <a:endParaRPr lang="en-US" sz="1000" dirty="0"/>
          </a:p>
        </p:txBody>
      </p:sp>
      <p:grpSp>
        <p:nvGrpSpPr>
          <p:cNvPr id="2" name="Group 1">
            <a:extLst>
              <a:ext uri="{FF2B5EF4-FFF2-40B4-BE49-F238E27FC236}">
                <a16:creationId xmlns:a16="http://schemas.microsoft.com/office/drawing/2014/main" id="{1579A938-8067-548E-B294-26D2E86CDFC1}"/>
              </a:ext>
            </a:extLst>
          </p:cNvPr>
          <p:cNvGrpSpPr/>
          <p:nvPr/>
        </p:nvGrpSpPr>
        <p:grpSpPr>
          <a:xfrm>
            <a:off x="1041419" y="1821751"/>
            <a:ext cx="4206240" cy="1029436"/>
            <a:chOff x="700378" y="1419155"/>
            <a:chExt cx="4206240" cy="1029436"/>
          </a:xfrm>
        </p:grpSpPr>
        <p:sp>
          <p:nvSpPr>
            <p:cNvPr id="47" name="Shape 3">
              <a:extLst>
                <a:ext uri="{FF2B5EF4-FFF2-40B4-BE49-F238E27FC236}">
                  <a16:creationId xmlns:a16="http://schemas.microsoft.com/office/drawing/2014/main" id="{286F0E4E-E273-D061-7192-D7173B5D9B9A}"/>
                </a:ext>
              </a:extLst>
            </p:cNvPr>
            <p:cNvSpPr/>
            <p:nvPr/>
          </p:nvSpPr>
          <p:spPr>
            <a:xfrm>
              <a:off x="700378" y="1419155"/>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49" name="Text 5">
              <a:extLst>
                <a:ext uri="{FF2B5EF4-FFF2-40B4-BE49-F238E27FC236}">
                  <a16:creationId xmlns:a16="http://schemas.microsoft.com/office/drawing/2014/main" id="{47BF0B76-8E61-1E49-B945-9F0D40625AB8}"/>
                </a:ext>
              </a:extLst>
            </p:cNvPr>
            <p:cNvSpPr/>
            <p:nvPr/>
          </p:nvSpPr>
          <p:spPr>
            <a:xfrm>
              <a:off x="1128423" y="1523887"/>
              <a:ext cx="3383280" cy="292608"/>
            </a:xfrm>
            <a:prstGeom prst="rect">
              <a:avLst/>
            </a:prstGeom>
            <a:noFill/>
            <a:ln/>
          </p:spPr>
          <p:txBody>
            <a:bodyPr wrap="square" rtlCol="0" anchor="ctr"/>
            <a:lstStyle/>
            <a:p>
              <a:pPr algn="ctr"/>
              <a:r>
                <a:rPr lang="en-US" sz="1600" b="1" dirty="0">
                  <a:solidFill>
                    <a:srgbClr val="D54407"/>
                  </a:solidFill>
                </a:rPr>
                <a:t>Files Systems and Directory Structure</a:t>
              </a:r>
              <a:endParaRPr lang="en-US" sz="1600" dirty="0">
                <a:solidFill>
                  <a:srgbClr val="DF4807"/>
                </a:solidFill>
                <a:latin typeface="+mj-lt"/>
              </a:endParaRPr>
            </a:p>
          </p:txBody>
        </p:sp>
        <p:sp>
          <p:nvSpPr>
            <p:cNvPr id="50" name="Text 6">
              <a:extLst>
                <a:ext uri="{FF2B5EF4-FFF2-40B4-BE49-F238E27FC236}">
                  <a16:creationId xmlns:a16="http://schemas.microsoft.com/office/drawing/2014/main" id="{3BDDF7FE-3C21-451D-E622-66D24316088B}"/>
                </a:ext>
              </a:extLst>
            </p:cNvPr>
            <p:cNvSpPr/>
            <p:nvPr/>
          </p:nvSpPr>
          <p:spPr>
            <a:xfrm>
              <a:off x="1214510" y="1945671"/>
              <a:ext cx="3383280" cy="502920"/>
            </a:xfrm>
            <a:prstGeom prst="rect">
              <a:avLst/>
            </a:prstGeom>
            <a:noFill/>
            <a:ln/>
          </p:spPr>
          <p:txBody>
            <a:bodyPr wrap="square" rtlCol="0" anchor="ctr"/>
            <a:lstStyle/>
            <a:p>
              <a:pPr algn="ctr"/>
              <a:r>
                <a:rPr lang="de-DE" sz="1400" dirty="0">
                  <a:solidFill>
                    <a:srgbClr val="575756"/>
                  </a:solidFill>
                  <a:ea typeface="SRH Text" panose="020B0503020204020204" pitchFamily="34" charset="0"/>
                  <a:cs typeface="SRH Text" panose="020B0503020204020204" pitchFamily="34" charset="0"/>
                </a:rPr>
                <a:t>Hierarchical structure of directories / folders</a:t>
              </a:r>
              <a:endParaRPr lang="en-GB" sz="1400" dirty="0">
                <a:solidFill>
                  <a:srgbClr val="575756"/>
                </a:solidFill>
                <a:ea typeface="SRH Text" panose="020B0503020204020204" pitchFamily="34" charset="0"/>
                <a:cs typeface="SRH Text" panose="020B0503020204020204" pitchFamily="34" charset="0"/>
              </a:endParaRPr>
            </a:p>
            <a:p>
              <a:pPr algn="ctr"/>
              <a:endParaRPr lang="en-US" sz="1400" dirty="0"/>
            </a:p>
          </p:txBody>
        </p:sp>
      </p:grpSp>
      <p:grpSp>
        <p:nvGrpSpPr>
          <p:cNvPr id="8" name="Group 7">
            <a:extLst>
              <a:ext uri="{FF2B5EF4-FFF2-40B4-BE49-F238E27FC236}">
                <a16:creationId xmlns:a16="http://schemas.microsoft.com/office/drawing/2014/main" id="{676BFFBD-E105-BB9E-07F7-A998595A9B1B}"/>
              </a:ext>
            </a:extLst>
          </p:cNvPr>
          <p:cNvGrpSpPr/>
          <p:nvPr/>
        </p:nvGrpSpPr>
        <p:grpSpPr>
          <a:xfrm>
            <a:off x="6819644" y="1875256"/>
            <a:ext cx="4217992" cy="914400"/>
            <a:chOff x="5118652" y="1456095"/>
            <a:chExt cx="4217992" cy="914400"/>
          </a:xfrm>
        </p:grpSpPr>
        <p:sp>
          <p:nvSpPr>
            <p:cNvPr id="51" name="Shape 7">
              <a:extLst>
                <a:ext uri="{FF2B5EF4-FFF2-40B4-BE49-F238E27FC236}">
                  <a16:creationId xmlns:a16="http://schemas.microsoft.com/office/drawing/2014/main" id="{432800EC-E174-87C8-89F1-B03850AA5798}"/>
                </a:ext>
              </a:extLst>
            </p:cNvPr>
            <p:cNvSpPr/>
            <p:nvPr/>
          </p:nvSpPr>
          <p:spPr>
            <a:xfrm>
              <a:off x="5118652" y="1456095"/>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53" name="Text 9">
              <a:extLst>
                <a:ext uri="{FF2B5EF4-FFF2-40B4-BE49-F238E27FC236}">
                  <a16:creationId xmlns:a16="http://schemas.microsoft.com/office/drawing/2014/main" id="{E3C67E34-F51C-E066-647C-BA1E0700A63A}"/>
                </a:ext>
              </a:extLst>
            </p:cNvPr>
            <p:cNvSpPr/>
            <p:nvPr/>
          </p:nvSpPr>
          <p:spPr>
            <a:xfrm>
              <a:off x="5467167" y="1494394"/>
              <a:ext cx="3869477" cy="292608"/>
            </a:xfrm>
            <a:prstGeom prst="rect">
              <a:avLst/>
            </a:prstGeom>
            <a:noFill/>
            <a:ln/>
          </p:spPr>
          <p:txBody>
            <a:bodyPr wrap="square" rtlCol="0" anchor="ctr"/>
            <a:lstStyle/>
            <a:p>
              <a:pPr algn="ctr"/>
              <a:r>
                <a:rPr lang="de-DE" sz="1600" b="1" dirty="0">
                  <a:solidFill>
                    <a:srgbClr val="D54407"/>
                  </a:solidFill>
                </a:rPr>
                <a:t>Reading and Writing Text Files</a:t>
              </a:r>
              <a:endParaRPr lang="en-US" sz="1600" b="1" dirty="0">
                <a:solidFill>
                  <a:srgbClr val="DF4807"/>
                </a:solidFill>
                <a:latin typeface="+mj-lt"/>
                <a:ea typeface="Calibri" pitchFamily="34" charset="-122"/>
                <a:cs typeface="Calibri" pitchFamily="34" charset="-120"/>
              </a:endParaRPr>
            </a:p>
          </p:txBody>
        </p:sp>
        <p:sp>
          <p:nvSpPr>
            <p:cNvPr id="54" name="Text 10">
              <a:extLst>
                <a:ext uri="{FF2B5EF4-FFF2-40B4-BE49-F238E27FC236}">
                  <a16:creationId xmlns:a16="http://schemas.microsoft.com/office/drawing/2014/main" id="{9BA461B3-7414-035E-2191-B2D58B8EFE90}"/>
                </a:ext>
              </a:extLst>
            </p:cNvPr>
            <p:cNvSpPr/>
            <p:nvPr/>
          </p:nvSpPr>
          <p:spPr>
            <a:xfrm>
              <a:off x="5777020" y="1803567"/>
              <a:ext cx="3383280" cy="502920"/>
            </a:xfrm>
            <a:prstGeom prst="rect">
              <a:avLst/>
            </a:prstGeom>
            <a:noFill/>
            <a:ln/>
          </p:spPr>
          <p:txBody>
            <a:bodyPr wrap="square" rtlCol="0" anchor="ctr"/>
            <a:lstStyle/>
            <a:p>
              <a:pPr indent="0" algn="ctr">
                <a:buNone/>
              </a:pPr>
              <a:r>
                <a:rPr lang="en-GB" sz="1400" dirty="0">
                  <a:solidFill>
                    <a:srgbClr val="2D3748"/>
                  </a:solidFill>
                  <a:ea typeface="Calibri" pitchFamily="34" charset="-122"/>
                  <a:cs typeface="Calibri" pitchFamily="34" charset="-120"/>
                </a:rPr>
                <a:t>Text Files</a:t>
              </a:r>
            </a:p>
          </p:txBody>
        </p:sp>
      </p:grpSp>
      <p:grpSp>
        <p:nvGrpSpPr>
          <p:cNvPr id="4" name="Group 3">
            <a:extLst>
              <a:ext uri="{FF2B5EF4-FFF2-40B4-BE49-F238E27FC236}">
                <a16:creationId xmlns:a16="http://schemas.microsoft.com/office/drawing/2014/main" id="{204B4BB1-7D8F-4A79-09B7-9E86D1630BC9}"/>
              </a:ext>
            </a:extLst>
          </p:cNvPr>
          <p:cNvGrpSpPr/>
          <p:nvPr/>
        </p:nvGrpSpPr>
        <p:grpSpPr>
          <a:xfrm>
            <a:off x="1057984" y="3201038"/>
            <a:ext cx="4206240" cy="914400"/>
            <a:chOff x="683812" y="2480223"/>
            <a:chExt cx="4206240" cy="914400"/>
          </a:xfrm>
        </p:grpSpPr>
        <p:sp>
          <p:nvSpPr>
            <p:cNvPr id="55" name="Shape 11">
              <a:extLst>
                <a:ext uri="{FF2B5EF4-FFF2-40B4-BE49-F238E27FC236}">
                  <a16:creationId xmlns:a16="http://schemas.microsoft.com/office/drawing/2014/main" id="{A73761CD-47F4-EAB8-7A25-E5EC265510B1}"/>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57" name="Text 13">
              <a:extLst>
                <a:ext uri="{FF2B5EF4-FFF2-40B4-BE49-F238E27FC236}">
                  <a16:creationId xmlns:a16="http://schemas.microsoft.com/office/drawing/2014/main" id="{F3E87FC5-78CA-F29A-E5AA-DDF0AB94F6C3}"/>
                </a:ext>
              </a:extLst>
            </p:cNvPr>
            <p:cNvSpPr/>
            <p:nvPr/>
          </p:nvSpPr>
          <p:spPr>
            <a:xfrm>
              <a:off x="1342180" y="2535087"/>
              <a:ext cx="3383280" cy="292608"/>
            </a:xfrm>
            <a:prstGeom prst="rect">
              <a:avLst/>
            </a:prstGeom>
            <a:noFill/>
            <a:ln/>
          </p:spPr>
          <p:txBody>
            <a:bodyPr wrap="square" rtlCol="0" anchor="ctr"/>
            <a:lstStyle/>
            <a:p>
              <a:pPr algn="ctr"/>
              <a:r>
                <a:rPr lang="de-DE" sz="1600" b="1" dirty="0">
                  <a:solidFill>
                    <a:srgbClr val="D54407"/>
                  </a:solidFill>
                </a:rPr>
                <a:t>Working with CSV Files</a:t>
              </a:r>
              <a:endParaRPr lang="en-US" sz="1400" dirty="0">
                <a:solidFill>
                  <a:srgbClr val="DF4807"/>
                </a:solidFill>
                <a:latin typeface="+mj-lt"/>
              </a:endParaRPr>
            </a:p>
          </p:txBody>
        </p:sp>
        <p:sp>
          <p:nvSpPr>
            <p:cNvPr id="58" name="Text 14">
              <a:extLst>
                <a:ext uri="{FF2B5EF4-FFF2-40B4-BE49-F238E27FC236}">
                  <a16:creationId xmlns:a16="http://schemas.microsoft.com/office/drawing/2014/main" id="{612E97B9-C600-79AF-1097-50F7ED2C39BD}"/>
                </a:ext>
              </a:extLst>
            </p:cNvPr>
            <p:cNvSpPr/>
            <p:nvPr/>
          </p:nvSpPr>
          <p:spPr>
            <a:xfrm>
              <a:off x="1342180" y="2827695"/>
              <a:ext cx="3383280" cy="502920"/>
            </a:xfrm>
            <a:prstGeom prst="rect">
              <a:avLst/>
            </a:prstGeom>
            <a:noFill/>
            <a:ln/>
          </p:spPr>
          <p:txBody>
            <a:bodyPr wrap="square" rtlCol="0" anchor="ctr"/>
            <a:lstStyle/>
            <a:p>
              <a:pPr algn="ctr"/>
              <a:r>
                <a:rPr lang="en-US" sz="1400" dirty="0">
                  <a:solidFill>
                    <a:srgbClr val="2D3748"/>
                  </a:solidFill>
                  <a:ea typeface="Calibri" pitchFamily="34" charset="-122"/>
                  <a:cs typeface="Calibri" pitchFamily="34" charset="-120"/>
                </a:rPr>
                <a:t>CSV Files</a:t>
              </a:r>
            </a:p>
          </p:txBody>
        </p:sp>
      </p:grpSp>
      <p:grpSp>
        <p:nvGrpSpPr>
          <p:cNvPr id="10" name="Group 9">
            <a:extLst>
              <a:ext uri="{FF2B5EF4-FFF2-40B4-BE49-F238E27FC236}">
                <a16:creationId xmlns:a16="http://schemas.microsoft.com/office/drawing/2014/main" id="{71DF5FEA-46D5-9079-4A6B-7145492C459C}"/>
              </a:ext>
            </a:extLst>
          </p:cNvPr>
          <p:cNvGrpSpPr/>
          <p:nvPr/>
        </p:nvGrpSpPr>
        <p:grpSpPr>
          <a:xfrm>
            <a:off x="6819644" y="3208817"/>
            <a:ext cx="4206240" cy="914400"/>
            <a:chOff x="683812" y="2480223"/>
            <a:chExt cx="4206240" cy="914400"/>
          </a:xfrm>
        </p:grpSpPr>
        <p:sp>
          <p:nvSpPr>
            <p:cNvPr id="11" name="Shape 11">
              <a:extLst>
                <a:ext uri="{FF2B5EF4-FFF2-40B4-BE49-F238E27FC236}">
                  <a16:creationId xmlns:a16="http://schemas.microsoft.com/office/drawing/2014/main" id="{D550F9ED-07AA-056F-EA5F-B113A0A4F0A2}"/>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12" name="Text 13">
              <a:extLst>
                <a:ext uri="{FF2B5EF4-FFF2-40B4-BE49-F238E27FC236}">
                  <a16:creationId xmlns:a16="http://schemas.microsoft.com/office/drawing/2014/main" id="{33F664F6-F88A-381C-3A53-F5DB26739A30}"/>
                </a:ext>
              </a:extLst>
            </p:cNvPr>
            <p:cNvSpPr/>
            <p:nvPr/>
          </p:nvSpPr>
          <p:spPr>
            <a:xfrm>
              <a:off x="1019785" y="2535087"/>
              <a:ext cx="3705675" cy="292608"/>
            </a:xfrm>
            <a:prstGeom prst="rect">
              <a:avLst/>
            </a:prstGeom>
            <a:noFill/>
            <a:ln/>
          </p:spPr>
          <p:txBody>
            <a:bodyPr wrap="square" rtlCol="0" anchor="ctr"/>
            <a:lstStyle/>
            <a:p>
              <a:pPr algn="ctr"/>
              <a:r>
                <a:rPr lang="de-DE" sz="1600" b="1" dirty="0">
                  <a:solidFill>
                    <a:srgbClr val="D54407"/>
                  </a:solidFill>
                </a:rPr>
                <a:t>Structured Data Formats</a:t>
              </a:r>
              <a:endParaRPr lang="en-US" sz="1400" dirty="0">
                <a:solidFill>
                  <a:srgbClr val="DF4807"/>
                </a:solidFill>
                <a:latin typeface="+mj-lt"/>
              </a:endParaRPr>
            </a:p>
          </p:txBody>
        </p:sp>
        <p:sp>
          <p:nvSpPr>
            <p:cNvPr id="13" name="Text 14">
              <a:extLst>
                <a:ext uri="{FF2B5EF4-FFF2-40B4-BE49-F238E27FC236}">
                  <a16:creationId xmlns:a16="http://schemas.microsoft.com/office/drawing/2014/main" id="{7898194A-18F2-D083-E1B0-62389C0E713D}"/>
                </a:ext>
              </a:extLst>
            </p:cNvPr>
            <p:cNvSpPr/>
            <p:nvPr/>
          </p:nvSpPr>
          <p:spPr>
            <a:xfrm>
              <a:off x="1342180" y="2827695"/>
              <a:ext cx="3383280" cy="502920"/>
            </a:xfrm>
            <a:prstGeom prst="rect">
              <a:avLst/>
            </a:prstGeom>
            <a:noFill/>
            <a:ln/>
          </p:spPr>
          <p:txBody>
            <a:bodyPr wrap="square" rtlCol="0" anchor="ctr"/>
            <a:lstStyle/>
            <a:p>
              <a:pPr algn="ctr"/>
              <a:r>
                <a:rPr lang="en-US" sz="1400" dirty="0">
                  <a:solidFill>
                    <a:srgbClr val="2D3748"/>
                  </a:solidFill>
                  <a:ea typeface="Calibri" pitchFamily="34" charset="-122"/>
                  <a:cs typeface="Calibri" pitchFamily="34" charset="-120"/>
                </a:rPr>
                <a:t>JSON Files</a:t>
              </a:r>
            </a:p>
          </p:txBody>
        </p:sp>
      </p:grpSp>
      <p:grpSp>
        <p:nvGrpSpPr>
          <p:cNvPr id="15" name="Group 14">
            <a:extLst>
              <a:ext uri="{FF2B5EF4-FFF2-40B4-BE49-F238E27FC236}">
                <a16:creationId xmlns:a16="http://schemas.microsoft.com/office/drawing/2014/main" id="{FD2D650B-20A5-71E3-BFDC-32FB29B0E1CA}"/>
              </a:ext>
            </a:extLst>
          </p:cNvPr>
          <p:cNvGrpSpPr/>
          <p:nvPr/>
        </p:nvGrpSpPr>
        <p:grpSpPr>
          <a:xfrm>
            <a:off x="3976313" y="4582053"/>
            <a:ext cx="4239371" cy="914400"/>
            <a:chOff x="667247" y="2480223"/>
            <a:chExt cx="4239371" cy="914400"/>
          </a:xfrm>
        </p:grpSpPr>
        <p:sp>
          <p:nvSpPr>
            <p:cNvPr id="16" name="Shape 11">
              <a:extLst>
                <a:ext uri="{FF2B5EF4-FFF2-40B4-BE49-F238E27FC236}">
                  <a16:creationId xmlns:a16="http://schemas.microsoft.com/office/drawing/2014/main" id="{55F30DF1-D6E3-A6AD-D93B-66B04807117C}"/>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17" name="Text 13">
              <a:extLst>
                <a:ext uri="{FF2B5EF4-FFF2-40B4-BE49-F238E27FC236}">
                  <a16:creationId xmlns:a16="http://schemas.microsoft.com/office/drawing/2014/main" id="{AE534C86-0569-971E-45F0-A3E8CBDD20A0}"/>
                </a:ext>
              </a:extLst>
            </p:cNvPr>
            <p:cNvSpPr/>
            <p:nvPr/>
          </p:nvSpPr>
          <p:spPr>
            <a:xfrm>
              <a:off x="667247" y="2582264"/>
              <a:ext cx="4239371" cy="292608"/>
            </a:xfrm>
            <a:prstGeom prst="rect">
              <a:avLst/>
            </a:prstGeom>
            <a:noFill/>
            <a:ln/>
          </p:spPr>
          <p:txBody>
            <a:bodyPr wrap="square" rtlCol="0" anchor="ctr"/>
            <a:lstStyle/>
            <a:p>
              <a:pPr algn="ctr"/>
              <a:r>
                <a:rPr lang="de-DE" sz="1600" b="1" dirty="0">
                  <a:solidFill>
                    <a:srgbClr val="D54407"/>
                  </a:solidFill>
                </a:rPr>
                <a:t>Error Handling and Exception Concepts</a:t>
              </a:r>
              <a:endParaRPr lang="en-US" sz="1400" dirty="0">
                <a:solidFill>
                  <a:srgbClr val="DF4807"/>
                </a:solidFill>
                <a:latin typeface="+mj-lt"/>
              </a:endParaRPr>
            </a:p>
          </p:txBody>
        </p:sp>
        <p:sp>
          <p:nvSpPr>
            <p:cNvPr id="18" name="Text 14">
              <a:extLst>
                <a:ext uri="{FF2B5EF4-FFF2-40B4-BE49-F238E27FC236}">
                  <a16:creationId xmlns:a16="http://schemas.microsoft.com/office/drawing/2014/main" id="{3486C43A-1577-8CE0-C543-4F46EF68D4BC}"/>
                </a:ext>
              </a:extLst>
            </p:cNvPr>
            <p:cNvSpPr/>
            <p:nvPr/>
          </p:nvSpPr>
          <p:spPr>
            <a:xfrm>
              <a:off x="1342180" y="2827695"/>
              <a:ext cx="3383280" cy="502920"/>
            </a:xfrm>
            <a:prstGeom prst="rect">
              <a:avLst/>
            </a:prstGeom>
            <a:noFill/>
            <a:ln/>
          </p:spPr>
          <p:txBody>
            <a:bodyPr wrap="square" rtlCol="0" anchor="ctr"/>
            <a:lstStyle/>
            <a:p>
              <a:pPr algn="ctr"/>
              <a:r>
                <a:rPr lang="de-DE" sz="1400" dirty="0">
                  <a:solidFill>
                    <a:srgbClr val="575756"/>
                  </a:solidFill>
                  <a:ea typeface="SRH Text" panose="020B0503020204020204" pitchFamily="34" charset="0"/>
                  <a:cs typeface="SRH Text" panose="020B0503020204020204" pitchFamily="34" charset="0"/>
                </a:rPr>
                <a:t>Error Handling</a:t>
              </a:r>
              <a:endParaRPr lang="en-US" sz="1400" dirty="0">
                <a:solidFill>
                  <a:srgbClr val="2D3748"/>
                </a:solidFill>
                <a:ea typeface="Calibri" pitchFamily="34" charset="-122"/>
                <a:cs typeface="Calibri" pitchFamily="34" charset="-120"/>
              </a:endParaRPr>
            </a:p>
          </p:txBody>
        </p:sp>
      </p:grpSp>
    </p:spTree>
    <p:extLst>
      <p:ext uri="{BB962C8B-B14F-4D97-AF65-F5344CB8AC3E}">
        <p14:creationId xmlns:p14="http://schemas.microsoft.com/office/powerpoint/2010/main" val="232033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7D7E0-CE57-A823-1D4A-FA6FEE945999}"/>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E329CE88-96DC-D5D3-2161-2AE1190FF97F}"/>
              </a:ext>
            </a:extLst>
          </p:cNvPr>
          <p:cNvSpPr>
            <a:spLocks noGrp="1"/>
          </p:cNvSpPr>
          <p:nvPr>
            <p:ph type="title"/>
          </p:nvPr>
        </p:nvSpPr>
        <p:spPr/>
        <p:txBody>
          <a:bodyPr/>
          <a:lstStyle/>
          <a:p>
            <a:r>
              <a:rPr lang="de-DE" dirty="0"/>
              <a:t>Take-Home Assignment</a:t>
            </a:r>
            <a:endParaRPr lang="de-DE" b="0" dirty="0"/>
          </a:p>
        </p:txBody>
      </p:sp>
      <p:sp>
        <p:nvSpPr>
          <p:cNvPr id="7" name="Foliennummernplatzhalter 6">
            <a:extLst>
              <a:ext uri="{FF2B5EF4-FFF2-40B4-BE49-F238E27FC236}">
                <a16:creationId xmlns:a16="http://schemas.microsoft.com/office/drawing/2014/main" id="{594923AF-69C9-56E6-1589-71160D790618}"/>
              </a:ext>
            </a:extLst>
          </p:cNvPr>
          <p:cNvSpPr>
            <a:spLocks noGrp="1"/>
          </p:cNvSpPr>
          <p:nvPr>
            <p:ph type="sldNum" sz="quarter" idx="12"/>
          </p:nvPr>
        </p:nvSpPr>
        <p:spPr/>
        <p:txBody>
          <a:bodyPr/>
          <a:lstStyle/>
          <a:p>
            <a:fld id="{075B144D-941B-4DFC-AF5F-0416193D12EC}" type="slidenum">
              <a:rPr lang="de-DE" smtClean="0"/>
              <a:pPr/>
              <a:t>17</a:t>
            </a:fld>
            <a:endParaRPr lang="de-DE"/>
          </a:p>
        </p:txBody>
      </p:sp>
      <p:sp>
        <p:nvSpPr>
          <p:cNvPr id="2" name="TextBox 1">
            <a:extLst>
              <a:ext uri="{FF2B5EF4-FFF2-40B4-BE49-F238E27FC236}">
                <a16:creationId xmlns:a16="http://schemas.microsoft.com/office/drawing/2014/main" id="{3C1A7F77-7141-9E81-633D-2DD35750F158}"/>
              </a:ext>
            </a:extLst>
          </p:cNvPr>
          <p:cNvSpPr txBox="1"/>
          <p:nvPr/>
        </p:nvSpPr>
        <p:spPr>
          <a:xfrm>
            <a:off x="235766" y="1397675"/>
            <a:ext cx="11793493" cy="2031325"/>
          </a:xfrm>
          <a:prstGeom prst="rect">
            <a:avLst/>
          </a:prstGeom>
          <a:noFill/>
        </p:spPr>
        <p:txBody>
          <a:bodyPr wrap="square">
            <a:spAutoFit/>
          </a:bodyPr>
          <a:lstStyle/>
          <a:p>
            <a:r>
              <a:rPr lang="en-US" dirty="0">
                <a:solidFill>
                  <a:srgbClr val="2D3748"/>
                </a:solidFill>
                <a:ea typeface="Calibri" pitchFamily="34" charset="-122"/>
                <a:cs typeface="Calibri" pitchFamily="34" charset="-120"/>
              </a:rPr>
              <a:t>Solve </a:t>
            </a:r>
            <a:r>
              <a:rPr lang="en-US" b="1" dirty="0"/>
              <a:t>Mini Challenge: Smart Retail Inventory Management System</a:t>
            </a:r>
            <a:r>
              <a:rPr lang="en-US" dirty="0"/>
              <a:t> </a:t>
            </a:r>
            <a:r>
              <a:rPr lang="en-US" dirty="0">
                <a:solidFill>
                  <a:srgbClr val="2D3748"/>
                </a:solidFill>
                <a:ea typeface="Calibri" pitchFamily="34" charset="-122"/>
                <a:cs typeface="Calibri" pitchFamily="34" charset="-120"/>
              </a:rPr>
              <a:t>in “</a:t>
            </a:r>
            <a:r>
              <a:rPr lang="en-US" i="1" dirty="0"/>
              <a:t>Take-Home Assignments “and</a:t>
            </a:r>
            <a:r>
              <a:rPr lang="en-US" dirty="0">
                <a:solidFill>
                  <a:srgbClr val="2D3748"/>
                </a:solidFill>
                <a:ea typeface="Calibri" pitchFamily="34" charset="-122"/>
                <a:cs typeface="Calibri" pitchFamily="34" charset="-120"/>
              </a:rPr>
              <a:t> push it to your private individual repository in </a:t>
            </a:r>
            <a:r>
              <a:rPr lang="en-US" b="1" dirty="0">
                <a:solidFill>
                  <a:srgbClr val="2D3748"/>
                </a:solidFill>
                <a:ea typeface="Calibri" pitchFamily="34" charset="-122"/>
                <a:cs typeface="Calibri" pitchFamily="34" charset="-120"/>
              </a:rPr>
              <a:t>Week(5) directory</a:t>
            </a:r>
            <a:r>
              <a:rPr lang="en-US" dirty="0">
                <a:solidFill>
                  <a:srgbClr val="2D3748"/>
                </a:solidFill>
                <a:ea typeface="Calibri" pitchFamily="34" charset="-122"/>
                <a:cs typeface="Calibri" pitchFamily="34" charset="-120"/>
              </a:rPr>
              <a:t>. </a:t>
            </a:r>
            <a:r>
              <a:rPr lang="en-GB" b="1" dirty="0">
                <a:solidFill>
                  <a:srgbClr val="DF4807"/>
                </a:solidFill>
                <a:effectLst>
                  <a:outerShdw blurRad="38100" dist="38100" dir="2700000" algn="tl">
                    <a:srgbClr val="000000">
                      <a:alpha val="43137"/>
                    </a:srgbClr>
                  </a:outerShdw>
                </a:effectLst>
              </a:rPr>
              <a:t>The deadline is Wednesday, 20.05.2026, at 23:59. </a:t>
            </a:r>
            <a:r>
              <a:rPr lang="en-GB" dirty="0">
                <a:solidFill>
                  <a:srgbClr val="2D3748"/>
                </a:solidFill>
                <a:ea typeface="Calibri" pitchFamily="34" charset="-122"/>
                <a:cs typeface="Calibri" pitchFamily="34" charset="-120"/>
              </a:rPr>
              <a:t>For more details, please have a look at our course’s GitHub Repository and submission instructions.</a:t>
            </a:r>
            <a:endParaRPr lang="en-US" dirty="0">
              <a:solidFill>
                <a:srgbClr val="2D3748"/>
              </a:solidFill>
              <a:ea typeface="Calibri" pitchFamily="34" charset="-122"/>
              <a:cs typeface="Calibri" pitchFamily="34" charset="-120"/>
            </a:endParaRPr>
          </a:p>
          <a:p>
            <a:pPr marL="0" indent="0">
              <a:buNone/>
            </a:pPr>
            <a:endParaRPr lang="en-US" dirty="0">
              <a:solidFill>
                <a:srgbClr val="2D3748"/>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p>
          <a:p>
            <a:pPr marL="0" indent="0">
              <a:buNone/>
            </a:pPr>
            <a:endParaRPr lang="en-US" dirty="0">
              <a:solidFill>
                <a:srgbClr val="2D3748"/>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endParaRPr lang="de-DE" dirty="0"/>
          </a:p>
        </p:txBody>
      </p:sp>
      <p:pic>
        <p:nvPicPr>
          <p:cNvPr id="4" name="Picture 3">
            <a:extLst>
              <a:ext uri="{FF2B5EF4-FFF2-40B4-BE49-F238E27FC236}">
                <a16:creationId xmlns:a16="http://schemas.microsoft.com/office/drawing/2014/main" id="{9E3D1476-7E98-5828-149F-192B7C732CA9}"/>
              </a:ext>
            </a:extLst>
          </p:cNvPr>
          <p:cNvPicPr>
            <a:picLocks noChangeAspect="1"/>
          </p:cNvPicPr>
          <p:nvPr/>
        </p:nvPicPr>
        <p:blipFill>
          <a:blip r:embed="rId3"/>
          <a:srcRect l="7084" t="15972" b="7190"/>
          <a:stretch>
            <a:fillRect/>
          </a:stretch>
        </p:blipFill>
        <p:spPr>
          <a:xfrm>
            <a:off x="1790494" y="2543779"/>
            <a:ext cx="8611011" cy="4047632"/>
          </a:xfrm>
          <a:prstGeom prst="rect">
            <a:avLst/>
          </a:prstGeom>
        </p:spPr>
      </p:pic>
    </p:spTree>
    <p:extLst>
      <p:ext uri="{BB962C8B-B14F-4D97-AF65-F5344CB8AC3E}">
        <p14:creationId xmlns:p14="http://schemas.microsoft.com/office/powerpoint/2010/main" val="376245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514BACE3-4337-4A2D-8DDD-F4398029E921}"/>
              </a:ext>
            </a:extLst>
          </p:cNvPr>
          <p:cNvSpPr>
            <a:spLocks noGrp="1"/>
          </p:cNvSpPr>
          <p:nvPr>
            <p:ph type="title"/>
          </p:nvPr>
        </p:nvSpPr>
        <p:spPr>
          <a:xfrm>
            <a:off x="173733" y="377072"/>
            <a:ext cx="11472946" cy="5636570"/>
          </a:xfrm>
        </p:spPr>
        <p:txBody>
          <a:bodyPr anchor="ctr"/>
          <a:lstStyle/>
          <a:p>
            <a:pPr algn="ctr"/>
            <a:r>
              <a:rPr lang="de-DE" dirty="0">
                <a:solidFill>
                  <a:srgbClr val="DF4807"/>
                </a:solidFill>
              </a:rPr>
              <a:t>Coming Up : Week (6)</a:t>
            </a:r>
            <a:br>
              <a:rPr lang="de-DE" dirty="0">
                <a:solidFill>
                  <a:srgbClr val="DF4807"/>
                </a:solidFill>
              </a:rPr>
            </a:br>
            <a:br>
              <a:rPr lang="de-DE" dirty="0">
                <a:solidFill>
                  <a:srgbClr val="DF4807"/>
                </a:solidFill>
              </a:rPr>
            </a:br>
            <a:r>
              <a:rPr lang="en-GB" sz="2800" b="0" dirty="0">
                <a:solidFill>
                  <a:schemeClr val="bg2">
                    <a:lumMod val="75000"/>
                  </a:schemeClr>
                </a:solidFill>
              </a:rPr>
              <a:t>So far, we have stored data in files and handled errors when reading and writing. How can we now work with data at scale by loading, exploring, cleaning, and summarising datasets using Python's most powerful data tools?</a:t>
            </a:r>
            <a:br>
              <a:rPr lang="en-GB" sz="2800" b="0" dirty="0">
                <a:solidFill>
                  <a:schemeClr val="bg2">
                    <a:lumMod val="75000"/>
                  </a:schemeClr>
                </a:solidFill>
              </a:rPr>
            </a:br>
            <a:br>
              <a:rPr lang="en-US" sz="2800" b="0" dirty="0">
                <a:solidFill>
                  <a:schemeClr val="bg2">
                    <a:lumMod val="75000"/>
                  </a:schemeClr>
                </a:solidFill>
              </a:rPr>
            </a:br>
            <a:r>
              <a:rPr lang="en-GB" sz="2800" b="0" dirty="0">
                <a:solidFill>
                  <a:srgbClr val="00699A"/>
                </a:solidFill>
              </a:rPr>
              <a:t>• Role of NumPy in numerical computing • Arrays and vectorized operations • pandas Series and </a:t>
            </a:r>
            <a:r>
              <a:rPr lang="en-GB" sz="2800" b="0" dirty="0" err="1">
                <a:solidFill>
                  <a:srgbClr val="00699A"/>
                </a:solidFill>
              </a:rPr>
              <a:t>DataFrames</a:t>
            </a:r>
            <a:r>
              <a:rPr lang="en-GB" sz="2800" b="0" dirty="0">
                <a:solidFill>
                  <a:srgbClr val="00699A"/>
                </a:solidFill>
              </a:rPr>
              <a:t> • Loading structured datasets• Data selection, filtering, and aggregation</a:t>
            </a:r>
            <a:br>
              <a:rPr lang="en-GB" sz="2800" b="0" dirty="0">
                <a:solidFill>
                  <a:srgbClr val="00699A"/>
                </a:solidFill>
              </a:rPr>
            </a:br>
            <a:r>
              <a:rPr lang="en-GB" sz="2800" b="0" dirty="0">
                <a:solidFill>
                  <a:srgbClr val="00699A"/>
                </a:solidFill>
              </a:rPr>
              <a:t>• Basic descriptive statistics • Data cleaning principles</a:t>
            </a:r>
            <a:endParaRPr lang="de-DE" sz="2800" b="0" dirty="0">
              <a:solidFill>
                <a:srgbClr val="00699A"/>
              </a:solidFill>
            </a:endParaRPr>
          </a:p>
        </p:txBody>
      </p:sp>
      <p:sp>
        <p:nvSpPr>
          <p:cNvPr id="6" name="Foliennummernplatzhalter 5">
            <a:extLst>
              <a:ext uri="{FF2B5EF4-FFF2-40B4-BE49-F238E27FC236}">
                <a16:creationId xmlns:a16="http://schemas.microsoft.com/office/drawing/2014/main" id="{630901D8-2231-446A-8D14-E61C975DAB59}"/>
              </a:ext>
            </a:extLst>
          </p:cNvPr>
          <p:cNvSpPr>
            <a:spLocks noGrp="1"/>
          </p:cNvSpPr>
          <p:nvPr>
            <p:ph type="sldNum" sz="quarter" idx="12"/>
          </p:nvPr>
        </p:nvSpPr>
        <p:spPr/>
        <p:txBody>
          <a:bodyPr/>
          <a:lstStyle/>
          <a:p>
            <a:fld id="{075B144D-941B-4DFC-AF5F-0416193D12EC}" type="slidenum">
              <a:rPr lang="de-DE" smtClean="0"/>
              <a:t>18</a:t>
            </a:fld>
            <a:endParaRPr lang="de-DE"/>
          </a:p>
        </p:txBody>
      </p:sp>
    </p:spTree>
    <p:extLst>
      <p:ext uri="{BB962C8B-B14F-4D97-AF65-F5344CB8AC3E}">
        <p14:creationId xmlns:p14="http://schemas.microsoft.com/office/powerpoint/2010/main" val="42509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140E8-AD5E-2087-8E7B-FD394C811E39}"/>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58FE124D-88FA-94F1-79F7-11F9163A19B9}"/>
              </a:ext>
            </a:extLst>
          </p:cNvPr>
          <p:cNvSpPr>
            <a:spLocks noGrp="1"/>
          </p:cNvSpPr>
          <p:nvPr>
            <p:ph type="title"/>
          </p:nvPr>
        </p:nvSpPr>
        <p:spPr>
          <a:xfrm>
            <a:off x="13833" y="1102028"/>
            <a:ext cx="11472946" cy="3980844"/>
          </a:xfrm>
        </p:spPr>
        <p:txBody>
          <a:bodyPr/>
          <a:lstStyle/>
          <a:p>
            <a:pPr algn="ctr"/>
            <a:r>
              <a:rPr lang="de-DE" dirty="0">
                <a:solidFill>
                  <a:srgbClr val="DF4807"/>
                </a:solidFill>
              </a:rPr>
              <a:t> </a:t>
            </a:r>
            <a:r>
              <a:rPr lang="en-GB" dirty="0">
                <a:solidFill>
                  <a:srgbClr val="DF4807"/>
                </a:solidFill>
              </a:rPr>
              <a:t>Your Voice Matters: Lab Session Feedback</a:t>
            </a:r>
            <a:br>
              <a:rPr lang="de-DE" dirty="0">
                <a:solidFill>
                  <a:srgbClr val="DF4807"/>
                </a:solidFill>
              </a:rPr>
            </a:br>
            <a:br>
              <a:rPr lang="de-DE" dirty="0">
                <a:solidFill>
                  <a:schemeClr val="bg2">
                    <a:lumMod val="75000"/>
                  </a:schemeClr>
                </a:solidFill>
              </a:rPr>
            </a:br>
            <a:endParaRPr lang="de-DE" sz="3200" b="0" dirty="0">
              <a:solidFill>
                <a:schemeClr val="bg2">
                  <a:lumMod val="75000"/>
                </a:schemeClr>
              </a:solidFill>
            </a:endParaRPr>
          </a:p>
        </p:txBody>
      </p:sp>
      <p:sp>
        <p:nvSpPr>
          <p:cNvPr id="6" name="Foliennummernplatzhalter 5">
            <a:extLst>
              <a:ext uri="{FF2B5EF4-FFF2-40B4-BE49-F238E27FC236}">
                <a16:creationId xmlns:a16="http://schemas.microsoft.com/office/drawing/2014/main" id="{BFF7EBFD-9588-7D8F-CD65-85A00F6291F8}"/>
              </a:ext>
            </a:extLst>
          </p:cNvPr>
          <p:cNvSpPr>
            <a:spLocks noGrp="1"/>
          </p:cNvSpPr>
          <p:nvPr>
            <p:ph type="sldNum" sz="quarter" idx="12"/>
          </p:nvPr>
        </p:nvSpPr>
        <p:spPr/>
        <p:txBody>
          <a:bodyPr/>
          <a:lstStyle/>
          <a:p>
            <a:fld id="{075B144D-941B-4DFC-AF5F-0416193D12EC}" type="slidenum">
              <a:rPr lang="de-DE" smtClean="0"/>
              <a:t>19</a:t>
            </a:fld>
            <a:endParaRPr lang="de-DE"/>
          </a:p>
        </p:txBody>
      </p:sp>
      <p:pic>
        <p:nvPicPr>
          <p:cNvPr id="4" name="Picture 3">
            <a:extLst>
              <a:ext uri="{FF2B5EF4-FFF2-40B4-BE49-F238E27FC236}">
                <a16:creationId xmlns:a16="http://schemas.microsoft.com/office/drawing/2014/main" id="{0BD95452-47A6-94FC-B990-E57BD08898DE}"/>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4714" y="2485826"/>
            <a:ext cx="4062207" cy="4062207"/>
          </a:xfrm>
          <a:prstGeom prst="rect">
            <a:avLst/>
          </a:prstGeom>
        </p:spPr>
      </p:pic>
    </p:spTree>
    <p:extLst>
      <p:ext uri="{BB962C8B-B14F-4D97-AF65-F5344CB8AC3E}">
        <p14:creationId xmlns:p14="http://schemas.microsoft.com/office/powerpoint/2010/main" val="3687336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3A7777C3-410C-41B2-86A5-C9A55C4F04AF}"/>
              </a:ext>
            </a:extLst>
          </p:cNvPr>
          <p:cNvSpPr>
            <a:spLocks noGrp="1"/>
          </p:cNvSpPr>
          <p:nvPr>
            <p:ph type="body" sz="quarter" idx="13"/>
          </p:nvPr>
        </p:nvSpPr>
        <p:spPr>
          <a:xfrm>
            <a:off x="360000" y="4881435"/>
            <a:ext cx="4630928" cy="1272029"/>
          </a:xfrm>
        </p:spPr>
        <p:txBody>
          <a:bodyPr>
            <a:noAutofit/>
          </a:bodyPr>
          <a:lstStyle/>
          <a:p>
            <a:r>
              <a:rPr lang="de-DE" b="1" dirty="0"/>
              <a:t>Dr. Ghadeer Mobasher</a:t>
            </a:r>
          </a:p>
          <a:p>
            <a:r>
              <a:rPr lang="de-DE" dirty="0">
                <a:hlinkClick r:id="rId3"/>
              </a:rPr>
              <a:t>ghadeer.mobasher@srh-hochschulen.de</a:t>
            </a:r>
            <a:r>
              <a:rPr lang="de-DE" dirty="0"/>
              <a:t> </a:t>
            </a:r>
          </a:p>
          <a:p>
            <a:r>
              <a:rPr lang="de-DE" dirty="0">
                <a:hlinkClick r:id="rId4"/>
              </a:rPr>
              <a:t>https://www.linkedin.com/in/ghadeermobasher/</a:t>
            </a:r>
            <a:r>
              <a:rPr lang="de-DE" dirty="0"/>
              <a:t>   </a:t>
            </a:r>
          </a:p>
          <a:p>
            <a:r>
              <a:rPr lang="de-DE" b="1" dirty="0"/>
              <a:t>LGS 6, 2. OG, Arc 213</a:t>
            </a:r>
          </a:p>
          <a:p>
            <a:endParaRPr lang="de-DE" dirty="0"/>
          </a:p>
          <a:p>
            <a:endParaRPr lang="de-DE" dirty="0"/>
          </a:p>
        </p:txBody>
      </p:sp>
      <p:pic>
        <p:nvPicPr>
          <p:cNvPr id="3" name="Picture 2">
            <a:extLst>
              <a:ext uri="{FF2B5EF4-FFF2-40B4-BE49-F238E27FC236}">
                <a16:creationId xmlns:a16="http://schemas.microsoft.com/office/drawing/2014/main" id="{2B940045-061E-E501-0B6A-63DC3D55736C}"/>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28394" y="4419601"/>
            <a:ext cx="694140" cy="694140"/>
          </a:xfrm>
          <a:prstGeom prst="rect">
            <a:avLst/>
          </a:prstGeom>
        </p:spPr>
      </p:pic>
    </p:spTree>
    <p:extLst>
      <p:ext uri="{BB962C8B-B14F-4D97-AF65-F5344CB8AC3E}">
        <p14:creationId xmlns:p14="http://schemas.microsoft.com/office/powerpoint/2010/main" val="42519873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20.0.7308"/>
  <p:tag name="SLIDO_PRESENTATION_ID" val="95a6423d-8793-44d1-9768-9fa9974617d7"/>
  <p:tag name="SLIDO_EVENT_UUID" val="3c31438e-caef-4f32-8644-f3b6685dcf6b"/>
  <p:tag name="SLIDO_EVENT_SECTION_UUID" val="60cd0abf-36c1-4c57-84e7-2b638e863cef"/>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Nzg4Mjc1NzB9"/>
  <p:tag name="SLIDO_TYPE" val="SlidoPoll"/>
  <p:tag name="SLIDO_POLL_UUID" val="e16b2fa1-5574-4d4c-8884-9a0c7c27f6c2"/>
  <p:tag name="SLIDO_TIMELINE" val="W3sicG9sbFF1ZXN0aW9uVXVpZCI6IjNkN2I1MGNlLWQ4MzMtNGU1ZC05ZTQwLTQzMTk5Yjc1ODY3YSIsInNob3dSZXN1bHRzIjp0cnVlLCJzaG93Q29ycmVjdEFuc3dlcnMiOmZhbHNlLCJ2b3RpbmdMb2NrZWQiOmZhbHNl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544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Typo">
      <a:majorFont>
        <a:latin typeface="SRH Headline"/>
        <a:ea typeface=""/>
        <a:cs typeface=""/>
      </a:majorFont>
      <a:minorFont>
        <a:latin typeface="SRH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4100</TotalTime>
  <Words>1182</Words>
  <Application>Microsoft Office PowerPoint</Application>
  <PresentationFormat>Widescreen</PresentationFormat>
  <Paragraphs>137</Paragraphs>
  <Slides>20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Aptos</vt:lpstr>
      <vt:lpstr>Consolas</vt:lpstr>
      <vt:lpstr>SRH Text</vt:lpstr>
      <vt:lpstr>SRH</vt:lpstr>
      <vt:lpstr>Wingdings</vt:lpstr>
      <vt:lpstr>Calibri</vt:lpstr>
      <vt:lpstr>SRH Headline</vt:lpstr>
      <vt:lpstr>SRH</vt:lpstr>
      <vt:lpstr>Python Foundations for Data Science  </vt:lpstr>
      <vt:lpstr>Agenda</vt:lpstr>
      <vt:lpstr>PowerPoint Presentation</vt:lpstr>
      <vt:lpstr>File Systems and Directory Structure</vt:lpstr>
      <vt:lpstr>Reading and Writing Text Files</vt:lpstr>
      <vt:lpstr>Update Text File</vt:lpstr>
      <vt:lpstr>Reading and Writing CSV Files</vt:lpstr>
      <vt:lpstr>Creating a CSV file using dictionaries</vt:lpstr>
      <vt:lpstr>Exercises</vt:lpstr>
      <vt:lpstr>Pause / Break</vt:lpstr>
      <vt:lpstr>Reading and Writing JSON Files</vt:lpstr>
      <vt:lpstr>   Access nested JSON data </vt:lpstr>
      <vt:lpstr>   Update JSON data </vt:lpstr>
      <vt:lpstr>Error Handling and Exception Concepts</vt:lpstr>
      <vt:lpstr>Exercises</vt:lpstr>
      <vt:lpstr>What did we learn today?</vt:lpstr>
      <vt:lpstr>Take-Home Assignment</vt:lpstr>
      <vt:lpstr>Coming Up : Week (6)  So far, we have stored data in files and handled errors when reading and writing. How can we now work with data at scale by loading, exploring, cleaning, and summarising datasets using Python's most powerful data tools?  • Role of NumPy in numerical computing • Arrays and vectorized operations • pandas Series and DataFrames • Loading structured datasets• Data selection, filtering, and aggregation • Basic descriptive statistics • Data cleaning principles</vt:lpstr>
      <vt:lpstr> Your Voice Matters: Lab Session Feedback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Week(5)-Files &amp; Input/Output </dc:title>
  <dc:creator>Ghadeer Mobasher</dc:creator>
  <cp:keywords>Week(5)</cp:keywords>
  <cp:lastModifiedBy>Mobasher, Ghadeer (Lehre SRH Hochschule Heidelberg)</cp:lastModifiedBy>
  <cp:revision>453</cp:revision>
  <dcterms:created xsi:type="dcterms:W3CDTF">2020-06-05T16:20:53Z</dcterms:created>
  <dcterms:modified xsi:type="dcterms:W3CDTF">2026-05-15T07:28:16Z</dcterms:modified>
</cp:coreProperties>
</file>